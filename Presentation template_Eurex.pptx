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3.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4.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6.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9.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10.xml" ContentType="application/vnd.openxmlformats-officedocument.presentationml.notesSlide+xml"/>
  <Override PartName="/ppt/charts/chart1.xml" ContentType="application/vnd.openxmlformats-officedocument.drawingml.chart+xml"/>
  <Override PartName="/ppt/tags/tag49.xml" ContentType="application/vnd.openxmlformats-officedocument.presentationml.tags+xml"/>
  <Override PartName="/ppt/tags/tag50.xml" ContentType="application/vnd.openxmlformats-officedocument.presentationml.tags+xml"/>
  <Override PartName="/ppt/notesSlides/notesSlide11.xml" ContentType="application/vnd.openxmlformats-officedocument.presentationml.notesSlide+xml"/>
  <Override PartName="/ppt/charts/chart2.xml" ContentType="application/vnd.openxmlformats-officedocument.drawingml.chart+xml"/>
  <Override PartName="/ppt/theme/themeOverride1.xml" ContentType="application/vnd.openxmlformats-officedocument.themeOverride+xml"/>
  <Override PartName="/ppt/tags/tag51.xml" ContentType="application/vnd.openxmlformats-officedocument.presentationml.tags+xml"/>
  <Override PartName="/ppt/tags/tag52.xml" ContentType="application/vnd.openxmlformats-officedocument.presentationml.tags+xml"/>
  <Override PartName="/ppt/notesSlides/notesSlide12.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ags/tag53.xml" ContentType="application/vnd.openxmlformats-officedocument.presentationml.tags+xml"/>
  <Override PartName="/ppt/tags/tag54.xml" ContentType="application/vnd.openxmlformats-officedocument.presentationml.tags+xml"/>
  <Override PartName="/ppt/notesSlides/notesSlide13.xml" ContentType="application/vnd.openxmlformats-officedocument.presentationml.notesSlide+xml"/>
  <Override PartName="/ppt/charts/chart4.xml" ContentType="application/vnd.openxmlformats-officedocument.drawingml.chart+xml"/>
  <Override PartName="/ppt/theme/themeOverride2.xml" ContentType="application/vnd.openxmlformats-officedocument.themeOverr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tags/tag55.xml" ContentType="application/vnd.openxmlformats-officedocument.presentationml.tags+xml"/>
  <Override PartName="/ppt/tags/tag56.xml" ContentType="application/vnd.openxmlformats-officedocument.presentationml.tags+xml"/>
  <Override PartName="/ppt/notesSlides/notesSlide14.xml" ContentType="application/vnd.openxmlformats-officedocument.presentationml.notesSlide+xml"/>
  <Override PartName="/ppt/charts/chart6.xml" ContentType="application/vnd.openxmlformats-officedocument.drawingml.chart+xml"/>
  <Override PartName="/ppt/theme/themeOverride3.xml" ContentType="application/vnd.openxmlformats-officedocument.themeOverr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tags/tag57.xml" ContentType="application/vnd.openxmlformats-officedocument.presentationml.tags+xml"/>
  <Override PartName="/ppt/tags/tag58.xml" ContentType="application/vnd.openxmlformats-officedocument.presentationml.tags+xml"/>
  <Override PartName="/ppt/notesSlides/notesSlide15.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16.xml" ContentType="application/vnd.openxmlformats-officedocument.presentationml.notesSlide+xml"/>
  <Override PartName="/ppt/tags/tag61.xml" ContentType="application/vnd.openxmlformats-officedocument.presentationml.tags+xml"/>
  <Override PartName="/ppt/notesSlides/notesSlide17.xml" ContentType="application/vnd.openxmlformats-officedocument.presentationml.notesSlide+xml"/>
  <Override PartName="/ppt/tags/tag62.xml" ContentType="application/vnd.openxmlformats-officedocument.presentationml.tags+xml"/>
  <Override PartName="/ppt/notesSlides/notesSlide18.xml" ContentType="application/vnd.openxmlformats-officedocument.presentationml.notesSlide+xml"/>
  <Override PartName="/ppt/tags/tag63.xml" ContentType="application/vnd.openxmlformats-officedocument.presentationml.tags+xml"/>
  <Override PartName="/ppt/notesSlides/notesSlide19.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20.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21.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22.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23.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24.xml" ContentType="application/vnd.openxmlformats-officedocument.presentationml.notesSlide+xml"/>
  <Override PartName="/ppt/tags/tag74.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charts/chart9.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0.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charts/chart11.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5.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2.xml" ContentType="application/vnd.openxmlformats-officedocument.drawingml.chart+xml"/>
  <Override PartName="/ppt/theme/themeOverride6.xml" ContentType="application/vnd.openxmlformats-officedocument.themeOverrid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8.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39.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40.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7"/>
  </p:sldMasterIdLst>
  <p:notesMasterIdLst>
    <p:notesMasterId r:id="rId49"/>
  </p:notesMasterIdLst>
  <p:handoutMasterIdLst>
    <p:handoutMasterId r:id="rId50"/>
  </p:handoutMasterIdLst>
  <p:sldIdLst>
    <p:sldId id="437" r:id="rId8"/>
    <p:sldId id="539" r:id="rId9"/>
    <p:sldId id="507" r:id="rId10"/>
    <p:sldId id="512" r:id="rId11"/>
    <p:sldId id="383" r:id="rId12"/>
    <p:sldId id="384" r:id="rId13"/>
    <p:sldId id="385" r:id="rId14"/>
    <p:sldId id="518" r:id="rId15"/>
    <p:sldId id="387" r:id="rId16"/>
    <p:sldId id="530" r:id="rId17"/>
    <p:sldId id="531" r:id="rId18"/>
    <p:sldId id="533" r:id="rId19"/>
    <p:sldId id="534" r:id="rId20"/>
    <p:sldId id="535" r:id="rId21"/>
    <p:sldId id="552" r:id="rId22"/>
    <p:sldId id="553" r:id="rId23"/>
    <p:sldId id="527" r:id="rId24"/>
    <p:sldId id="529" r:id="rId25"/>
    <p:sldId id="541" r:id="rId26"/>
    <p:sldId id="521" r:id="rId27"/>
    <p:sldId id="522" r:id="rId28"/>
    <p:sldId id="523" r:id="rId29"/>
    <p:sldId id="524" r:id="rId30"/>
    <p:sldId id="525" r:id="rId31"/>
    <p:sldId id="520" r:id="rId32"/>
    <p:sldId id="542" r:id="rId33"/>
    <p:sldId id="532" r:id="rId34"/>
    <p:sldId id="537" r:id="rId35"/>
    <p:sldId id="543" r:id="rId36"/>
    <p:sldId id="551" r:id="rId37"/>
    <p:sldId id="546" r:id="rId38"/>
    <p:sldId id="547" r:id="rId39"/>
    <p:sldId id="550" r:id="rId40"/>
    <p:sldId id="544" r:id="rId41"/>
    <p:sldId id="545" r:id="rId42"/>
    <p:sldId id="548" r:id="rId43"/>
    <p:sldId id="549" r:id="rId44"/>
    <p:sldId id="554" r:id="rId45"/>
    <p:sldId id="480" r:id="rId46"/>
    <p:sldId id="555" r:id="rId47"/>
    <p:sldId id="556" r:id="rId48"/>
  </p:sldIdLst>
  <p:sldSz cx="12192000" cy="6858000"/>
  <p:notesSz cx="6858000" cy="9947275"/>
  <p:custDataLst>
    <p:tags r:id="rId51"/>
  </p:custDataLst>
  <p:defaultTextStyle>
    <a:defPPr>
      <a:defRPr lang="de-DE"/>
    </a:defPPr>
    <a:lvl1pPr marL="0" indent="0" algn="l" defTabSz="914400" rtl="0" eaLnBrk="1" latinLnBrk="0" hangingPunct="1">
      <a:lnSpc>
        <a:spcPct val="110000"/>
      </a:lnSpc>
      <a:spcBef>
        <a:spcPts val="0"/>
      </a:spcBef>
      <a:spcAft>
        <a:spcPts val="0"/>
      </a:spcAft>
      <a:buFont typeface="Wingdings" panose="05000000000000000000" pitchFamily="2" charset="2"/>
      <a:buNone/>
      <a:defRPr sz="16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1600" kern="1200">
        <a:solidFill>
          <a:schemeClr val="tx1"/>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16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16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E97D87-A029-4C6C-A0FF-1963AD8DBCBE}">
  <a:tblStyle styleId="{69E97D87-A029-4C6C-A0FF-1963AD8DBCBE}" styleName="EUREX Table">
    <a:tblBg/>
    <a:wholeTbl>
      <a:tcTxStyle b="off" i="off">
        <a:fontRef idx="minor"/>
        <a:schemeClr val="tx1"/>
      </a:tcTxStyle>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noFill/>
        </a:fill>
      </a:tcStyle>
    </a:wholeTbl>
    <a:band1H>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band1H>
    <a:band2H>
      <a:tcStyle>
        <a:tcBdr/>
      </a:tcStyle>
    </a:band2H>
    <a:band1V>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band1V>
    <a:band2V>
      <a:tcStyle>
        <a:tcBdr/>
      </a:tcStyle>
    </a:band2V>
    <a:lastCol>
      <a:tcTxStyle b="on" i="off">
        <a:fontRef idx="minor"/>
        <a:schemeClr val="tx1"/>
      </a:tcTxStyle>
      <a:tcStyle>
        <a:tcBdr>
          <a:left>
            <a:ln>
              <a:noFill/>
            </a:ln>
          </a:left>
          <a:right>
            <a:ln>
              <a:noFill/>
            </a:ln>
          </a:right>
          <a:top>
            <a:ln w="6350" cap="flat" cmpd="sng" algn="ctr">
              <a:solidFill>
                <a:srgbClr val="DCDCDC"/>
              </a:solidFill>
              <a:prstDash val="solid"/>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lastCol>
    <a:firstCol>
      <a:tcTxStyle b="on" i="off">
        <a:fontRef idx="major"/>
        <a:schemeClr val="bg2"/>
      </a:tcTxStyle>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dk1"/>
          </a:solidFill>
        </a:fill>
      </a:tcStyle>
    </a:firstCol>
    <a:lastRow>
      <a:tcTxStyle b="on" i="off">
        <a:fontRef idx="minor"/>
        <a:schemeClr val="tx1"/>
      </a:tcTxStyle>
      <a:tcStyle>
        <a:tcBdr>
          <a:left>
            <a:ln>
              <a:noFill/>
            </a:ln>
          </a:left>
          <a:right>
            <a:ln>
              <a:noFill/>
            </a:ln>
          </a:right>
          <a:top>
            <a:ln w="6350" cap="flat" cmpd="sng" algn="ctr">
              <a:solidFill>
                <a:srgbClr val="DCDCDC"/>
              </a:solidFill>
              <a:prstDash val="solid"/>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lastRow>
    <a:seCell>
      <a:tcStyle>
        <a:tcBdr/>
      </a:tcStyle>
    </a:seCell>
    <a:swCell>
      <a:tcTxStyle b="on" i="off">
        <a:fontRef idx="minor"/>
        <a:schemeClr val="bg2"/>
      </a:tcTxStyle>
      <a:tcStyle>
        <a:tcBdr>
          <a:left>
            <a:ln>
              <a:noFill/>
            </a:ln>
          </a:left>
          <a:right>
            <a:ln>
              <a:noFill/>
            </a:ln>
          </a:right>
          <a:top>
            <a:ln w="6350" cap="flat" cmpd="sng" algn="ctr">
              <a:solidFill>
                <a:srgbClr val="DCDCDC"/>
              </a:solidFill>
              <a:prstDash val="solid"/>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dk1"/>
          </a:solidFill>
        </a:fill>
      </a:tcStyle>
    </a:swCell>
    <a:firstRow>
      <a:tcTxStyle b="on" i="off">
        <a:fontRef idx="major"/>
        <a:schemeClr val="bg2"/>
      </a:tcTxStyle>
      <a:tcStyle>
        <a:tcBdr>
          <a:left>
            <a:ln>
              <a:noFill/>
            </a:ln>
          </a:left>
          <a:right>
            <a:ln>
              <a:noFill/>
            </a:ln>
          </a:right>
          <a:top>
            <a:ln>
              <a:noFill/>
            </a:ln>
          </a:top>
          <a:bottom>
            <a:ln w="6350" cap="flat" cmpd="sng" algn="ctr">
              <a:solidFill>
                <a:srgbClr val="DCDCDC"/>
              </a:solidFill>
              <a:prstDash val="solid"/>
            </a:ln>
          </a:bottom>
          <a:insideH>
            <a:ln w="6350" cap="flat" cmpd="sng" algn="ctr">
              <a:solidFill>
                <a:srgbClr val="DCDCDC"/>
              </a:solidFill>
              <a:prstDash val="solid"/>
            </a:ln>
          </a:insideH>
          <a:insideV>
            <a:ln>
              <a:noFill/>
            </a:ln>
          </a:insideV>
          <a:tl2br>
            <a:ln>
              <a:noFill/>
            </a:ln>
          </a:tl2br>
          <a:tr2bl>
            <a:ln>
              <a:noFill/>
            </a:ln>
          </a:tr2bl>
        </a:tcBdr>
        <a:fill>
          <a:solidFill>
            <a:schemeClr val="dk1"/>
          </a:solidFill>
        </a:fill>
      </a:tcStyle>
    </a:firstRow>
    <a:neCell>
      <a:tcStyle>
        <a:tcBdr/>
      </a:tcStyle>
    </a:neCell>
    <a:nwCell>
      <a:tcTxStyle b="on" i="off">
        <a:fontRef idx="minor"/>
        <a:schemeClr val="tx1"/>
      </a:tcTxStyle>
      <a:tcStyle>
        <a:tcBdr>
          <a:left>
            <a:ln>
              <a:noFill/>
            </a:ln>
          </a:left>
          <a:right>
            <a:ln>
              <a:noFill/>
            </a:ln>
          </a:right>
          <a:top>
            <a:ln>
              <a:noFill/>
            </a:ln>
          </a:top>
          <a:bottom>
            <a:ln w="6350" cap="flat" cmpd="sng" algn="ctr">
              <a:solidFill>
                <a:srgbClr val="DCDCDC"/>
              </a:solidFill>
              <a:prstDash val="solid"/>
            </a:ln>
          </a:bottom>
          <a:insideH>
            <a:ln w="6350" cap="flat" cmpd="sng" algn="ctr">
              <a:solidFill>
                <a:srgbClr val="DCDCDC"/>
              </a:solidFill>
              <a:prstDash val="solid"/>
            </a:ln>
          </a:insideH>
          <a:insideV>
            <a:ln>
              <a:noFill/>
            </a:ln>
          </a:insideV>
          <a:tl2br>
            <a:ln>
              <a:noFill/>
            </a:ln>
          </a:tl2br>
          <a:tr2bl>
            <a:ln>
              <a:noFill/>
            </a:ln>
          </a:tr2bl>
        </a:tcBdr>
        <a:fill>
          <a:noFill/>
        </a:fill>
      </a:tcStyle>
    </a:nwCell>
    <a:extLst/>
  </a:tblStyle>
  <a:tblStyle styleId="{30FC0DDD-37FB-4523-A006-01308BA8B187}" styleName="EUREX Table Green">
    <a:tblBg/>
    <a:wholeTbl>
      <a:tcTxStyle b="off" i="off">
        <a:fontRef idx="minor"/>
        <a:schemeClr val="tx1"/>
      </a:tcTxStyle>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noFill/>
        </a:fill>
      </a:tcStyle>
    </a:wholeTbl>
    <a:band1H>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band1H>
    <a:band2H>
      <a:tcStyle>
        <a:tcBdr/>
      </a:tcStyle>
    </a:band2H>
    <a:band1V>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band1V>
    <a:band2V>
      <a:tcStyle>
        <a:tcBdr/>
      </a:tcStyle>
    </a:band2V>
    <a:lastCol>
      <a:tcTxStyle b="on" i="off">
        <a:fontRef idx="minor"/>
        <a:schemeClr val="tx2"/>
      </a:tcTxStyle>
      <a:tcStyle>
        <a:tcBdr>
          <a:left>
            <a:ln>
              <a:noFill/>
            </a:ln>
          </a:left>
          <a:right>
            <a:ln>
              <a:noFill/>
            </a:ln>
          </a:right>
          <a:top>
            <a:ln w="6350" cap="flat" cmpd="sng" algn="ctr">
              <a:solidFill>
                <a:srgbClr val="DCDCDC"/>
              </a:solidFill>
              <a:prstDash val="solid"/>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lastCol>
    <a:firstCol>
      <a:tcTxStyle b="on" i="off">
        <a:fontRef idx="major"/>
        <a:schemeClr val="tx1"/>
      </a:tcTxStyle>
      <a:tcStyle>
        <a:tcBdr>
          <a:left>
            <a:ln>
              <a:noFill/>
            </a:ln>
          </a:left>
          <a:right>
            <a:ln>
              <a:noFill/>
            </a:ln>
          </a:right>
          <a:top>
            <a:ln>
              <a:noFill/>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tx2"/>
          </a:solidFill>
        </a:fill>
      </a:tcStyle>
    </a:firstCol>
    <a:lastRow>
      <a:tcTxStyle b="on" i="off">
        <a:fontRef idx="minor"/>
        <a:schemeClr val="tx1"/>
      </a:tcTxStyle>
      <a:tcStyle>
        <a:tcBdr>
          <a:left>
            <a:ln>
              <a:noFill/>
            </a:ln>
          </a:left>
          <a:right>
            <a:ln>
              <a:noFill/>
            </a:ln>
          </a:right>
          <a:top>
            <a:ln w="6350" cap="flat" cmpd="sng" algn="ctr">
              <a:solidFill>
                <a:srgbClr val="DCDCDC"/>
              </a:solidFill>
              <a:prstDash val="solid"/>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bg2"/>
          </a:solidFill>
        </a:fill>
      </a:tcStyle>
    </a:lastRow>
    <a:seCell>
      <a:tcStyle>
        <a:tcBdr/>
      </a:tcStyle>
    </a:seCell>
    <a:swCell>
      <a:tcTxStyle b="on" i="off">
        <a:fontRef idx="minor"/>
        <a:schemeClr val="tx1"/>
      </a:tcTxStyle>
      <a:tcStyle>
        <a:tcBdr>
          <a:left>
            <a:ln>
              <a:noFill/>
            </a:ln>
          </a:left>
          <a:right>
            <a:ln>
              <a:noFill/>
            </a:ln>
          </a:right>
          <a:top>
            <a:ln w="6350" cap="flat" cmpd="sng" algn="ctr">
              <a:solidFill>
                <a:srgbClr val="DCDCDC"/>
              </a:solidFill>
              <a:prstDash val="solid"/>
            </a:ln>
          </a:top>
          <a:bottom>
            <a:ln>
              <a:noFill/>
            </a:ln>
          </a:bottom>
          <a:insideH>
            <a:ln w="6350" cap="flat" cmpd="sng" algn="ctr">
              <a:solidFill>
                <a:srgbClr val="DCDCDC"/>
              </a:solidFill>
              <a:prstDash val="solid"/>
            </a:ln>
          </a:insideH>
          <a:insideV>
            <a:ln>
              <a:noFill/>
            </a:ln>
          </a:insideV>
          <a:tl2br>
            <a:ln>
              <a:noFill/>
            </a:ln>
          </a:tl2br>
          <a:tr2bl>
            <a:ln>
              <a:noFill/>
            </a:ln>
          </a:tr2bl>
        </a:tcBdr>
        <a:fill>
          <a:solidFill>
            <a:schemeClr val="tx2"/>
          </a:solidFill>
        </a:fill>
      </a:tcStyle>
    </a:swCell>
    <a:firstRow>
      <a:tcTxStyle b="on" i="off">
        <a:fontRef idx="major"/>
        <a:schemeClr val="tx1"/>
      </a:tcTxStyle>
      <a:tcStyle>
        <a:tcBdr>
          <a:left>
            <a:ln>
              <a:noFill/>
            </a:ln>
          </a:left>
          <a:right>
            <a:ln>
              <a:noFill/>
            </a:ln>
          </a:right>
          <a:top>
            <a:ln>
              <a:noFill/>
            </a:ln>
          </a:top>
          <a:bottom>
            <a:ln w="6350" cap="flat" cmpd="sng" algn="ctr">
              <a:solidFill>
                <a:srgbClr val="DCDCDC"/>
              </a:solidFill>
              <a:prstDash val="solid"/>
            </a:ln>
          </a:bottom>
          <a:insideH>
            <a:ln w="6350" cap="flat" cmpd="sng" algn="ctr">
              <a:solidFill>
                <a:srgbClr val="DCDCDC"/>
              </a:solidFill>
              <a:prstDash val="solid"/>
            </a:ln>
          </a:insideH>
          <a:insideV>
            <a:ln>
              <a:noFill/>
            </a:ln>
          </a:insideV>
          <a:tl2br>
            <a:ln>
              <a:noFill/>
            </a:ln>
          </a:tl2br>
          <a:tr2bl>
            <a:ln>
              <a:noFill/>
            </a:ln>
          </a:tr2bl>
        </a:tcBdr>
        <a:fill>
          <a:solidFill>
            <a:schemeClr val="tx2"/>
          </a:solidFill>
        </a:fill>
      </a:tcStyle>
    </a:firstRow>
    <a:neCell>
      <a:tcStyle>
        <a:tcBdr/>
      </a:tcStyle>
    </a:neCell>
    <a:nwCell>
      <a:tcTxStyle b="on" i="off">
        <a:fontRef idx="minor"/>
        <a:schemeClr val="tx1"/>
      </a:tcTxStyle>
      <a:tcStyle>
        <a:tcBdr>
          <a:left>
            <a:ln>
              <a:noFill/>
            </a:ln>
          </a:left>
          <a:right>
            <a:ln>
              <a:noFill/>
            </a:ln>
          </a:right>
          <a:top>
            <a:ln>
              <a:noFill/>
            </a:ln>
          </a:top>
          <a:bottom>
            <a:ln w="6350" cap="flat" cmpd="sng" algn="ctr">
              <a:solidFill>
                <a:srgbClr val="DCDCDC"/>
              </a:solidFill>
              <a:prstDash val="solid"/>
            </a:ln>
          </a:bottom>
          <a:insideH>
            <a:ln w="6350" cap="flat" cmpd="sng" algn="ctr">
              <a:solidFill>
                <a:srgbClr val="DCDCDC"/>
              </a:solidFill>
              <a:prstDash val="solid"/>
            </a:ln>
          </a:insideH>
          <a:insideV>
            <a:ln>
              <a:noFill/>
            </a:ln>
          </a:insideV>
          <a:tl2br>
            <a:ln>
              <a:noFill/>
            </a:ln>
          </a:tl2br>
          <a:tr2bl>
            <a:ln>
              <a:noFill/>
            </a:ln>
          </a:tr2bl>
        </a:tcBdr>
        <a:fill>
          <a:noFill/>
        </a:fill>
      </a:tcStyle>
    </a:nwCell>
    <a:extLst/>
  </a:tblStyle>
  <a:tblStyle styleId="{3328C8A7-C3E3-475F-BAE9-F2AA3C6B7DF7}" styleName="EUREX Table Grid">
    <a:tblBg/>
    <a:wholeTbl>
      <a:tcTxStyle b="off" i="off">
        <a:fontRef idx="minor"/>
        <a:schemeClr val="tx1"/>
      </a:tcTxStyle>
      <a:tcStyle>
        <a:tcBdr>
          <a:left>
            <a:ln>
              <a:noFill/>
            </a:ln>
          </a:left>
          <a:right>
            <a:ln>
              <a:noFill/>
            </a:ln>
          </a:right>
          <a:top>
            <a:ln>
              <a:noFill/>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bg2"/>
          </a:solidFill>
        </a:fill>
      </a:tcStyle>
    </a:wholeTbl>
    <a:band1H>
      <a:tcStyle>
        <a:tcBdr>
          <a:left>
            <a:ln>
              <a:noFill/>
            </a:ln>
          </a:left>
          <a:right>
            <a:ln>
              <a:noFill/>
            </a:ln>
          </a:right>
          <a:top>
            <a:ln w="19050" cap="flat" cmpd="sng" algn="ctr">
              <a:solidFill>
                <a:srgbClr val="FFFFFF"/>
              </a:solidFill>
              <a:prstDash val="solid"/>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bg2"/>
          </a:solidFill>
        </a:fill>
      </a:tcStyle>
    </a:band1H>
    <a:band2H>
      <a:tcStyle>
        <a:tcBdr>
          <a:left>
            <a:ln>
              <a:noFill/>
            </a:ln>
          </a:left>
          <a:right>
            <a:ln w="19050" cap="flat" cmpd="sng" algn="ctr">
              <a:solidFill>
                <a:srgbClr val="FFFFFF"/>
              </a:solidFill>
              <a:prstDash val="solid"/>
            </a:ln>
          </a:right>
          <a:top>
            <a:ln w="19050" cap="flat" cmpd="sng" algn="ctr">
              <a:solidFill>
                <a:srgbClr val="FFFFFF"/>
              </a:solidFill>
              <a:prstDash val="solid"/>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bg1"/>
          </a:solidFill>
        </a:fill>
      </a:tcStyle>
    </a:band2H>
    <a:band1V>
      <a:tcStyle>
        <a:tcBdr>
          <a:left>
            <a:ln>
              <a:noFill/>
            </a:ln>
          </a:left>
          <a:right>
            <a:ln w="19050" cap="flat" cmpd="sng" algn="ctr">
              <a:solidFill>
                <a:srgbClr val="FFFFFF"/>
              </a:solidFill>
              <a:prstDash val="solid"/>
            </a:ln>
          </a:right>
          <a:top>
            <a:ln>
              <a:noFill/>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bg2"/>
          </a:solidFill>
        </a:fill>
      </a:tcStyle>
    </a:band1V>
    <a:band2V>
      <a:tcStyle>
        <a:tcBdr>
          <a:left>
            <a:ln>
              <a:noFill/>
            </a:ln>
          </a:left>
          <a:right>
            <a:ln w="19050" cap="flat" cmpd="sng" algn="ctr">
              <a:solidFill>
                <a:srgbClr val="FFFFFF"/>
              </a:solidFill>
              <a:prstDash val="solid"/>
            </a:ln>
          </a:right>
          <a:top>
            <a:ln w="19050" cap="flat" cmpd="sng" algn="ctr">
              <a:solidFill>
                <a:srgbClr val="FFFFFF"/>
              </a:solidFill>
              <a:prstDash val="solid"/>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bg1"/>
          </a:solidFill>
        </a:fill>
      </a:tcStyle>
    </a:band2V>
    <a:lastCol>
      <a:tcTxStyle b="on" i="off">
        <a:fontRef idx="minor"/>
        <a:schemeClr val="tx1"/>
      </a:tcTxStyle>
      <a:tcStyle>
        <a:tcBdr>
          <a:left>
            <a:ln w="19050" cap="flat" cmpd="sng" algn="ctr">
              <a:solidFill>
                <a:srgbClr val="FFFFFF"/>
              </a:solidFill>
              <a:prstDash val="solid"/>
            </a:ln>
          </a:left>
          <a:right>
            <a:ln>
              <a:noFill/>
            </a:ln>
          </a:right>
          <a:top>
            <a:ln w="19050" cap="flat" cmpd="sng" algn="ctr">
              <a:solidFill>
                <a:srgbClr val="FFFFFF"/>
              </a:solidFill>
              <a:prstDash val="solid"/>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bg2"/>
          </a:solidFill>
        </a:fill>
      </a:tcStyle>
    </a:lastCol>
    <a:firstCol>
      <a:tcTxStyle b="on" i="off">
        <a:fontRef idx="major"/>
        <a:schemeClr val="bg2"/>
      </a:tcTxStyle>
      <a:tcStyle>
        <a:tcBdr>
          <a:left>
            <a:ln>
              <a:noFill/>
            </a:ln>
          </a:left>
          <a:right>
            <a:ln w="19050" cap="flat" cmpd="sng" algn="ctr">
              <a:solidFill>
                <a:srgbClr val="FFFFFF"/>
              </a:solidFill>
              <a:prstDash val="solid"/>
            </a:ln>
          </a:right>
          <a:top>
            <a:ln>
              <a:noFill/>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dk1"/>
          </a:solidFill>
        </a:fill>
      </a:tcStyle>
    </a:firstCol>
    <a:lastRow>
      <a:tcTxStyle b="on" i="off">
        <a:fontRef idx="minor"/>
        <a:schemeClr val="tx1"/>
      </a:tcTxStyle>
      <a:tcStyle>
        <a:tcBdr>
          <a:left>
            <a:ln>
              <a:noFill/>
            </a:ln>
          </a:left>
          <a:right>
            <a:ln>
              <a:noFill/>
            </a:ln>
          </a:right>
          <a:top>
            <a:ln w="19050" cap="flat" cmpd="sng" algn="ctr">
              <a:solidFill>
                <a:srgbClr val="FFFFFF"/>
              </a:solidFill>
              <a:prstDash val="solid"/>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bg2"/>
          </a:solidFill>
        </a:fill>
      </a:tcStyle>
    </a:lastRow>
    <a:seCell>
      <a:tcStyle>
        <a:tcBdr/>
      </a:tcStyle>
    </a:seCell>
    <a:swCell>
      <a:tcTxStyle b="on" i="off">
        <a:fontRef idx="minor"/>
        <a:schemeClr val="bg2"/>
      </a:tcTxStyle>
      <a:tcStyle>
        <a:tcBdr>
          <a:left>
            <a:ln>
              <a:noFill/>
            </a:ln>
          </a:left>
          <a:right>
            <a:ln w="19050" cap="flat" cmpd="sng" algn="ctr">
              <a:solidFill>
                <a:srgbClr val="FFFFFF"/>
              </a:solidFill>
              <a:prstDash val="solid"/>
            </a:ln>
          </a:right>
          <a:top>
            <a:ln w="19050" cap="flat" cmpd="sng" algn="ctr">
              <a:solidFill>
                <a:srgbClr val="FFFFFF"/>
              </a:solidFill>
              <a:prstDash val="solid"/>
            </a:ln>
          </a:top>
          <a:bottom>
            <a:ln>
              <a:noFill/>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dk1"/>
          </a:solidFill>
        </a:fill>
      </a:tcStyle>
    </a:swCell>
    <a:firstRow>
      <a:tcTxStyle b="on" i="off">
        <a:fontRef idx="major"/>
        <a:schemeClr val="bg2"/>
      </a:tcTxStyle>
      <a:tcStyle>
        <a:tcBdr>
          <a:left>
            <a:ln>
              <a:noFill/>
            </a:ln>
          </a:left>
          <a:right>
            <a:ln>
              <a:noFill/>
            </a:ln>
          </a:right>
          <a:top>
            <a:ln>
              <a:noFill/>
            </a:ln>
          </a:top>
          <a:bottom>
            <a:ln w="19050" cap="flat" cmpd="sng" algn="ctr">
              <a:solidFill>
                <a:srgbClr val="FFFFFF"/>
              </a:solidFill>
              <a:prstDash val="solid"/>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solidFill>
            <a:schemeClr val="dk1"/>
          </a:solidFill>
        </a:fill>
      </a:tcStyle>
    </a:firstRow>
    <a:neCell>
      <a:tcStyle>
        <a:tcBdr/>
      </a:tcStyle>
    </a:neCell>
    <a:nwCell>
      <a:tcTxStyle b="on" i="off">
        <a:fontRef idx="minor"/>
        <a:schemeClr val="tx1"/>
      </a:tcTxStyle>
      <a:tcStyle>
        <a:tcBdr>
          <a:left>
            <a:ln>
              <a:noFill/>
            </a:ln>
          </a:left>
          <a:right>
            <a:ln>
              <a:noFill/>
            </a:ln>
          </a:right>
          <a:top>
            <a:ln>
              <a:noFill/>
            </a:ln>
          </a:top>
          <a:bottom>
            <a:ln w="19050" cap="flat" cmpd="sng" algn="ctr">
              <a:solidFill>
                <a:srgbClr val="FFFFFF"/>
              </a:solidFill>
              <a:prstDash val="solid"/>
            </a:ln>
          </a:bottom>
          <a:insideH>
            <a:ln w="19050" cap="flat" cmpd="sng" algn="ctr">
              <a:solidFill>
                <a:srgbClr val="FFFFFF"/>
              </a:solidFill>
              <a:prstDash val="solid"/>
            </a:ln>
          </a:insideH>
          <a:insideV>
            <a:ln w="19050" cap="flat" cmpd="sng" algn="ctr">
              <a:solidFill>
                <a:srgbClr val="FFFFFF"/>
              </a:solidFill>
              <a:prstDash val="solid"/>
            </a:ln>
          </a:insideV>
          <a:tl2br>
            <a:ln>
              <a:noFill/>
            </a:ln>
          </a:tl2br>
          <a:tr2bl>
            <a:ln>
              <a:noFill/>
            </a:ln>
          </a:tr2bl>
        </a:tcBdr>
        <a:fill>
          <a:noFill/>
        </a:fill>
      </a:tcStyle>
    </a:nwCell>
    <a:extLst/>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46F890A9-2807-4EBB-B81D-B2AA78EC7F39}" styleName="Dunkle Formatvorlage 2 - Akzent 5/Akz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unkle Formatvorlage 1 - Akz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unkle Formatvorlage 1 - Akz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ittlere Formatvorlage 4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ittlere Formatvorlage 4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4660"/>
  </p:normalViewPr>
  <p:slideViewPr>
    <p:cSldViewPr snapToObjects="1" showGuides="1">
      <p:cViewPr>
        <p:scale>
          <a:sx n="120" d="100"/>
          <a:sy n="120" d="100"/>
        </p:scale>
        <p:origin x="120" y="84"/>
      </p:cViewPr>
      <p:guideLst/>
    </p:cSldViewPr>
  </p:slideViewPr>
  <p:notesTextViewPr>
    <p:cViewPr>
      <p:scale>
        <a:sx n="1" d="1"/>
        <a:sy n="1" d="1"/>
      </p:scale>
      <p:origin x="0" y="0"/>
    </p:cViewPr>
  </p:notesTextViewPr>
  <p:sorterViewPr>
    <p:cViewPr>
      <p:scale>
        <a:sx n="100" d="100"/>
        <a:sy n="100" d="100"/>
      </p:scale>
      <p:origin x="0" y="-22264"/>
    </p:cViewPr>
  </p:sorterViewPr>
  <p:notesViewPr>
    <p:cSldViewPr showGuides="1">
      <p:cViewPr varScale="1">
        <p:scale>
          <a:sx n="121" d="100"/>
          <a:sy n="121" d="100"/>
        </p:scale>
        <p:origin x="3990"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customXml" Target="../customXml/item5.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Sverma" userId="58e31182-23ec-46cc-8bc8-d494871a8a09" providerId="ADAL" clId="{57FCC5CA-D681-4829-94AE-2CB27187151A}"/>
    <pc:docChg chg="delSld modSld sldOrd">
      <pc:chgData name="David Sverma" userId="58e31182-23ec-46cc-8bc8-d494871a8a09" providerId="ADAL" clId="{57FCC5CA-D681-4829-94AE-2CB27187151A}" dt="2026-02-02T15:24:06.537" v="273" actId="20577"/>
      <pc:docMkLst>
        <pc:docMk/>
      </pc:docMkLst>
      <pc:sldChg chg="modSp mod">
        <pc:chgData name="David Sverma" userId="58e31182-23ec-46cc-8bc8-d494871a8a09" providerId="ADAL" clId="{57FCC5CA-D681-4829-94AE-2CB27187151A}" dt="2026-02-02T14:18:11.104" v="65" actId="20577"/>
        <pc:sldMkLst>
          <pc:docMk/>
          <pc:sldMk cId="1929293669" sldId="437"/>
        </pc:sldMkLst>
        <pc:spChg chg="mod">
          <ac:chgData name="David Sverma" userId="58e31182-23ec-46cc-8bc8-d494871a8a09" providerId="ADAL" clId="{57FCC5CA-D681-4829-94AE-2CB27187151A}" dt="2026-02-02T14:17:43.287" v="15" actId="20577"/>
          <ac:spMkLst>
            <pc:docMk/>
            <pc:sldMk cId="1929293669" sldId="437"/>
            <ac:spMk id="12" creationId="{E2E31D03-8BAB-453A-AD48-FB7743EAD72E}"/>
          </ac:spMkLst>
        </pc:spChg>
        <pc:spChg chg="mod">
          <ac:chgData name="David Sverma" userId="58e31182-23ec-46cc-8bc8-d494871a8a09" providerId="ADAL" clId="{57FCC5CA-D681-4829-94AE-2CB27187151A}" dt="2026-02-02T14:18:11.104" v="65" actId="20577"/>
          <ac:spMkLst>
            <pc:docMk/>
            <pc:sldMk cId="1929293669" sldId="437"/>
            <ac:spMk id="26" creationId="{DBB68498-3E29-4A44-B938-C6B8C7E9F131}"/>
          </ac:spMkLst>
        </pc:spChg>
      </pc:sldChg>
      <pc:sldChg chg="del">
        <pc:chgData name="David Sverma" userId="58e31182-23ec-46cc-8bc8-d494871a8a09" providerId="ADAL" clId="{57FCC5CA-D681-4829-94AE-2CB27187151A}" dt="2026-02-02T14:18:23.897" v="66" actId="47"/>
        <pc:sldMkLst>
          <pc:docMk/>
          <pc:sldMk cId="321069946" sldId="498"/>
        </pc:sldMkLst>
      </pc:sldChg>
      <pc:sldChg chg="del">
        <pc:chgData name="David Sverma" userId="58e31182-23ec-46cc-8bc8-d494871a8a09" providerId="ADAL" clId="{57FCC5CA-D681-4829-94AE-2CB27187151A}" dt="2026-02-02T14:18:27.577" v="67" actId="47"/>
        <pc:sldMkLst>
          <pc:docMk/>
          <pc:sldMk cId="2749237376" sldId="499"/>
        </pc:sldMkLst>
      </pc:sldChg>
      <pc:sldChg chg="del">
        <pc:chgData name="David Sverma" userId="58e31182-23ec-46cc-8bc8-d494871a8a09" providerId="ADAL" clId="{57FCC5CA-D681-4829-94AE-2CB27187151A}" dt="2026-02-02T14:18:29.746" v="68" actId="47"/>
        <pc:sldMkLst>
          <pc:docMk/>
          <pc:sldMk cId="3272383466" sldId="500"/>
        </pc:sldMkLst>
      </pc:sldChg>
      <pc:sldChg chg="del">
        <pc:chgData name="David Sverma" userId="58e31182-23ec-46cc-8bc8-d494871a8a09" providerId="ADAL" clId="{57FCC5CA-D681-4829-94AE-2CB27187151A}" dt="2026-02-02T14:18:30.192" v="69" actId="47"/>
        <pc:sldMkLst>
          <pc:docMk/>
          <pc:sldMk cId="1491469963" sldId="501"/>
        </pc:sldMkLst>
      </pc:sldChg>
      <pc:sldChg chg="del">
        <pc:chgData name="David Sverma" userId="58e31182-23ec-46cc-8bc8-d494871a8a09" providerId="ADAL" clId="{57FCC5CA-D681-4829-94AE-2CB27187151A}" dt="2026-02-02T14:18:30.838" v="70" actId="47"/>
        <pc:sldMkLst>
          <pc:docMk/>
          <pc:sldMk cId="1326198941" sldId="502"/>
        </pc:sldMkLst>
      </pc:sldChg>
      <pc:sldChg chg="del">
        <pc:chgData name="David Sverma" userId="58e31182-23ec-46cc-8bc8-d494871a8a09" providerId="ADAL" clId="{57FCC5CA-D681-4829-94AE-2CB27187151A}" dt="2026-02-02T14:18:31.370" v="71" actId="47"/>
        <pc:sldMkLst>
          <pc:docMk/>
          <pc:sldMk cId="198850547" sldId="503"/>
        </pc:sldMkLst>
      </pc:sldChg>
      <pc:sldChg chg="del">
        <pc:chgData name="David Sverma" userId="58e31182-23ec-46cc-8bc8-d494871a8a09" providerId="ADAL" clId="{57FCC5CA-D681-4829-94AE-2CB27187151A}" dt="2026-02-02T14:18:43.769" v="73" actId="47"/>
        <pc:sldMkLst>
          <pc:docMk/>
          <pc:sldMk cId="1966668781" sldId="504"/>
        </pc:sldMkLst>
      </pc:sldChg>
      <pc:sldChg chg="del">
        <pc:chgData name="David Sverma" userId="58e31182-23ec-46cc-8bc8-d494871a8a09" providerId="ADAL" clId="{57FCC5CA-D681-4829-94AE-2CB27187151A}" dt="2026-02-02T14:18:42.190" v="72" actId="47"/>
        <pc:sldMkLst>
          <pc:docMk/>
          <pc:sldMk cId="2591105731" sldId="505"/>
        </pc:sldMkLst>
      </pc:sldChg>
      <pc:sldChg chg="del">
        <pc:chgData name="David Sverma" userId="58e31182-23ec-46cc-8bc8-d494871a8a09" providerId="ADAL" clId="{57FCC5CA-D681-4829-94AE-2CB27187151A}" dt="2026-02-02T14:20:24.745" v="76" actId="47"/>
        <pc:sldMkLst>
          <pc:docMk/>
          <pc:sldMk cId="2217519619" sldId="508"/>
        </pc:sldMkLst>
      </pc:sldChg>
      <pc:sldChg chg="del">
        <pc:chgData name="David Sverma" userId="58e31182-23ec-46cc-8bc8-d494871a8a09" providerId="ADAL" clId="{57FCC5CA-D681-4829-94AE-2CB27187151A}" dt="2026-02-02T14:20:22.946" v="75" actId="47"/>
        <pc:sldMkLst>
          <pc:docMk/>
          <pc:sldMk cId="2438681374" sldId="509"/>
        </pc:sldMkLst>
      </pc:sldChg>
      <pc:sldChg chg="del">
        <pc:chgData name="David Sverma" userId="58e31182-23ec-46cc-8bc8-d494871a8a09" providerId="ADAL" clId="{57FCC5CA-D681-4829-94AE-2CB27187151A}" dt="2026-02-02T14:20:27.033" v="77" actId="47"/>
        <pc:sldMkLst>
          <pc:docMk/>
          <pc:sldMk cId="1078299937" sldId="510"/>
        </pc:sldMkLst>
      </pc:sldChg>
      <pc:sldChg chg="del">
        <pc:chgData name="David Sverma" userId="58e31182-23ec-46cc-8bc8-d494871a8a09" providerId="ADAL" clId="{57FCC5CA-D681-4829-94AE-2CB27187151A}" dt="2026-02-02T14:20:33.443" v="78" actId="47"/>
        <pc:sldMkLst>
          <pc:docMk/>
          <pc:sldMk cId="3561410487" sldId="513"/>
        </pc:sldMkLst>
      </pc:sldChg>
      <pc:sldChg chg="del">
        <pc:chgData name="David Sverma" userId="58e31182-23ec-46cc-8bc8-d494871a8a09" providerId="ADAL" clId="{57FCC5CA-D681-4829-94AE-2CB27187151A}" dt="2026-02-02T14:18:59.156" v="74" actId="47"/>
        <pc:sldMkLst>
          <pc:docMk/>
          <pc:sldMk cId="879883211" sldId="515"/>
        </pc:sldMkLst>
      </pc:sldChg>
      <pc:sldChg chg="modSp mod ord">
        <pc:chgData name="David Sverma" userId="58e31182-23ec-46cc-8bc8-d494871a8a09" providerId="ADAL" clId="{57FCC5CA-D681-4829-94AE-2CB27187151A}" dt="2026-02-02T15:24:06.537" v="273" actId="20577"/>
        <pc:sldMkLst>
          <pc:docMk/>
          <pc:sldMk cId="716810168" sldId="539"/>
        </pc:sldMkLst>
        <pc:graphicFrameChg chg="modGraphic">
          <ac:chgData name="David Sverma" userId="58e31182-23ec-46cc-8bc8-d494871a8a09" providerId="ADAL" clId="{57FCC5CA-D681-4829-94AE-2CB27187151A}" dt="2026-02-02T15:24:06.537" v="273" actId="20577"/>
          <ac:graphicFrameMkLst>
            <pc:docMk/>
            <pc:sldMk cId="716810168" sldId="539"/>
            <ac:graphicFrameMk id="8" creationId="{5A76C9E8-CCD2-4315-8246-21867446295E}"/>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5.xlsx"/><Relationship Id="rId1" Type="http://schemas.openxmlformats.org/officeDocument/2006/relationships/themeOverride" Target="../theme/themeOverride3.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4.xml"/><Relationship Id="rId1" Type="http://schemas.microsoft.com/office/2011/relationships/chartStyle" Target="style4.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5.xml"/><Relationship Id="rId1" Type="http://schemas.microsoft.com/office/2011/relationships/chartStyle" Target="style5.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package" Target="../embeddings/Microsoft_Excel_Worksheet11.xlsx"/><Relationship Id="rId1" Type="http://schemas.openxmlformats.org/officeDocument/2006/relationships/themeOverride" Target="../theme/themeOverride6.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
          <c:y val="4.9877345976914178E-2"/>
          <c:w val="1"/>
          <c:h val="0.66649101120424448"/>
        </c:manualLayout>
      </c:layout>
      <c:barChart>
        <c:barDir val="col"/>
        <c:grouping val="clustered"/>
        <c:varyColors val="0"/>
        <c:ser>
          <c:idx val="0"/>
          <c:order val="0"/>
          <c:tx>
            <c:strRef>
              <c:f>Sheet1!$A$2</c:f>
              <c:strCache>
                <c:ptCount val="1"/>
                <c:pt idx="0">
                  <c:v>Lorem</c:v>
                </c:pt>
              </c:strCache>
            </c:strRef>
          </c:tx>
          <c:spPr>
            <a:solidFill>
              <a:schemeClr val="accent1"/>
            </a:solidFill>
          </c:spPr>
          <c:invertIfNegative val="0"/>
          <c:dLbls>
            <c:spPr>
              <a:noFill/>
              <a:ln>
                <a:noFill/>
              </a:ln>
              <a:effectLst/>
            </c:spPr>
            <c:txPr>
              <a:bodyPr/>
              <a:lstStyle/>
              <a:p>
                <a:pPr>
                  <a:defRPr sz="1000">
                    <a:solidFill>
                      <a:srgbClr val="1C1854"/>
                    </a:solidFill>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numRef>
              <c:f>Sheet1!$B$1:$J$1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Sheet1!$B$2:$J$2</c:f>
              <c:numCache>
                <c:formatCode>General</c:formatCode>
                <c:ptCount val="9"/>
                <c:pt idx="0">
                  <c:v>21.5</c:v>
                </c:pt>
                <c:pt idx="1">
                  <c:v>24.7</c:v>
                </c:pt>
                <c:pt idx="2">
                  <c:v>20</c:v>
                </c:pt>
                <c:pt idx="3">
                  <c:v>27.2</c:v>
                </c:pt>
                <c:pt idx="4">
                  <c:v>29.2</c:v>
                </c:pt>
                <c:pt idx="5">
                  <c:v>32.700000000000003</c:v>
                </c:pt>
                <c:pt idx="6">
                  <c:v>40</c:v>
                </c:pt>
                <c:pt idx="7">
                  <c:v>50.4</c:v>
                </c:pt>
                <c:pt idx="8">
                  <c:v>49.2</c:v>
                </c:pt>
              </c:numCache>
            </c:numRef>
          </c:val>
          <c:extLst>
            <c:ext xmlns:c16="http://schemas.microsoft.com/office/drawing/2014/chart" uri="{C3380CC4-5D6E-409C-BE32-E72D297353CC}">
              <c16:uniqueId val="{00000000-973C-4ABB-A459-C05E845401A5}"/>
            </c:ext>
          </c:extLst>
        </c:ser>
        <c:ser>
          <c:idx val="1"/>
          <c:order val="1"/>
          <c:tx>
            <c:strRef>
              <c:f>Sheet1!$A$3</c:f>
              <c:strCache>
                <c:ptCount val="1"/>
                <c:pt idx="0">
                  <c:v>Ipsum</c:v>
                </c:pt>
              </c:strCache>
            </c:strRef>
          </c:tx>
          <c:spPr>
            <a:solidFill>
              <a:schemeClr val="accent2"/>
            </a:solidFill>
          </c:spPr>
          <c:invertIfNegative val="0"/>
          <c:dPt>
            <c:idx val="0"/>
            <c:invertIfNegative val="0"/>
            <c:bubble3D val="0"/>
            <c:extLst>
              <c:ext xmlns:c16="http://schemas.microsoft.com/office/drawing/2014/chart" uri="{C3380CC4-5D6E-409C-BE32-E72D297353CC}">
                <c16:uniqueId val="{00000001-973C-4ABB-A459-C05E845401A5}"/>
              </c:ext>
            </c:extLst>
          </c:dPt>
          <c:dPt>
            <c:idx val="1"/>
            <c:invertIfNegative val="0"/>
            <c:bubble3D val="0"/>
            <c:extLst>
              <c:ext xmlns:c16="http://schemas.microsoft.com/office/drawing/2014/chart" uri="{C3380CC4-5D6E-409C-BE32-E72D297353CC}">
                <c16:uniqueId val="{00000002-973C-4ABB-A459-C05E845401A5}"/>
              </c:ext>
            </c:extLst>
          </c:dPt>
          <c:dPt>
            <c:idx val="2"/>
            <c:invertIfNegative val="0"/>
            <c:bubble3D val="0"/>
            <c:extLst>
              <c:ext xmlns:c16="http://schemas.microsoft.com/office/drawing/2014/chart" uri="{C3380CC4-5D6E-409C-BE32-E72D297353CC}">
                <c16:uniqueId val="{00000003-973C-4ABB-A459-C05E845401A5}"/>
              </c:ext>
            </c:extLst>
          </c:dPt>
          <c:dPt>
            <c:idx val="3"/>
            <c:invertIfNegative val="0"/>
            <c:bubble3D val="0"/>
            <c:extLst>
              <c:ext xmlns:c16="http://schemas.microsoft.com/office/drawing/2014/chart" uri="{C3380CC4-5D6E-409C-BE32-E72D297353CC}">
                <c16:uniqueId val="{00000004-973C-4ABB-A459-C05E845401A5}"/>
              </c:ext>
            </c:extLst>
          </c:dPt>
          <c:dPt>
            <c:idx val="4"/>
            <c:invertIfNegative val="0"/>
            <c:bubble3D val="0"/>
            <c:extLst>
              <c:ext xmlns:c16="http://schemas.microsoft.com/office/drawing/2014/chart" uri="{C3380CC4-5D6E-409C-BE32-E72D297353CC}">
                <c16:uniqueId val="{00000005-973C-4ABB-A459-C05E845401A5}"/>
              </c:ext>
            </c:extLst>
          </c:dPt>
          <c:dPt>
            <c:idx val="5"/>
            <c:invertIfNegative val="0"/>
            <c:bubble3D val="0"/>
            <c:extLst>
              <c:ext xmlns:c16="http://schemas.microsoft.com/office/drawing/2014/chart" uri="{C3380CC4-5D6E-409C-BE32-E72D297353CC}">
                <c16:uniqueId val="{00000006-973C-4ABB-A459-C05E845401A5}"/>
              </c:ext>
            </c:extLst>
          </c:dPt>
          <c:dPt>
            <c:idx val="6"/>
            <c:invertIfNegative val="0"/>
            <c:bubble3D val="0"/>
            <c:extLst>
              <c:ext xmlns:c16="http://schemas.microsoft.com/office/drawing/2014/chart" uri="{C3380CC4-5D6E-409C-BE32-E72D297353CC}">
                <c16:uniqueId val="{00000007-973C-4ABB-A459-C05E845401A5}"/>
              </c:ext>
            </c:extLst>
          </c:dPt>
          <c:dPt>
            <c:idx val="7"/>
            <c:invertIfNegative val="0"/>
            <c:bubble3D val="0"/>
            <c:extLst>
              <c:ext xmlns:c16="http://schemas.microsoft.com/office/drawing/2014/chart" uri="{C3380CC4-5D6E-409C-BE32-E72D297353CC}">
                <c16:uniqueId val="{00000008-973C-4ABB-A459-C05E845401A5}"/>
              </c:ext>
            </c:extLst>
          </c:dPt>
          <c:dPt>
            <c:idx val="8"/>
            <c:invertIfNegative val="0"/>
            <c:bubble3D val="0"/>
            <c:extLst>
              <c:ext xmlns:c16="http://schemas.microsoft.com/office/drawing/2014/chart" uri="{C3380CC4-5D6E-409C-BE32-E72D297353CC}">
                <c16:uniqueId val="{00000009-973C-4ABB-A459-C05E845401A5}"/>
              </c:ext>
            </c:extLst>
          </c:dPt>
          <c:dLbls>
            <c:spPr>
              <a:noFill/>
              <a:ln>
                <a:noFill/>
              </a:ln>
              <a:effectLst/>
            </c:spPr>
            <c:txPr>
              <a:bodyPr/>
              <a:lstStyle/>
              <a:p>
                <a:pPr>
                  <a:defRPr sz="1000">
                    <a:solidFill>
                      <a:srgbClr val="1C1854"/>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Sheet1!$B$1:$J$1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Sheet1!$B$3:$J$3</c:f>
              <c:numCache>
                <c:formatCode>General</c:formatCode>
                <c:ptCount val="9"/>
                <c:pt idx="0">
                  <c:v>34.299999999999997</c:v>
                </c:pt>
                <c:pt idx="1">
                  <c:v>37.799999999999997</c:v>
                </c:pt>
                <c:pt idx="2">
                  <c:v>86.4</c:v>
                </c:pt>
                <c:pt idx="3">
                  <c:v>116</c:v>
                </c:pt>
                <c:pt idx="4">
                  <c:v>121.7</c:v>
                </c:pt>
                <c:pt idx="5">
                  <c:v>140</c:v>
                </c:pt>
                <c:pt idx="6">
                  <c:v>213</c:v>
                </c:pt>
                <c:pt idx="7">
                  <c:v>327</c:v>
                </c:pt>
                <c:pt idx="8">
                  <c:v>432</c:v>
                </c:pt>
              </c:numCache>
            </c:numRef>
          </c:val>
          <c:extLst>
            <c:ext xmlns:c16="http://schemas.microsoft.com/office/drawing/2014/chart" uri="{C3380CC4-5D6E-409C-BE32-E72D297353CC}">
              <c16:uniqueId val="{0000000A-973C-4ABB-A459-C05E845401A5}"/>
            </c:ext>
          </c:extLst>
        </c:ser>
        <c:ser>
          <c:idx val="2"/>
          <c:order val="2"/>
          <c:tx>
            <c:strRef>
              <c:f>Sheet1!$A$4</c:f>
              <c:strCache>
                <c:ptCount val="1"/>
                <c:pt idx="0">
                  <c:v>Malat</c:v>
                </c:pt>
              </c:strCache>
            </c:strRef>
          </c:tx>
          <c:spPr>
            <a:solidFill>
              <a:schemeClr val="accent3"/>
            </a:solidFill>
          </c:spPr>
          <c:invertIfNegative val="0"/>
          <c:dLbls>
            <c:spPr>
              <a:noFill/>
              <a:ln>
                <a:noFill/>
              </a:ln>
              <a:effectLst/>
            </c:spPr>
            <c:txPr>
              <a:bodyPr/>
              <a:lstStyle/>
              <a:p>
                <a:pPr>
                  <a:defRPr sz="1000">
                    <a:solidFill>
                      <a:srgbClr val="1C1854"/>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Sheet1!$B$1:$J$1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Sheet1!$B$4:$J$4</c:f>
              <c:numCache>
                <c:formatCode>General</c:formatCode>
                <c:ptCount val="9"/>
                <c:pt idx="0">
                  <c:v>19.600000000000001</c:v>
                </c:pt>
                <c:pt idx="1">
                  <c:v>18.100000000000001</c:v>
                </c:pt>
                <c:pt idx="2">
                  <c:v>19</c:v>
                </c:pt>
                <c:pt idx="3">
                  <c:v>8.9600000000000009</c:v>
                </c:pt>
                <c:pt idx="4">
                  <c:v>8.1</c:v>
                </c:pt>
                <c:pt idx="5">
                  <c:v>8.6</c:v>
                </c:pt>
                <c:pt idx="6">
                  <c:v>11.4</c:v>
                </c:pt>
                <c:pt idx="7">
                  <c:v>14.3</c:v>
                </c:pt>
                <c:pt idx="8">
                  <c:v>17.600000000000001</c:v>
                </c:pt>
              </c:numCache>
            </c:numRef>
          </c:val>
          <c:extLst>
            <c:ext xmlns:c16="http://schemas.microsoft.com/office/drawing/2014/chart" uri="{C3380CC4-5D6E-409C-BE32-E72D297353CC}">
              <c16:uniqueId val="{0000000B-973C-4ABB-A459-C05E845401A5}"/>
            </c:ext>
          </c:extLst>
        </c:ser>
        <c:dLbls>
          <c:showLegendKey val="0"/>
          <c:showVal val="1"/>
          <c:showCatName val="0"/>
          <c:showSerName val="0"/>
          <c:showPercent val="0"/>
          <c:showBubbleSize val="0"/>
        </c:dLbls>
        <c:gapWidth val="20"/>
        <c:axId val="2108430264"/>
        <c:axId val="2108433736"/>
      </c:barChart>
      <c:catAx>
        <c:axId val="2108430264"/>
        <c:scaling>
          <c:orientation val="minMax"/>
        </c:scaling>
        <c:delete val="0"/>
        <c:axPos val="b"/>
        <c:numFmt formatCode="General" sourceLinked="1"/>
        <c:majorTickMark val="none"/>
        <c:minorTickMark val="none"/>
        <c:tickLblPos val="nextTo"/>
        <c:spPr>
          <a:ln>
            <a:noFill/>
          </a:ln>
        </c:spPr>
        <c:txPr>
          <a:bodyPr rot="0" vert="horz"/>
          <a:lstStyle/>
          <a:p>
            <a:pPr>
              <a:defRPr sz="1200">
                <a:solidFill>
                  <a:srgbClr val="1C1854"/>
                </a:solidFill>
              </a:defRPr>
            </a:pPr>
            <a:endParaRPr lang="en-US"/>
          </a:p>
        </c:txPr>
        <c:crossAx val="2108433736"/>
        <c:crosses val="autoZero"/>
        <c:auto val="1"/>
        <c:lblAlgn val="ctr"/>
        <c:lblOffset val="100"/>
        <c:tickLblSkip val="1"/>
        <c:tickMarkSkip val="1"/>
        <c:noMultiLvlLbl val="0"/>
      </c:catAx>
      <c:valAx>
        <c:axId val="2108433736"/>
        <c:scaling>
          <c:orientation val="minMax"/>
        </c:scaling>
        <c:delete val="1"/>
        <c:axPos val="l"/>
        <c:numFmt formatCode="General" sourceLinked="1"/>
        <c:majorTickMark val="out"/>
        <c:minorTickMark val="none"/>
        <c:tickLblPos val="nextTo"/>
        <c:crossAx val="2108430264"/>
        <c:crosses val="autoZero"/>
        <c:crossBetween val="between"/>
        <c:majorUnit val="100"/>
      </c:valAx>
    </c:plotArea>
    <c:legend>
      <c:legendPos val="b"/>
      <c:layout>
        <c:manualLayout>
          <c:xMode val="edge"/>
          <c:yMode val="edge"/>
          <c:x val="0.24456420613129407"/>
          <c:y val="0.92579495193612416"/>
          <c:w val="0.51038252942296303"/>
          <c:h val="7.4204946996466403E-2"/>
        </c:manualLayout>
      </c:layout>
      <c:overlay val="0"/>
      <c:txPr>
        <a:bodyPr/>
        <a:lstStyle/>
        <a:p>
          <a:pPr>
            <a:defRPr>
              <a:solidFill>
                <a:srgbClr val="1C1854"/>
              </a:solidFill>
            </a:defRPr>
          </a:pPr>
          <a:endParaRPr lang="en-US"/>
        </a:p>
      </c:txPr>
    </c:legend>
    <c:plotVisOnly val="1"/>
    <c:dispBlanksAs val="gap"/>
    <c:showDLblsOverMax val="0"/>
  </c:chart>
  <c:txPr>
    <a:bodyPr/>
    <a:lstStyle/>
    <a:p>
      <a:pPr>
        <a:defRPr sz="1000">
          <a:latin typeface="+mj-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58442694663167"/>
          <c:y val="4.2673961158020281E-2"/>
          <c:w val="0.62833497664643767"/>
          <c:h val="0.80542411098386613"/>
        </c:manualLayout>
      </c:layout>
      <c:doughnutChart>
        <c:varyColors val="1"/>
        <c:ser>
          <c:idx val="0"/>
          <c:order val="0"/>
          <c:tx>
            <c:strRef>
              <c:f>Tabelle1!$B$1</c:f>
              <c:strCache>
                <c:ptCount val="1"/>
                <c:pt idx="0">
                  <c:v>Verkauf</c:v>
                </c:pt>
              </c:strCache>
            </c:strRef>
          </c:tx>
          <c:spPr>
            <a:ln>
              <a:noFill/>
            </a:ln>
          </c:spPr>
          <c:dPt>
            <c:idx val="0"/>
            <c:bubble3D val="0"/>
            <c:spPr>
              <a:solidFill>
                <a:srgbClr val="201751"/>
              </a:solidFill>
              <a:ln w="19050">
                <a:noFill/>
              </a:ln>
              <a:effectLst/>
            </c:spPr>
            <c:extLst>
              <c:ext xmlns:c16="http://schemas.microsoft.com/office/drawing/2014/chart" uri="{C3380CC4-5D6E-409C-BE32-E72D297353CC}">
                <c16:uniqueId val="{00000001-9E6A-4680-B146-E11FD8CEE655}"/>
              </c:ext>
            </c:extLst>
          </c:dPt>
          <c:dPt>
            <c:idx val="1"/>
            <c:bubble3D val="0"/>
            <c:spPr>
              <a:solidFill>
                <a:srgbClr val="00CE7D"/>
              </a:solidFill>
              <a:ln w="19050">
                <a:noFill/>
              </a:ln>
              <a:effectLst/>
            </c:spPr>
            <c:extLst>
              <c:ext xmlns:c16="http://schemas.microsoft.com/office/drawing/2014/chart" uri="{C3380CC4-5D6E-409C-BE32-E72D297353CC}">
                <c16:uniqueId val="{00000003-9E6A-4680-B146-E11FD8CEE655}"/>
              </c:ext>
            </c:extLst>
          </c:dPt>
          <c:dPt>
            <c:idx val="2"/>
            <c:bubble3D val="0"/>
            <c:spPr>
              <a:solidFill>
                <a:srgbClr val="3C7DBE"/>
              </a:solidFill>
              <a:ln w="19050">
                <a:noFill/>
              </a:ln>
              <a:effectLst/>
            </c:spPr>
            <c:extLst>
              <c:ext xmlns:c16="http://schemas.microsoft.com/office/drawing/2014/chart" uri="{C3380CC4-5D6E-409C-BE32-E72D297353CC}">
                <c16:uniqueId val="{00000005-9E6A-4680-B146-E11FD8CEE655}"/>
              </c:ext>
            </c:extLst>
          </c:dPt>
          <c:dPt>
            <c:idx val="3"/>
            <c:bubble3D val="0"/>
            <c:spPr>
              <a:solidFill>
                <a:srgbClr val="DCDCDC"/>
              </a:solidFill>
              <a:ln w="19050">
                <a:noFill/>
              </a:ln>
              <a:effectLst/>
            </c:spPr>
            <c:extLst>
              <c:ext xmlns:c16="http://schemas.microsoft.com/office/drawing/2014/chart" uri="{C3380CC4-5D6E-409C-BE32-E72D297353CC}">
                <c16:uniqueId val="{00000007-9E6A-4680-B146-E11FD8CEE655}"/>
              </c:ext>
            </c:extLst>
          </c:dPt>
          <c:dPt>
            <c:idx val="4"/>
            <c:bubble3D val="0"/>
            <c:spPr>
              <a:solidFill>
                <a:srgbClr val="00454D"/>
              </a:solidFill>
              <a:ln w="19050">
                <a:noFill/>
              </a:ln>
              <a:effectLst/>
            </c:spPr>
            <c:extLst>
              <c:ext xmlns:c16="http://schemas.microsoft.com/office/drawing/2014/chart" uri="{C3380CC4-5D6E-409C-BE32-E72D297353CC}">
                <c16:uniqueId val="{00000009-9E6A-4680-B146-E11FD8CEE655}"/>
              </c:ext>
            </c:extLst>
          </c:dPt>
          <c:dPt>
            <c:idx val="5"/>
            <c:bubble3D val="0"/>
            <c:spPr>
              <a:solidFill>
                <a:srgbClr val="F3F3F3"/>
              </a:solidFill>
              <a:ln w="19050">
                <a:noFill/>
              </a:ln>
              <a:effectLst/>
            </c:spPr>
            <c:extLst>
              <c:ext xmlns:c16="http://schemas.microsoft.com/office/drawing/2014/chart" uri="{C3380CC4-5D6E-409C-BE32-E72D297353CC}">
                <c16:uniqueId val="{0000000B-9E6A-4680-B146-E11FD8CEE655}"/>
              </c:ext>
            </c:extLst>
          </c:dPt>
          <c:dLbls>
            <c:dLbl>
              <c:idx val="0"/>
              <c:layout>
                <c:manualLayout>
                  <c:x val="6.8708840068542901E-2"/>
                  <c:y val="-4.9798154096140003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E6A-4680-B146-E11FD8CEE655}"/>
                </c:ext>
              </c:extLst>
            </c:dLbl>
            <c:dLbl>
              <c:idx val="1"/>
              <c:layout>
                <c:manualLayout>
                  <c:x val="6.8708840068542901E-2"/>
                  <c:y val="5.9757784915367998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E6A-4680-B146-E11FD8CEE655}"/>
                </c:ext>
              </c:extLst>
            </c:dLbl>
            <c:dLbl>
              <c:idx val="2"/>
              <c:layout>
                <c:manualLayout>
                  <c:x val="-5.5212172552505052E-2"/>
                  <c:y val="8.146918334529951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E6A-4680-B146-E11FD8CEE655}"/>
                </c:ext>
              </c:extLst>
            </c:dLbl>
            <c:dLbl>
              <c:idx val="3"/>
              <c:layout>
                <c:manualLayout>
                  <c:x val="-7.3411934619283706E-2"/>
                  <c:y val="2.8045499587608068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E6A-4680-B146-E11FD8CEE655}"/>
                </c:ext>
              </c:extLst>
            </c:dLbl>
            <c:dLbl>
              <c:idx val="4"/>
              <c:layout>
                <c:manualLayout>
                  <c:x val="-7.0999134737494404E-2"/>
                  <c:y val="-4.6478277156397303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9E6A-4680-B146-E11FD8CEE655}"/>
                </c:ext>
              </c:extLst>
            </c:dLbl>
            <c:dLbl>
              <c:idx val="5"/>
              <c:layout>
                <c:manualLayout>
                  <c:x val="-1.8077277377364868E-2"/>
                  <c:y val="-8.3123142011167217E-2"/>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rgbClr val="20175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7.8306878306878297E-2"/>
                      <c:h val="3.2434061793519209E-2"/>
                    </c:manualLayout>
                  </c15:layout>
                </c:ext>
                <c:ext xmlns:c16="http://schemas.microsoft.com/office/drawing/2014/chart" uri="{C3380CC4-5D6E-409C-BE32-E72D297353CC}">
                  <c16:uniqueId val="{0000000B-9E6A-4680-B146-E11FD8CEE65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0175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Tabelle1!$A$2:$A$7</c:f>
              <c:strCache>
                <c:ptCount val="6"/>
                <c:pt idx="0">
                  <c:v>Lorem</c:v>
                </c:pt>
                <c:pt idx="1">
                  <c:v>Ipsum</c:v>
                </c:pt>
                <c:pt idx="2">
                  <c:v>Dolor</c:v>
                </c:pt>
                <c:pt idx="3">
                  <c:v>Sit</c:v>
                </c:pt>
                <c:pt idx="4">
                  <c:v>Amet</c:v>
                </c:pt>
                <c:pt idx="5">
                  <c:v>Esse</c:v>
                </c:pt>
              </c:strCache>
            </c:strRef>
          </c:cat>
          <c:val>
            <c:numRef>
              <c:f>Tabelle1!$B$2:$B$7</c:f>
              <c:numCache>
                <c:formatCode>General</c:formatCode>
                <c:ptCount val="6"/>
                <c:pt idx="0">
                  <c:v>8</c:v>
                </c:pt>
                <c:pt idx="1">
                  <c:v>7</c:v>
                </c:pt>
                <c:pt idx="2">
                  <c:v>6</c:v>
                </c:pt>
                <c:pt idx="3">
                  <c:v>5</c:v>
                </c:pt>
                <c:pt idx="4">
                  <c:v>4</c:v>
                </c:pt>
                <c:pt idx="5">
                  <c:v>3</c:v>
                </c:pt>
              </c:numCache>
            </c:numRef>
          </c:val>
          <c:extLst>
            <c:ext xmlns:c16="http://schemas.microsoft.com/office/drawing/2014/chart" uri="{C3380CC4-5D6E-409C-BE32-E72D297353CC}">
              <c16:uniqueId val="{0000000C-9E6A-4680-B146-E11FD8CEE655}"/>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b"/>
      <c:layout>
        <c:manualLayout>
          <c:xMode val="edge"/>
          <c:yMode val="edge"/>
          <c:x val="0.16726742490522017"/>
          <c:y val="0.93900112146870862"/>
          <c:w val="0.66546515018955965"/>
          <c:h val="5.7984560520741239E-2"/>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849998720417699E-2"/>
          <c:y val="2.7352819882301E-2"/>
          <c:w val="0.9624792132666955"/>
          <c:h val="0.75530013582175382"/>
        </c:manualLayout>
      </c:layout>
      <c:lineChart>
        <c:grouping val="standard"/>
        <c:varyColors val="0"/>
        <c:ser>
          <c:idx val="0"/>
          <c:order val="0"/>
          <c:tx>
            <c:strRef>
              <c:f>Tabelle1!$B$1</c:f>
              <c:strCache>
                <c:ptCount val="1"/>
                <c:pt idx="0">
                  <c:v> Lorem</c:v>
                </c:pt>
              </c:strCache>
            </c:strRef>
          </c:tx>
          <c:spPr>
            <a:ln w="31750" cap="rnd">
              <a:solidFill>
                <a:schemeClr val="accent1"/>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Tabelle1!$B$2:$B$7</c:f>
              <c:numCache>
                <c:formatCode>General</c:formatCode>
                <c:ptCount val="6"/>
                <c:pt idx="0">
                  <c:v>43</c:v>
                </c:pt>
                <c:pt idx="1">
                  <c:v>35</c:v>
                </c:pt>
                <c:pt idx="2">
                  <c:v>53</c:v>
                </c:pt>
                <c:pt idx="3">
                  <c:v>62</c:v>
                </c:pt>
                <c:pt idx="4">
                  <c:v>65</c:v>
                </c:pt>
                <c:pt idx="5">
                  <c:v>82</c:v>
                </c:pt>
              </c:numCache>
            </c:numRef>
          </c:val>
          <c:smooth val="0"/>
          <c:extLst>
            <c:ext xmlns:c16="http://schemas.microsoft.com/office/drawing/2014/chart" uri="{C3380CC4-5D6E-409C-BE32-E72D297353CC}">
              <c16:uniqueId val="{00000000-6AEB-4B44-9DD9-E90369CE0007}"/>
            </c:ext>
          </c:extLst>
        </c:ser>
        <c:ser>
          <c:idx val="1"/>
          <c:order val="1"/>
          <c:tx>
            <c:strRef>
              <c:f>Tabelle1!$C$1</c:f>
              <c:strCache>
                <c:ptCount val="1"/>
                <c:pt idx="0">
                  <c:v> Ipsum</c:v>
                </c:pt>
              </c:strCache>
            </c:strRef>
          </c:tx>
          <c:spPr>
            <a:ln w="31750" cap="rnd">
              <a:solidFill>
                <a:schemeClr val="accent2"/>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Tabelle1!$C$2:$C$7</c:f>
              <c:numCache>
                <c:formatCode>General</c:formatCode>
                <c:ptCount val="6"/>
                <c:pt idx="0">
                  <c:v>35</c:v>
                </c:pt>
                <c:pt idx="1">
                  <c:v>33</c:v>
                </c:pt>
                <c:pt idx="2">
                  <c:v>45</c:v>
                </c:pt>
                <c:pt idx="3">
                  <c:v>48</c:v>
                </c:pt>
                <c:pt idx="4">
                  <c:v>45</c:v>
                </c:pt>
                <c:pt idx="5">
                  <c:v>52</c:v>
                </c:pt>
              </c:numCache>
            </c:numRef>
          </c:val>
          <c:smooth val="0"/>
          <c:extLst>
            <c:ext xmlns:c16="http://schemas.microsoft.com/office/drawing/2014/chart" uri="{C3380CC4-5D6E-409C-BE32-E72D297353CC}">
              <c16:uniqueId val="{00000001-6AEB-4B44-9DD9-E90369CE0007}"/>
            </c:ext>
          </c:extLst>
        </c:ser>
        <c:ser>
          <c:idx val="2"/>
          <c:order val="2"/>
          <c:tx>
            <c:strRef>
              <c:f>Tabelle1!$D$1</c:f>
              <c:strCache>
                <c:ptCount val="1"/>
                <c:pt idx="0">
                  <c:v> Dolor</c:v>
                </c:pt>
              </c:strCache>
            </c:strRef>
          </c:tx>
          <c:spPr>
            <a:ln w="31750" cap="rnd">
              <a:solidFill>
                <a:schemeClr val="accent3"/>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Tabelle1!$D$2:$D$7</c:f>
              <c:numCache>
                <c:formatCode>General</c:formatCode>
                <c:ptCount val="6"/>
                <c:pt idx="0">
                  <c:v>20</c:v>
                </c:pt>
                <c:pt idx="1">
                  <c:v>18</c:v>
                </c:pt>
                <c:pt idx="2">
                  <c:v>30</c:v>
                </c:pt>
                <c:pt idx="3">
                  <c:v>13</c:v>
                </c:pt>
                <c:pt idx="4">
                  <c:v>18</c:v>
                </c:pt>
                <c:pt idx="5">
                  <c:v>12</c:v>
                </c:pt>
              </c:numCache>
            </c:numRef>
          </c:val>
          <c:smooth val="0"/>
          <c:extLst>
            <c:ext xmlns:c16="http://schemas.microsoft.com/office/drawing/2014/chart" uri="{C3380CC4-5D6E-409C-BE32-E72D297353CC}">
              <c16:uniqueId val="{00000002-6AEB-4B44-9DD9-E90369CE0007}"/>
            </c:ext>
          </c:extLst>
        </c:ser>
        <c:ser>
          <c:idx val="3"/>
          <c:order val="3"/>
          <c:tx>
            <c:strRef>
              <c:f>Tabelle1!$E$1</c:f>
              <c:strCache>
                <c:ptCount val="1"/>
                <c:pt idx="0">
                  <c:v> Sit amet</c:v>
                </c:pt>
              </c:strCache>
            </c:strRef>
          </c:tx>
          <c:spPr>
            <a:ln w="31750" cap="rnd">
              <a:solidFill>
                <a:schemeClr val="accent4"/>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Tabelle1!$E$2:$E$7</c:f>
              <c:numCache>
                <c:formatCode>General</c:formatCode>
                <c:ptCount val="6"/>
                <c:pt idx="0">
                  <c:v>8</c:v>
                </c:pt>
                <c:pt idx="1">
                  <c:v>10</c:v>
                </c:pt>
                <c:pt idx="2">
                  <c:v>9</c:v>
                </c:pt>
                <c:pt idx="3">
                  <c:v>11</c:v>
                </c:pt>
                <c:pt idx="4">
                  <c:v>11</c:v>
                </c:pt>
                <c:pt idx="5">
                  <c:v>25</c:v>
                </c:pt>
              </c:numCache>
            </c:numRef>
          </c:val>
          <c:smooth val="0"/>
          <c:extLst>
            <c:ext xmlns:c16="http://schemas.microsoft.com/office/drawing/2014/chart" uri="{C3380CC4-5D6E-409C-BE32-E72D297353CC}">
              <c16:uniqueId val="{00000003-6AEB-4B44-9DD9-E90369CE0007}"/>
            </c:ext>
          </c:extLst>
        </c:ser>
        <c:dLbls>
          <c:showLegendKey val="0"/>
          <c:showVal val="0"/>
          <c:showCatName val="0"/>
          <c:showSerName val="0"/>
          <c:showPercent val="0"/>
          <c:showBubbleSize val="0"/>
        </c:dLbls>
        <c:smooth val="0"/>
        <c:axId val="-2139208616"/>
        <c:axId val="-2139205096"/>
      </c:lineChart>
      <c:catAx>
        <c:axId val="-2139208616"/>
        <c:scaling>
          <c:orientation val="minMax"/>
        </c:scaling>
        <c:delete val="0"/>
        <c:axPos val="b"/>
        <c:numFmt formatCode="General" sourceLinked="1"/>
        <c:majorTickMark val="none"/>
        <c:minorTickMark val="none"/>
        <c:tickLblPos val="nextTo"/>
        <c:spPr>
          <a:noFill/>
          <a:ln w="6350" cap="flat" cmpd="sng" algn="ctr">
            <a:solidFill>
              <a:schemeClr val="accent6"/>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2139205096"/>
        <c:crosses val="autoZero"/>
        <c:auto val="1"/>
        <c:lblAlgn val="ctr"/>
        <c:lblOffset val="100"/>
        <c:noMultiLvlLbl val="0"/>
      </c:catAx>
      <c:valAx>
        <c:axId val="-2139205096"/>
        <c:scaling>
          <c:orientation val="minMax"/>
        </c:scaling>
        <c:delete val="0"/>
        <c:axPos val="l"/>
        <c:majorGridlines>
          <c:spPr>
            <a:ln w="6350" cap="flat" cmpd="sng" algn="ctr">
              <a:solidFill>
                <a:srgbClr val="DCDCDC"/>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crossAx val="-21392086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accent4"/>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9289511923324008E-2"/>
          <c:y val="2.1837619481298687E-2"/>
          <c:w val="0.58849498871515327"/>
          <c:h val="0.89338491762727334"/>
        </c:manualLayout>
      </c:layout>
      <c:doughnutChart>
        <c:varyColors val="1"/>
        <c:ser>
          <c:idx val="0"/>
          <c:order val="0"/>
          <c:tx>
            <c:strRef>
              <c:f>Tabelle1!$B$1</c:f>
              <c:strCache>
                <c:ptCount val="1"/>
                <c:pt idx="0">
                  <c:v>Verkauf</c:v>
                </c:pt>
              </c:strCache>
            </c:strRef>
          </c:tx>
          <c:spPr>
            <a:ln>
              <a:noFill/>
            </a:ln>
          </c:spPr>
          <c:dPt>
            <c:idx val="0"/>
            <c:bubble3D val="0"/>
            <c:spPr>
              <a:solidFill>
                <a:srgbClr val="201751"/>
              </a:solidFill>
              <a:ln w="19050">
                <a:noFill/>
              </a:ln>
              <a:effectLst/>
            </c:spPr>
            <c:extLst>
              <c:ext xmlns:c16="http://schemas.microsoft.com/office/drawing/2014/chart" uri="{C3380CC4-5D6E-409C-BE32-E72D297353CC}">
                <c16:uniqueId val="{00000001-38C9-4BDC-B8EB-ABD2BC4F2BF5}"/>
              </c:ext>
            </c:extLst>
          </c:dPt>
          <c:dPt>
            <c:idx val="1"/>
            <c:bubble3D val="0"/>
            <c:spPr>
              <a:solidFill>
                <a:srgbClr val="00CE7D"/>
              </a:solidFill>
              <a:ln w="19050">
                <a:noFill/>
              </a:ln>
              <a:effectLst/>
            </c:spPr>
            <c:extLst>
              <c:ext xmlns:c16="http://schemas.microsoft.com/office/drawing/2014/chart" uri="{C3380CC4-5D6E-409C-BE32-E72D297353CC}">
                <c16:uniqueId val="{00000003-38C9-4BDC-B8EB-ABD2BC4F2BF5}"/>
              </c:ext>
            </c:extLst>
          </c:dPt>
          <c:dPt>
            <c:idx val="2"/>
            <c:bubble3D val="0"/>
            <c:spPr>
              <a:solidFill>
                <a:srgbClr val="3C7DBE"/>
              </a:solidFill>
              <a:ln w="19050">
                <a:noFill/>
              </a:ln>
              <a:effectLst/>
            </c:spPr>
            <c:extLst>
              <c:ext xmlns:c16="http://schemas.microsoft.com/office/drawing/2014/chart" uri="{C3380CC4-5D6E-409C-BE32-E72D297353CC}">
                <c16:uniqueId val="{00000005-38C9-4BDC-B8EB-ABD2BC4F2BF5}"/>
              </c:ext>
            </c:extLst>
          </c:dPt>
          <c:dPt>
            <c:idx val="3"/>
            <c:bubble3D val="0"/>
            <c:spPr>
              <a:solidFill>
                <a:srgbClr val="DCDCDC"/>
              </a:solidFill>
              <a:ln w="19050">
                <a:noFill/>
              </a:ln>
              <a:effectLst/>
            </c:spPr>
            <c:extLst>
              <c:ext xmlns:c16="http://schemas.microsoft.com/office/drawing/2014/chart" uri="{C3380CC4-5D6E-409C-BE32-E72D297353CC}">
                <c16:uniqueId val="{00000007-38C9-4BDC-B8EB-ABD2BC4F2BF5}"/>
              </c:ext>
            </c:extLst>
          </c:dPt>
          <c:dPt>
            <c:idx val="4"/>
            <c:bubble3D val="0"/>
            <c:spPr>
              <a:solidFill>
                <a:srgbClr val="00454D"/>
              </a:solidFill>
              <a:ln w="19050">
                <a:noFill/>
              </a:ln>
              <a:effectLst/>
            </c:spPr>
            <c:extLst>
              <c:ext xmlns:c16="http://schemas.microsoft.com/office/drawing/2014/chart" uri="{C3380CC4-5D6E-409C-BE32-E72D297353CC}">
                <c16:uniqueId val="{00000009-38C9-4BDC-B8EB-ABD2BC4F2BF5}"/>
              </c:ext>
            </c:extLst>
          </c:dPt>
          <c:dPt>
            <c:idx val="5"/>
            <c:bubble3D val="0"/>
            <c:spPr>
              <a:solidFill>
                <a:srgbClr val="F3F3F3"/>
              </a:solidFill>
              <a:ln w="19050">
                <a:noFill/>
              </a:ln>
              <a:effectLst/>
            </c:spPr>
            <c:extLst>
              <c:ext xmlns:c16="http://schemas.microsoft.com/office/drawing/2014/chart" uri="{C3380CC4-5D6E-409C-BE32-E72D297353CC}">
                <c16:uniqueId val="{0000000B-38C9-4BDC-B8EB-ABD2BC4F2BF5}"/>
              </c:ext>
            </c:extLst>
          </c:dPt>
          <c:dLbls>
            <c:dLbl>
              <c:idx val="0"/>
              <c:layout>
                <c:manualLayout>
                  <c:x val="7.1721129693715038E-2"/>
                  <c:y val="-4.9798207053196777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8C9-4BDC-B8EB-ABD2BC4F2BF5}"/>
                </c:ext>
              </c:extLst>
            </c:dLbl>
            <c:dLbl>
              <c:idx val="1"/>
              <c:layout>
                <c:manualLayout>
                  <c:x val="6.8708840068542901E-2"/>
                  <c:y val="5.9757784915367998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8C9-4BDC-B8EB-ABD2BC4F2BF5}"/>
                </c:ext>
              </c:extLst>
            </c:dLbl>
            <c:dLbl>
              <c:idx val="2"/>
              <c:layout>
                <c:manualLayout>
                  <c:x val="-4.5805868581905641E-2"/>
                  <c:y val="9.953509670862559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38C9-4BDC-B8EB-ABD2BC4F2BF5}"/>
                </c:ext>
              </c:extLst>
            </c:dLbl>
            <c:dLbl>
              <c:idx val="3"/>
              <c:layout>
                <c:manualLayout>
                  <c:x val="-9.2807417439711951E-2"/>
                  <c:y val="1.410169686113631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38C9-4BDC-B8EB-ABD2BC4F2BF5}"/>
                </c:ext>
              </c:extLst>
            </c:dLbl>
            <c:dLbl>
              <c:idx val="4"/>
              <c:layout>
                <c:manualLayout>
                  <c:x val="-8.9073080946202685E-2"/>
                  <c:y val="-4.6478261351709418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38C9-4BDC-B8EB-ABD2BC4F2BF5}"/>
                </c:ext>
              </c:extLst>
            </c:dLbl>
            <c:dLbl>
              <c:idx val="5"/>
              <c:layout>
                <c:manualLayout>
                  <c:x val="-6.6321055659477129E-2"/>
                  <c:y val="-5.832522053318038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38C9-4BDC-B8EB-ABD2BC4F2BF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0175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Tabelle1!$A$2:$A$7</c:f>
              <c:strCache>
                <c:ptCount val="6"/>
                <c:pt idx="0">
                  <c:v>Lorem</c:v>
                </c:pt>
                <c:pt idx="1">
                  <c:v>Ipsum</c:v>
                </c:pt>
                <c:pt idx="2">
                  <c:v>Dolor</c:v>
                </c:pt>
                <c:pt idx="3">
                  <c:v>Sit</c:v>
                </c:pt>
                <c:pt idx="4">
                  <c:v>Amet</c:v>
                </c:pt>
                <c:pt idx="5">
                  <c:v>Esse</c:v>
                </c:pt>
              </c:strCache>
            </c:strRef>
          </c:cat>
          <c:val>
            <c:numRef>
              <c:f>Tabelle1!$B$2:$B$7</c:f>
              <c:numCache>
                <c:formatCode>General</c:formatCode>
                <c:ptCount val="6"/>
                <c:pt idx="0">
                  <c:v>8</c:v>
                </c:pt>
                <c:pt idx="1">
                  <c:v>7</c:v>
                </c:pt>
                <c:pt idx="2">
                  <c:v>6</c:v>
                </c:pt>
                <c:pt idx="3">
                  <c:v>5</c:v>
                </c:pt>
                <c:pt idx="4">
                  <c:v>4</c:v>
                </c:pt>
                <c:pt idx="5">
                  <c:v>3</c:v>
                </c:pt>
              </c:numCache>
            </c:numRef>
          </c:val>
          <c:extLst>
            <c:ext xmlns:c16="http://schemas.microsoft.com/office/drawing/2014/chart" uri="{C3380CC4-5D6E-409C-BE32-E72D297353CC}">
              <c16:uniqueId val="{0000000C-38C9-4BDC-B8EB-ABD2BC4F2BF5}"/>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022506521653221E-2"/>
          <c:y val="2.7352753673144554E-2"/>
          <c:w val="0.73856946930991463"/>
          <c:h val="0.78679431646592601"/>
        </c:manualLayout>
      </c:layout>
      <c:lineChart>
        <c:grouping val="standard"/>
        <c:varyColors val="0"/>
        <c:ser>
          <c:idx val="0"/>
          <c:order val="0"/>
          <c:tx>
            <c:strRef>
              <c:f>Tabelle1!$B$1</c:f>
              <c:strCache>
                <c:ptCount val="1"/>
                <c:pt idx="0">
                  <c:v> Lorem</c:v>
                </c:pt>
              </c:strCache>
            </c:strRef>
          </c:tx>
          <c:spPr>
            <a:ln w="31750" cap="rnd">
              <a:solidFill>
                <a:schemeClr val="accent1"/>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Tabelle1!$B$2:$B$7</c:f>
              <c:numCache>
                <c:formatCode>General</c:formatCode>
                <c:ptCount val="6"/>
                <c:pt idx="0">
                  <c:v>43</c:v>
                </c:pt>
                <c:pt idx="1">
                  <c:v>35</c:v>
                </c:pt>
                <c:pt idx="2">
                  <c:v>53</c:v>
                </c:pt>
                <c:pt idx="3">
                  <c:v>62</c:v>
                </c:pt>
                <c:pt idx="4">
                  <c:v>65</c:v>
                </c:pt>
                <c:pt idx="5">
                  <c:v>82</c:v>
                </c:pt>
              </c:numCache>
            </c:numRef>
          </c:val>
          <c:smooth val="0"/>
          <c:extLst>
            <c:ext xmlns:c16="http://schemas.microsoft.com/office/drawing/2014/chart" uri="{C3380CC4-5D6E-409C-BE32-E72D297353CC}">
              <c16:uniqueId val="{00000000-094D-4B5D-91B2-989E3004C93D}"/>
            </c:ext>
          </c:extLst>
        </c:ser>
        <c:ser>
          <c:idx val="1"/>
          <c:order val="1"/>
          <c:tx>
            <c:strRef>
              <c:f>Tabelle1!$C$1</c:f>
              <c:strCache>
                <c:ptCount val="1"/>
                <c:pt idx="0">
                  <c:v> Ipsum</c:v>
                </c:pt>
              </c:strCache>
            </c:strRef>
          </c:tx>
          <c:spPr>
            <a:ln w="31750" cap="rnd">
              <a:solidFill>
                <a:schemeClr val="accent2"/>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Tabelle1!$C$2:$C$7</c:f>
              <c:numCache>
                <c:formatCode>General</c:formatCode>
                <c:ptCount val="6"/>
                <c:pt idx="0">
                  <c:v>35</c:v>
                </c:pt>
                <c:pt idx="1">
                  <c:v>33</c:v>
                </c:pt>
                <c:pt idx="2">
                  <c:v>45</c:v>
                </c:pt>
                <c:pt idx="3">
                  <c:v>48</c:v>
                </c:pt>
                <c:pt idx="4">
                  <c:v>45</c:v>
                </c:pt>
                <c:pt idx="5">
                  <c:v>52</c:v>
                </c:pt>
              </c:numCache>
            </c:numRef>
          </c:val>
          <c:smooth val="0"/>
          <c:extLst>
            <c:ext xmlns:c16="http://schemas.microsoft.com/office/drawing/2014/chart" uri="{C3380CC4-5D6E-409C-BE32-E72D297353CC}">
              <c16:uniqueId val="{00000001-094D-4B5D-91B2-989E3004C93D}"/>
            </c:ext>
          </c:extLst>
        </c:ser>
        <c:ser>
          <c:idx val="2"/>
          <c:order val="2"/>
          <c:tx>
            <c:strRef>
              <c:f>Tabelle1!$D$1</c:f>
              <c:strCache>
                <c:ptCount val="1"/>
                <c:pt idx="0">
                  <c:v> Dolor</c:v>
                </c:pt>
              </c:strCache>
            </c:strRef>
          </c:tx>
          <c:spPr>
            <a:ln w="31750" cap="rnd">
              <a:solidFill>
                <a:schemeClr val="accent3"/>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Tabelle1!$D$2:$D$7</c:f>
              <c:numCache>
                <c:formatCode>General</c:formatCode>
                <c:ptCount val="6"/>
                <c:pt idx="0">
                  <c:v>20</c:v>
                </c:pt>
                <c:pt idx="1">
                  <c:v>18</c:v>
                </c:pt>
                <c:pt idx="2">
                  <c:v>30</c:v>
                </c:pt>
                <c:pt idx="3">
                  <c:v>13</c:v>
                </c:pt>
                <c:pt idx="4">
                  <c:v>18</c:v>
                </c:pt>
                <c:pt idx="5">
                  <c:v>12</c:v>
                </c:pt>
              </c:numCache>
            </c:numRef>
          </c:val>
          <c:smooth val="0"/>
          <c:extLst>
            <c:ext xmlns:c16="http://schemas.microsoft.com/office/drawing/2014/chart" uri="{C3380CC4-5D6E-409C-BE32-E72D297353CC}">
              <c16:uniqueId val="{00000002-094D-4B5D-91B2-989E3004C93D}"/>
            </c:ext>
          </c:extLst>
        </c:ser>
        <c:ser>
          <c:idx val="3"/>
          <c:order val="3"/>
          <c:tx>
            <c:strRef>
              <c:f>Tabelle1!$E$1</c:f>
              <c:strCache>
                <c:ptCount val="1"/>
                <c:pt idx="0">
                  <c:v> Sit amet</c:v>
                </c:pt>
              </c:strCache>
            </c:strRef>
          </c:tx>
          <c:spPr>
            <a:ln w="31750" cap="rnd">
              <a:solidFill>
                <a:schemeClr val="accent4"/>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Tabelle1!$E$2:$E$7</c:f>
              <c:numCache>
                <c:formatCode>General</c:formatCode>
                <c:ptCount val="6"/>
                <c:pt idx="0">
                  <c:v>8</c:v>
                </c:pt>
                <c:pt idx="1">
                  <c:v>10</c:v>
                </c:pt>
                <c:pt idx="2">
                  <c:v>9</c:v>
                </c:pt>
                <c:pt idx="3">
                  <c:v>11</c:v>
                </c:pt>
                <c:pt idx="4">
                  <c:v>11</c:v>
                </c:pt>
                <c:pt idx="5">
                  <c:v>25</c:v>
                </c:pt>
              </c:numCache>
            </c:numRef>
          </c:val>
          <c:smooth val="0"/>
          <c:extLst>
            <c:ext xmlns:c16="http://schemas.microsoft.com/office/drawing/2014/chart" uri="{C3380CC4-5D6E-409C-BE32-E72D297353CC}">
              <c16:uniqueId val="{00000003-094D-4B5D-91B2-989E3004C93D}"/>
            </c:ext>
          </c:extLst>
        </c:ser>
        <c:dLbls>
          <c:showLegendKey val="0"/>
          <c:showVal val="0"/>
          <c:showCatName val="0"/>
          <c:showSerName val="0"/>
          <c:showPercent val="0"/>
          <c:showBubbleSize val="0"/>
        </c:dLbls>
        <c:smooth val="0"/>
        <c:axId val="-2139208616"/>
        <c:axId val="-2139205096"/>
      </c:lineChart>
      <c:catAx>
        <c:axId val="-2139208616"/>
        <c:scaling>
          <c:orientation val="minMax"/>
        </c:scaling>
        <c:delete val="0"/>
        <c:axPos val="b"/>
        <c:numFmt formatCode="General" sourceLinked="1"/>
        <c:majorTickMark val="none"/>
        <c:minorTickMark val="none"/>
        <c:tickLblPos val="nextTo"/>
        <c:spPr>
          <a:noFill/>
          <a:ln w="6350" cap="flat" cmpd="sng" algn="ctr">
            <a:solidFill>
              <a:schemeClr val="accent6"/>
            </a:solidFill>
            <a:round/>
          </a:ln>
          <a:effectLst/>
        </c:spPr>
        <c:txPr>
          <a:bodyPr rot="-6000000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crossAx val="-2139205096"/>
        <c:crosses val="autoZero"/>
        <c:auto val="1"/>
        <c:lblAlgn val="ctr"/>
        <c:lblOffset val="100"/>
        <c:noMultiLvlLbl val="0"/>
      </c:catAx>
      <c:valAx>
        <c:axId val="-2139205096"/>
        <c:scaling>
          <c:orientation val="minMax"/>
        </c:scaling>
        <c:delete val="0"/>
        <c:axPos val="l"/>
        <c:majorGridlines>
          <c:spPr>
            <a:ln w="6350" cap="flat" cmpd="sng" algn="ctr">
              <a:solidFill>
                <a:srgbClr val="DCDCD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crossAx val="-2139208616"/>
        <c:crosses val="autoZero"/>
        <c:crossBetween val="between"/>
      </c:valAx>
      <c:spPr>
        <a:noFill/>
        <a:ln>
          <a:noFill/>
        </a:ln>
        <a:effectLst/>
      </c:spPr>
    </c:plotArea>
    <c:legend>
      <c:legendPos val="r"/>
      <c:layout>
        <c:manualLayout>
          <c:xMode val="edge"/>
          <c:yMode val="edge"/>
          <c:x val="0.81097881283358098"/>
          <c:y val="0.32015821606519501"/>
          <c:w val="0.18902118716641902"/>
          <c:h val="0.26271456941599974"/>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accent4"/>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131300451429337E-2"/>
          <c:y val="6.7459087855978483E-2"/>
          <c:w val="0.7754306940779192"/>
          <c:h val="0.752381758879202"/>
        </c:manualLayout>
      </c:layout>
      <c:doughnutChart>
        <c:varyColors val="1"/>
        <c:ser>
          <c:idx val="0"/>
          <c:order val="0"/>
          <c:tx>
            <c:strRef>
              <c:f>Tabelle1!$B$1</c:f>
              <c:strCache>
                <c:ptCount val="1"/>
                <c:pt idx="0">
                  <c:v>Verkauf</c:v>
                </c:pt>
              </c:strCache>
            </c:strRef>
          </c:tx>
          <c:spPr>
            <a:ln>
              <a:noFill/>
            </a:ln>
          </c:spPr>
          <c:dPt>
            <c:idx val="0"/>
            <c:bubble3D val="0"/>
            <c:spPr>
              <a:solidFill>
                <a:srgbClr val="201751"/>
              </a:solidFill>
              <a:ln w="19050">
                <a:noFill/>
              </a:ln>
              <a:effectLst/>
            </c:spPr>
            <c:extLst>
              <c:ext xmlns:c16="http://schemas.microsoft.com/office/drawing/2014/chart" uri="{C3380CC4-5D6E-409C-BE32-E72D297353CC}">
                <c16:uniqueId val="{00000001-F822-4BE5-90E8-B096D7FEA1B5}"/>
              </c:ext>
            </c:extLst>
          </c:dPt>
          <c:dPt>
            <c:idx val="1"/>
            <c:bubble3D val="0"/>
            <c:spPr>
              <a:solidFill>
                <a:srgbClr val="00CE7D"/>
              </a:solidFill>
              <a:ln w="19050">
                <a:noFill/>
              </a:ln>
              <a:effectLst/>
            </c:spPr>
            <c:extLst>
              <c:ext xmlns:c16="http://schemas.microsoft.com/office/drawing/2014/chart" uri="{C3380CC4-5D6E-409C-BE32-E72D297353CC}">
                <c16:uniqueId val="{00000003-F822-4BE5-90E8-B096D7FEA1B5}"/>
              </c:ext>
            </c:extLst>
          </c:dPt>
          <c:dPt>
            <c:idx val="2"/>
            <c:bubble3D val="0"/>
            <c:spPr>
              <a:solidFill>
                <a:srgbClr val="3C7DBE"/>
              </a:solidFill>
              <a:ln w="19050">
                <a:noFill/>
              </a:ln>
              <a:effectLst/>
            </c:spPr>
            <c:extLst>
              <c:ext xmlns:c16="http://schemas.microsoft.com/office/drawing/2014/chart" uri="{C3380CC4-5D6E-409C-BE32-E72D297353CC}">
                <c16:uniqueId val="{00000005-F822-4BE5-90E8-B096D7FEA1B5}"/>
              </c:ext>
            </c:extLst>
          </c:dPt>
          <c:dPt>
            <c:idx val="3"/>
            <c:bubble3D val="0"/>
            <c:spPr>
              <a:solidFill>
                <a:srgbClr val="DCDCDC"/>
              </a:solidFill>
              <a:ln w="19050">
                <a:noFill/>
              </a:ln>
              <a:effectLst/>
            </c:spPr>
            <c:extLst>
              <c:ext xmlns:c16="http://schemas.microsoft.com/office/drawing/2014/chart" uri="{C3380CC4-5D6E-409C-BE32-E72D297353CC}">
                <c16:uniqueId val="{00000007-F822-4BE5-90E8-B096D7FEA1B5}"/>
              </c:ext>
            </c:extLst>
          </c:dPt>
          <c:dPt>
            <c:idx val="4"/>
            <c:bubble3D val="0"/>
            <c:spPr>
              <a:solidFill>
                <a:srgbClr val="00454D"/>
              </a:solidFill>
              <a:ln w="19050">
                <a:noFill/>
              </a:ln>
              <a:effectLst/>
            </c:spPr>
            <c:extLst>
              <c:ext xmlns:c16="http://schemas.microsoft.com/office/drawing/2014/chart" uri="{C3380CC4-5D6E-409C-BE32-E72D297353CC}">
                <c16:uniqueId val="{00000009-F822-4BE5-90E8-B096D7FEA1B5}"/>
              </c:ext>
            </c:extLst>
          </c:dPt>
          <c:dPt>
            <c:idx val="5"/>
            <c:bubble3D val="0"/>
            <c:spPr>
              <a:solidFill>
                <a:srgbClr val="F3F3F3"/>
              </a:solidFill>
              <a:ln w="19050">
                <a:noFill/>
              </a:ln>
              <a:effectLst/>
            </c:spPr>
            <c:extLst>
              <c:ext xmlns:c16="http://schemas.microsoft.com/office/drawing/2014/chart" uri="{C3380CC4-5D6E-409C-BE32-E72D297353CC}">
                <c16:uniqueId val="{0000000B-F822-4BE5-90E8-B096D7FEA1B5}"/>
              </c:ext>
            </c:extLst>
          </c:dPt>
          <c:dLbls>
            <c:dLbl>
              <c:idx val="0"/>
              <c:layout>
                <c:manualLayout>
                  <c:x val="8.193200423769624E-2"/>
                  <c:y val="-6.7134425491035848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822-4BE5-90E8-B096D7FEA1B5}"/>
                </c:ext>
              </c:extLst>
            </c:dLbl>
            <c:dLbl>
              <c:idx val="1"/>
              <c:layout>
                <c:manualLayout>
                  <c:x val="8.193200423769624E-2"/>
                  <c:y val="6.4091718041077911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822-4BE5-90E8-B096D7FEA1B5}"/>
                </c:ext>
              </c:extLst>
            </c:dLbl>
            <c:dLbl>
              <c:idx val="2"/>
              <c:layout>
                <c:manualLayout>
                  <c:x val="-4.9111723685546282E-2"/>
                  <c:y val="9.2401933600315331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822-4BE5-90E8-B096D7FEA1B5}"/>
                </c:ext>
              </c:extLst>
            </c:dLbl>
            <c:dLbl>
              <c:idx val="3"/>
              <c:layout>
                <c:manualLayout>
                  <c:x val="-6.0356114711833615E-2"/>
                  <c:y val="0.1314943253046952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822-4BE5-90E8-B096D7FEA1B5}"/>
                </c:ext>
              </c:extLst>
            </c:dLbl>
            <c:dLbl>
              <c:idx val="4"/>
              <c:layout>
                <c:manualLayout>
                  <c:x val="-9.0834029637843566E-2"/>
                  <c:y val="-4.6478414215682093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F822-4BE5-90E8-B096D7FEA1B5}"/>
                </c:ext>
              </c:extLst>
            </c:dLbl>
            <c:dLbl>
              <c:idx val="5"/>
              <c:layout>
                <c:manualLayout>
                  <c:x val="-2.417777500123643E-2"/>
                  <c:y val="-9.369327556875867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F822-4BE5-90E8-B096D7FEA1B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0175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Tabelle1!$A$2:$A$7</c:f>
              <c:strCache>
                <c:ptCount val="6"/>
                <c:pt idx="0">
                  <c:v>Lorem</c:v>
                </c:pt>
                <c:pt idx="1">
                  <c:v>Ipsum</c:v>
                </c:pt>
                <c:pt idx="2">
                  <c:v>Dolor</c:v>
                </c:pt>
                <c:pt idx="3">
                  <c:v>Sit</c:v>
                </c:pt>
                <c:pt idx="4">
                  <c:v>Amet</c:v>
                </c:pt>
                <c:pt idx="5">
                  <c:v>Esse</c:v>
                </c:pt>
              </c:strCache>
            </c:strRef>
          </c:cat>
          <c:val>
            <c:numRef>
              <c:f>Tabelle1!$B$2:$B$7</c:f>
              <c:numCache>
                <c:formatCode>General</c:formatCode>
                <c:ptCount val="6"/>
                <c:pt idx="0">
                  <c:v>8</c:v>
                </c:pt>
                <c:pt idx="1">
                  <c:v>7</c:v>
                </c:pt>
                <c:pt idx="2">
                  <c:v>6</c:v>
                </c:pt>
                <c:pt idx="3">
                  <c:v>5</c:v>
                </c:pt>
                <c:pt idx="4">
                  <c:v>4</c:v>
                </c:pt>
                <c:pt idx="5">
                  <c:v>3</c:v>
                </c:pt>
              </c:numCache>
            </c:numRef>
          </c:val>
          <c:extLst>
            <c:ext xmlns:c16="http://schemas.microsoft.com/office/drawing/2014/chart" uri="{C3380CC4-5D6E-409C-BE32-E72D297353CC}">
              <c16:uniqueId val="{0000000C-F822-4BE5-90E8-B096D7FEA1B5}"/>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b"/>
      <c:layout>
        <c:manualLayout>
          <c:xMode val="edge"/>
          <c:yMode val="edge"/>
          <c:x val="1.2488391948050593E-4"/>
          <c:y val="0.91432137960313842"/>
          <c:w val="0.88361149864961663"/>
          <c:h val="6.5332224339042524E-2"/>
        </c:manualLayout>
      </c:layout>
      <c:overlay val="0"/>
      <c:spPr>
        <a:noFill/>
        <a:ln>
          <a:noFill/>
        </a:ln>
        <a:effectLst/>
      </c:spPr>
      <c:txPr>
        <a:bodyPr rot="0" spcFirstLastPara="1" vertOverflow="ellipsis" vert="horz" wrap="square" anchor="ctr" anchorCtr="1"/>
        <a:lstStyle/>
        <a:p>
          <a:pPr>
            <a:defRPr sz="1200" b="0" i="0" u="none" strike="noStrike" kern="1200" baseline="0">
              <a:solidFill>
                <a:srgbClr val="2017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795338249849752"/>
          <c:y val="2.4373388733106918E-2"/>
          <c:w val="0.84204661750150256"/>
          <c:h val="0.94171807471434488"/>
        </c:manualLayout>
      </c:layout>
      <c:barChart>
        <c:barDir val="bar"/>
        <c:grouping val="clustered"/>
        <c:varyColors val="0"/>
        <c:ser>
          <c:idx val="0"/>
          <c:order val="0"/>
          <c:tx>
            <c:strRef>
              <c:f>Sheet1!$B$1</c:f>
              <c:strCache>
                <c:ptCount val="1"/>
                <c:pt idx="0">
                  <c:v>Open Interest per maturity</c:v>
                </c:pt>
              </c:strCache>
            </c:strRef>
          </c:tx>
          <c:spPr>
            <a:solidFill>
              <a:schemeClr val="tx2"/>
            </a:solidFill>
            <a:ln w="50800">
              <a:solidFill>
                <a:schemeClr val="tx2"/>
              </a:solidFill>
              <a:miter lim="800000"/>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Calibri" panose="020F050202020403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Sheet1!$A$4:$A$28</c:f>
              <c:strCache>
                <c:ptCount val="25"/>
                <c:pt idx="0">
                  <c:v>Mar 20</c:v>
                </c:pt>
                <c:pt idx="1">
                  <c:v>Jun 20</c:v>
                </c:pt>
                <c:pt idx="2">
                  <c:v>Sep 20</c:v>
                </c:pt>
                <c:pt idx="3">
                  <c:v>Dec 20</c:v>
                </c:pt>
                <c:pt idx="4">
                  <c:v>Mar 21</c:v>
                </c:pt>
                <c:pt idx="5">
                  <c:v>Jun 21</c:v>
                </c:pt>
                <c:pt idx="6">
                  <c:v>Sep 21</c:v>
                </c:pt>
                <c:pt idx="7">
                  <c:v>Dec 21</c:v>
                </c:pt>
                <c:pt idx="8">
                  <c:v>Mar 22</c:v>
                </c:pt>
                <c:pt idx="9">
                  <c:v>Jun 22</c:v>
                </c:pt>
                <c:pt idx="10">
                  <c:v>Sep 22</c:v>
                </c:pt>
                <c:pt idx="11">
                  <c:v>Dec 22</c:v>
                </c:pt>
                <c:pt idx="12">
                  <c:v>Mar 23</c:v>
                </c:pt>
                <c:pt idx="13">
                  <c:v>Jun 23</c:v>
                </c:pt>
                <c:pt idx="14">
                  <c:v>Sep 23</c:v>
                </c:pt>
                <c:pt idx="15">
                  <c:v>Dec 23</c:v>
                </c:pt>
                <c:pt idx="16">
                  <c:v>Mar 24</c:v>
                </c:pt>
                <c:pt idx="17">
                  <c:v>Jun 24</c:v>
                </c:pt>
                <c:pt idx="18">
                  <c:v>Sep 24</c:v>
                </c:pt>
                <c:pt idx="19">
                  <c:v>Dec 24</c:v>
                </c:pt>
                <c:pt idx="20">
                  <c:v>Dec 25</c:v>
                </c:pt>
                <c:pt idx="21">
                  <c:v>Dec 26</c:v>
                </c:pt>
                <c:pt idx="22">
                  <c:v>Dec 27</c:v>
                </c:pt>
                <c:pt idx="23">
                  <c:v>Dec 28</c:v>
                </c:pt>
                <c:pt idx="24">
                  <c:v>Dec 29</c:v>
                </c:pt>
              </c:strCache>
            </c:strRef>
          </c:cat>
          <c:val>
            <c:numRef>
              <c:f>Sheet1!$B$4:$B$28</c:f>
              <c:numCache>
                <c:formatCode>#,##0</c:formatCode>
                <c:ptCount val="25"/>
                <c:pt idx="0">
                  <c:v>27100</c:v>
                </c:pt>
                <c:pt idx="1">
                  <c:v>7801</c:v>
                </c:pt>
                <c:pt idx="2">
                  <c:v>600</c:v>
                </c:pt>
                <c:pt idx="3">
                  <c:v>420981</c:v>
                </c:pt>
                <c:pt idx="4">
                  <c:v>825</c:v>
                </c:pt>
                <c:pt idx="5">
                  <c:v>3770</c:v>
                </c:pt>
                <c:pt idx="6">
                  <c:v>201</c:v>
                </c:pt>
                <c:pt idx="7">
                  <c:v>345564</c:v>
                </c:pt>
                <c:pt idx="8">
                  <c:v>200</c:v>
                </c:pt>
                <c:pt idx="9">
                  <c:v>5000</c:v>
                </c:pt>
                <c:pt idx="10" formatCode="General">
                  <c:v>0</c:v>
                </c:pt>
                <c:pt idx="11">
                  <c:v>202001</c:v>
                </c:pt>
                <c:pt idx="12" formatCode="General">
                  <c:v>0</c:v>
                </c:pt>
                <c:pt idx="13">
                  <c:v>200</c:v>
                </c:pt>
                <c:pt idx="14">
                  <c:v>25</c:v>
                </c:pt>
                <c:pt idx="15">
                  <c:v>122742</c:v>
                </c:pt>
                <c:pt idx="16">
                  <c:v>200</c:v>
                </c:pt>
                <c:pt idx="17" formatCode="General">
                  <c:v>0</c:v>
                </c:pt>
                <c:pt idx="18" formatCode="General">
                  <c:v>0</c:v>
                </c:pt>
                <c:pt idx="19">
                  <c:v>80925</c:v>
                </c:pt>
                <c:pt idx="20">
                  <c:v>73815</c:v>
                </c:pt>
                <c:pt idx="21">
                  <c:v>29956</c:v>
                </c:pt>
                <c:pt idx="22">
                  <c:v>14000</c:v>
                </c:pt>
                <c:pt idx="23">
                  <c:v>600</c:v>
                </c:pt>
                <c:pt idx="24" formatCode="General">
                  <c:v>0</c:v>
                </c:pt>
              </c:numCache>
            </c:numRef>
          </c:val>
          <c:extLst>
            <c:ext xmlns:c16="http://schemas.microsoft.com/office/drawing/2014/chart" uri="{C3380CC4-5D6E-409C-BE32-E72D297353CC}">
              <c16:uniqueId val="{00000000-B7FB-4376-BA77-FAF2E041456E}"/>
            </c:ext>
          </c:extLst>
        </c:ser>
        <c:dLbls>
          <c:showLegendKey val="0"/>
          <c:showVal val="1"/>
          <c:showCatName val="0"/>
          <c:showSerName val="0"/>
          <c:showPercent val="0"/>
          <c:showBubbleSize val="0"/>
        </c:dLbls>
        <c:gapWidth val="150"/>
        <c:overlap val="-7"/>
        <c:axId val="563294720"/>
        <c:axId val="563294392"/>
      </c:barChart>
      <c:catAx>
        <c:axId val="56329472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0"/>
          <a:lstStyle/>
          <a:p>
            <a:pPr>
              <a:defRPr sz="1000" b="0" i="0" u="none" strike="noStrike" kern="1200" baseline="0">
                <a:solidFill>
                  <a:schemeClr val="tx1"/>
                </a:solidFill>
                <a:latin typeface="Calibri" panose="020F0502020204030204" pitchFamily="34" charset="0"/>
                <a:ea typeface="+mn-ea"/>
                <a:cs typeface="+mn-cs"/>
              </a:defRPr>
            </a:pPr>
            <a:endParaRPr lang="en-US"/>
          </a:p>
        </c:txPr>
        <c:crossAx val="563294392"/>
        <c:crosses val="autoZero"/>
        <c:auto val="0"/>
        <c:lblAlgn val="ctr"/>
        <c:lblOffset val="100"/>
        <c:noMultiLvlLbl val="1"/>
      </c:catAx>
      <c:valAx>
        <c:axId val="563294392"/>
        <c:scaling>
          <c:orientation val="minMax"/>
        </c:scaling>
        <c:delete val="1"/>
        <c:axPos val="t"/>
        <c:numFmt formatCode="#,##0" sourceLinked="1"/>
        <c:majorTickMark val="none"/>
        <c:minorTickMark val="none"/>
        <c:tickLblPos val="nextTo"/>
        <c:crossAx val="563294720"/>
        <c:crosses val="autoZero"/>
        <c:crossBetween val="between"/>
      </c:valAx>
      <c:spPr>
        <a:noFill/>
        <a:ln>
          <a:noFill/>
        </a:ln>
        <a:effectLst/>
      </c:spPr>
    </c:plotArea>
    <c:legend>
      <c:legendPos val="b"/>
      <c:layout>
        <c:manualLayout>
          <c:xMode val="edge"/>
          <c:yMode val="edge"/>
          <c:x val="0.48912726848194338"/>
          <c:y val="0.92435596032263512"/>
          <c:w val="0.51087273151805657"/>
          <c:h val="5.436533551627914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700">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085664547184392E-2"/>
          <c:y val="0.15566629362724621"/>
          <c:w val="0.91770810320672258"/>
          <c:h val="0.57003926834225183"/>
        </c:manualLayout>
      </c:layout>
      <c:lineChart>
        <c:grouping val="standard"/>
        <c:varyColors val="0"/>
        <c:ser>
          <c:idx val="1"/>
          <c:order val="0"/>
          <c:tx>
            <c:strRef>
              <c:f>Graphs!$Q$1</c:f>
              <c:strCache>
                <c:ptCount val="1"/>
                <c:pt idx="0">
                  <c:v>Notional Outstanding</c:v>
                </c:pt>
              </c:strCache>
            </c:strRef>
          </c:tx>
          <c:spPr>
            <a:ln w="28575" cap="rnd">
              <a:solidFill>
                <a:schemeClr val="accent1"/>
              </a:solidFill>
              <a:round/>
            </a:ln>
            <a:effectLst/>
          </c:spPr>
          <c:marker>
            <c:symbol val="none"/>
          </c:marker>
          <c:dLbls>
            <c:delete val="1"/>
          </c:dLbls>
          <c:cat>
            <c:numRef>
              <c:f>Graphs!$O$2:$O$28</c:f>
              <c:numCache>
                <c:formatCode>[$-409]mmm\ yy;@</c:formatCode>
                <c:ptCount val="27"/>
                <c:pt idx="0">
                  <c:v>43101</c:v>
                </c:pt>
                <c:pt idx="1">
                  <c:v>43132</c:v>
                </c:pt>
                <c:pt idx="2">
                  <c:v>43160</c:v>
                </c:pt>
                <c:pt idx="3">
                  <c:v>43191</c:v>
                </c:pt>
                <c:pt idx="4">
                  <c:v>43221</c:v>
                </c:pt>
                <c:pt idx="5">
                  <c:v>43252</c:v>
                </c:pt>
                <c:pt idx="6">
                  <c:v>43282</c:v>
                </c:pt>
                <c:pt idx="7">
                  <c:v>43313</c:v>
                </c:pt>
                <c:pt idx="8">
                  <c:v>43344</c:v>
                </c:pt>
                <c:pt idx="9">
                  <c:v>43374</c:v>
                </c:pt>
                <c:pt idx="10">
                  <c:v>43405</c:v>
                </c:pt>
                <c:pt idx="11">
                  <c:v>43435</c:v>
                </c:pt>
                <c:pt idx="12">
                  <c:v>43466</c:v>
                </c:pt>
                <c:pt idx="13">
                  <c:v>43497</c:v>
                </c:pt>
                <c:pt idx="14">
                  <c:v>43525</c:v>
                </c:pt>
                <c:pt idx="15">
                  <c:v>43556</c:v>
                </c:pt>
                <c:pt idx="16">
                  <c:v>43586</c:v>
                </c:pt>
                <c:pt idx="17">
                  <c:v>43617</c:v>
                </c:pt>
                <c:pt idx="18">
                  <c:v>43647</c:v>
                </c:pt>
                <c:pt idx="19">
                  <c:v>43678</c:v>
                </c:pt>
                <c:pt idx="20">
                  <c:v>43709</c:v>
                </c:pt>
                <c:pt idx="21">
                  <c:v>43739</c:v>
                </c:pt>
                <c:pt idx="22">
                  <c:v>43770</c:v>
                </c:pt>
                <c:pt idx="23">
                  <c:v>43800</c:v>
                </c:pt>
                <c:pt idx="24">
                  <c:v>43831</c:v>
                </c:pt>
                <c:pt idx="25">
                  <c:v>43862</c:v>
                </c:pt>
                <c:pt idx="26">
                  <c:v>43891</c:v>
                </c:pt>
              </c:numCache>
            </c:numRef>
          </c:cat>
          <c:val>
            <c:numRef>
              <c:f>Graphs!$Q$2:$Q$28</c:f>
              <c:numCache>
                <c:formatCode>0.0%</c:formatCode>
                <c:ptCount val="27"/>
                <c:pt idx="0">
                  <c:v>3.2365198450047129E-2</c:v>
                </c:pt>
                <c:pt idx="1">
                  <c:v>5.1048524533795797E-2</c:v>
                </c:pt>
                <c:pt idx="2">
                  <c:v>0.10768692675117535</c:v>
                </c:pt>
                <c:pt idx="3">
                  <c:v>0.12981864193101675</c:v>
                </c:pt>
                <c:pt idx="4">
                  <c:v>0.18207696886257674</c:v>
                </c:pt>
                <c:pt idx="5">
                  <c:v>0.22614619725195317</c:v>
                </c:pt>
                <c:pt idx="6">
                  <c:v>0.26366271861857238</c:v>
                </c:pt>
                <c:pt idx="7">
                  <c:v>0.30839795842050932</c:v>
                </c:pt>
                <c:pt idx="8">
                  <c:v>0.3248419082665614</c:v>
                </c:pt>
                <c:pt idx="9">
                  <c:v>0.32707271911798697</c:v>
                </c:pt>
                <c:pt idx="10">
                  <c:v>0.3258419998798428</c:v>
                </c:pt>
                <c:pt idx="11">
                  <c:v>0.27574558860623782</c:v>
                </c:pt>
                <c:pt idx="12">
                  <c:v>0.30600869672669428</c:v>
                </c:pt>
                <c:pt idx="13">
                  <c:v>0.32400000000000001</c:v>
                </c:pt>
                <c:pt idx="14">
                  <c:v>0.38100000000000001</c:v>
                </c:pt>
                <c:pt idx="15">
                  <c:v>0.40699999999999997</c:v>
                </c:pt>
                <c:pt idx="16">
                  <c:v>0.41299999999999998</c:v>
                </c:pt>
                <c:pt idx="17" formatCode="0.00%">
                  <c:v>0.32800000000000001</c:v>
                </c:pt>
                <c:pt idx="18">
                  <c:v>0.35600000000000004</c:v>
                </c:pt>
                <c:pt idx="19">
                  <c:v>0.34699999999999998</c:v>
                </c:pt>
                <c:pt idx="20">
                  <c:v>0.33800000000000002</c:v>
                </c:pt>
                <c:pt idx="21">
                  <c:v>0.33800000000000002</c:v>
                </c:pt>
                <c:pt idx="22">
                  <c:v>0.373</c:v>
                </c:pt>
                <c:pt idx="23">
                  <c:v>0.371</c:v>
                </c:pt>
                <c:pt idx="24">
                  <c:v>0.443</c:v>
                </c:pt>
                <c:pt idx="25">
                  <c:v>0.45500000000000002</c:v>
                </c:pt>
                <c:pt idx="26">
                  <c:v>0.43799999999999994</c:v>
                </c:pt>
              </c:numCache>
            </c:numRef>
          </c:val>
          <c:smooth val="0"/>
          <c:extLst>
            <c:ext xmlns:c16="http://schemas.microsoft.com/office/drawing/2014/chart" uri="{C3380CC4-5D6E-409C-BE32-E72D297353CC}">
              <c16:uniqueId val="{00000000-F64F-487B-A2B5-6E4F47A4AE88}"/>
            </c:ext>
          </c:extLst>
        </c:ser>
        <c:dLbls>
          <c:dLblPos val="t"/>
          <c:showLegendKey val="0"/>
          <c:showVal val="1"/>
          <c:showCatName val="0"/>
          <c:showSerName val="0"/>
          <c:showPercent val="0"/>
          <c:showBubbleSize val="0"/>
        </c:dLbls>
        <c:smooth val="0"/>
        <c:axId val="717792664"/>
        <c:axId val="717790368"/>
      </c:lineChart>
      <c:dateAx>
        <c:axId val="717792664"/>
        <c:scaling>
          <c:orientation val="minMax"/>
        </c:scaling>
        <c:delete val="0"/>
        <c:axPos val="b"/>
        <c:numFmt formatCode="[$-409]mmm\ yy;@" sourceLinked="1"/>
        <c:majorTickMark val="out"/>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717790368"/>
        <c:crosses val="autoZero"/>
        <c:auto val="1"/>
        <c:lblOffset val="100"/>
        <c:baseTimeUnit val="months"/>
      </c:dateAx>
      <c:valAx>
        <c:axId val="717790368"/>
        <c:scaling>
          <c:orientation val="minMax"/>
        </c:scaling>
        <c:delete val="0"/>
        <c:axPos val="l"/>
        <c:majorGridlines>
          <c:spPr>
            <a:ln w="9525" cap="flat" cmpd="sng" algn="ctr">
              <a:solidFill>
                <a:schemeClr val="accent6"/>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717792664"/>
        <c:crosses val="autoZero"/>
        <c:crossBetween val="between"/>
      </c:valAx>
      <c:spPr>
        <a:noFill/>
        <a:ln>
          <a:noFill/>
        </a:ln>
        <a:effectLst/>
      </c:spPr>
    </c:plotArea>
    <c:legend>
      <c:legendPos val="b"/>
      <c:layout>
        <c:manualLayout>
          <c:xMode val="edge"/>
          <c:yMode val="edge"/>
          <c:x val="0.15162954810859203"/>
          <c:y val="0.91431927059842366"/>
          <c:w val="0.69674041668160791"/>
          <c:h val="8.5680729401576311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0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360202096970983E-2"/>
          <c:y val="0.13483597736527211"/>
          <c:w val="0.90366715933990249"/>
          <c:h val="0.55885975097166596"/>
        </c:manualLayout>
      </c:layout>
      <c:lineChart>
        <c:grouping val="standard"/>
        <c:varyColors val="0"/>
        <c:ser>
          <c:idx val="1"/>
          <c:order val="0"/>
          <c:tx>
            <c:strRef>
              <c:f>Graphs!$M$1</c:f>
              <c:strCache>
                <c:ptCount val="1"/>
                <c:pt idx="0">
                  <c:v>Notional Outstanding</c:v>
                </c:pt>
              </c:strCache>
            </c:strRef>
          </c:tx>
          <c:spPr>
            <a:ln w="28575" cap="rnd">
              <a:solidFill>
                <a:schemeClr val="accent1"/>
              </a:solidFill>
              <a:round/>
            </a:ln>
            <a:effectLst/>
          </c:spPr>
          <c:marker>
            <c:symbol val="none"/>
          </c:marker>
          <c:dLbls>
            <c:delete val="1"/>
          </c:dLbls>
          <c:cat>
            <c:numRef>
              <c:f>Graphs!$K$2:$K$39</c:f>
              <c:numCache>
                <c:formatCode>[$-409]mmm\ yy;@</c:formatCode>
                <c:ptCount val="38"/>
                <c:pt idx="0">
                  <c:v>43101</c:v>
                </c:pt>
                <c:pt idx="1">
                  <c:v>43132</c:v>
                </c:pt>
                <c:pt idx="2">
                  <c:v>43160</c:v>
                </c:pt>
                <c:pt idx="3">
                  <c:v>43191</c:v>
                </c:pt>
                <c:pt idx="4">
                  <c:v>43221</c:v>
                </c:pt>
                <c:pt idx="5">
                  <c:v>43252</c:v>
                </c:pt>
                <c:pt idx="6">
                  <c:v>43282</c:v>
                </c:pt>
                <c:pt idx="7">
                  <c:v>43313</c:v>
                </c:pt>
                <c:pt idx="8">
                  <c:v>43344</c:v>
                </c:pt>
                <c:pt idx="9">
                  <c:v>43374</c:v>
                </c:pt>
                <c:pt idx="10">
                  <c:v>43405</c:v>
                </c:pt>
                <c:pt idx="11">
                  <c:v>43435</c:v>
                </c:pt>
                <c:pt idx="12">
                  <c:v>43466</c:v>
                </c:pt>
                <c:pt idx="13">
                  <c:v>43497</c:v>
                </c:pt>
                <c:pt idx="14">
                  <c:v>43525</c:v>
                </c:pt>
                <c:pt idx="15">
                  <c:v>43556</c:v>
                </c:pt>
                <c:pt idx="16">
                  <c:v>43586</c:v>
                </c:pt>
                <c:pt idx="17">
                  <c:v>43617</c:v>
                </c:pt>
                <c:pt idx="18">
                  <c:v>43647</c:v>
                </c:pt>
                <c:pt idx="19">
                  <c:v>43678</c:v>
                </c:pt>
                <c:pt idx="20">
                  <c:v>43709</c:v>
                </c:pt>
                <c:pt idx="21">
                  <c:v>43739</c:v>
                </c:pt>
                <c:pt idx="22">
                  <c:v>43770</c:v>
                </c:pt>
                <c:pt idx="23">
                  <c:v>43800</c:v>
                </c:pt>
                <c:pt idx="24">
                  <c:v>43831</c:v>
                </c:pt>
                <c:pt idx="25">
                  <c:v>43862</c:v>
                </c:pt>
                <c:pt idx="26">
                  <c:v>43891</c:v>
                </c:pt>
              </c:numCache>
            </c:numRef>
          </c:cat>
          <c:val>
            <c:numRef>
              <c:f>Graphs!$M$2:$M$39</c:f>
              <c:numCache>
                <c:formatCode>0.0%</c:formatCode>
                <c:ptCount val="38"/>
                <c:pt idx="0">
                  <c:v>3.7368283934123239E-2</c:v>
                </c:pt>
                <c:pt idx="1">
                  <c:v>3.82987196692985E-2</c:v>
                </c:pt>
                <c:pt idx="2">
                  <c:v>4.2107947741826107E-2</c:v>
                </c:pt>
                <c:pt idx="3">
                  <c:v>4.3120487307345218E-2</c:v>
                </c:pt>
                <c:pt idx="4">
                  <c:v>4.333654791021542E-2</c:v>
                </c:pt>
                <c:pt idx="5">
                  <c:v>4.6554028069366864E-2</c:v>
                </c:pt>
                <c:pt idx="6">
                  <c:v>4.7413660628203048E-2</c:v>
                </c:pt>
                <c:pt idx="7">
                  <c:v>4.9616255615324907E-2</c:v>
                </c:pt>
                <c:pt idx="8">
                  <c:v>5.054584769021872E-2</c:v>
                </c:pt>
                <c:pt idx="9">
                  <c:v>5.5576682237283612E-2</c:v>
                </c:pt>
                <c:pt idx="10">
                  <c:v>6.1495567669166522E-2</c:v>
                </c:pt>
                <c:pt idx="11">
                  <c:v>6.3291152586329558E-2</c:v>
                </c:pt>
                <c:pt idx="12">
                  <c:v>6.4465066555277339E-2</c:v>
                </c:pt>
                <c:pt idx="13">
                  <c:v>6.6000000000000003E-2</c:v>
                </c:pt>
                <c:pt idx="14">
                  <c:v>7.0999999999999994E-2</c:v>
                </c:pt>
                <c:pt idx="15">
                  <c:v>7.2999999999999995E-2</c:v>
                </c:pt>
                <c:pt idx="16">
                  <c:v>7.4999999999999997E-2</c:v>
                </c:pt>
                <c:pt idx="17">
                  <c:v>7.4999999999999997E-2</c:v>
                </c:pt>
                <c:pt idx="18">
                  <c:v>0.08</c:v>
                </c:pt>
                <c:pt idx="19">
                  <c:v>8.1000000000000003E-2</c:v>
                </c:pt>
                <c:pt idx="20">
                  <c:v>8.5999999999999993E-2</c:v>
                </c:pt>
                <c:pt idx="21">
                  <c:v>0.09</c:v>
                </c:pt>
                <c:pt idx="22">
                  <c:v>0.109</c:v>
                </c:pt>
                <c:pt idx="23">
                  <c:v>0.114</c:v>
                </c:pt>
                <c:pt idx="24">
                  <c:v>0.11600000000000001</c:v>
                </c:pt>
                <c:pt idx="25">
                  <c:v>0.11899999999999999</c:v>
                </c:pt>
                <c:pt idx="26">
                  <c:v>0.11699999999999999</c:v>
                </c:pt>
              </c:numCache>
            </c:numRef>
          </c:val>
          <c:smooth val="0"/>
          <c:extLst>
            <c:ext xmlns:c16="http://schemas.microsoft.com/office/drawing/2014/chart" uri="{C3380CC4-5D6E-409C-BE32-E72D297353CC}">
              <c16:uniqueId val="{00000000-1A34-4546-8858-00BE1A92732A}"/>
            </c:ext>
          </c:extLst>
        </c:ser>
        <c:dLbls>
          <c:dLblPos val="t"/>
          <c:showLegendKey val="0"/>
          <c:showVal val="1"/>
          <c:showCatName val="0"/>
          <c:showSerName val="0"/>
          <c:showPercent val="0"/>
          <c:showBubbleSize val="0"/>
        </c:dLbls>
        <c:smooth val="0"/>
        <c:axId val="717759536"/>
        <c:axId val="717757896"/>
      </c:lineChart>
      <c:dateAx>
        <c:axId val="717759536"/>
        <c:scaling>
          <c:orientation val="minMax"/>
        </c:scaling>
        <c:delete val="0"/>
        <c:axPos val="b"/>
        <c:numFmt formatCode="[$-409]mmm\ yy;@" sourceLinked="1"/>
        <c:majorTickMark val="out"/>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lang="en-US" sz="1000" b="0" i="0" u="none" strike="noStrike" kern="1200" baseline="0" noProof="0">
                <a:solidFill>
                  <a:schemeClr val="tx1"/>
                </a:solidFill>
                <a:latin typeface="Arial" panose="020B0604020202020204" pitchFamily="34" charset="0"/>
                <a:ea typeface="+mn-ea"/>
                <a:cs typeface="Arial" panose="020B0604020202020204" pitchFamily="34" charset="0"/>
              </a:defRPr>
            </a:pPr>
            <a:endParaRPr lang="en-US"/>
          </a:p>
        </c:txPr>
        <c:crossAx val="717757896"/>
        <c:crosses val="autoZero"/>
        <c:auto val="1"/>
        <c:lblOffset val="100"/>
        <c:baseTimeUnit val="months"/>
        <c:majorUnit val="1"/>
        <c:majorTimeUnit val="months"/>
        <c:minorUnit val="1"/>
        <c:minorTimeUnit val="months"/>
      </c:dateAx>
      <c:valAx>
        <c:axId val="717757896"/>
        <c:scaling>
          <c:orientation val="minMax"/>
        </c:scaling>
        <c:delete val="0"/>
        <c:axPos val="l"/>
        <c:majorGridlines>
          <c:spPr>
            <a:ln w="9525" cap="flat" cmpd="sng" algn="ctr">
              <a:solidFill>
                <a:schemeClr val="accent6"/>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717759536"/>
        <c:crosses val="autoZero"/>
        <c:crossBetween val="between"/>
        <c:majorUnit val="4.0000000000000008E-2"/>
      </c:valAx>
      <c:spPr>
        <a:noFill/>
        <a:ln>
          <a:noFill/>
        </a:ln>
        <a:effectLst/>
      </c:spPr>
    </c:plotArea>
    <c:legend>
      <c:legendPos val="b"/>
      <c:layout>
        <c:manualLayout>
          <c:xMode val="edge"/>
          <c:yMode val="edge"/>
          <c:x val="0.32128833339482804"/>
          <c:y val="0.88585768559473888"/>
          <c:w val="0.34405065956415765"/>
          <c:h val="9.70869174796260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68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r>
              <a:rPr lang="en-GB" sz="1200" b="1" dirty="0">
                <a:solidFill>
                  <a:schemeClr val="tx1"/>
                </a:solidFill>
                <a:latin typeface="Arial" panose="020B0604020202020204" pitchFamily="34" charset="0"/>
                <a:cs typeface="Arial" panose="020B0604020202020204" pitchFamily="34" charset="0"/>
              </a:rPr>
              <a:t>Evolution of Notional Volume and Notional Open Interest</a:t>
            </a:r>
          </a:p>
        </c:rich>
      </c:tx>
      <c:layout>
        <c:manualLayout>
          <c:xMode val="edge"/>
          <c:yMode val="edge"/>
          <c:x val="0.24471722883965277"/>
          <c:y val="4.6199677749552415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4042024526109931"/>
          <c:y val="0.11552750350650615"/>
          <c:w val="0.72756206912805854"/>
          <c:h val="0.63982543432450389"/>
        </c:manualLayout>
      </c:layout>
      <c:barChart>
        <c:barDir val="col"/>
        <c:grouping val="stacked"/>
        <c:varyColors val="0"/>
        <c:ser>
          <c:idx val="1"/>
          <c:order val="1"/>
          <c:tx>
            <c:strRef>
              <c:f>'Open Interest &amp; Volume'!$AE$5</c:f>
              <c:strCache>
                <c:ptCount val="1"/>
                <c:pt idx="0">
                  <c:v>Notional Volume in EUR (Futures)</c:v>
                </c:pt>
              </c:strCache>
            </c:strRef>
          </c:tx>
          <c:spPr>
            <a:solidFill>
              <a:srgbClr val="002060"/>
            </a:solidFill>
            <a:ln>
              <a:solidFill>
                <a:srgbClr val="002060"/>
              </a:solidFill>
            </a:ln>
            <a:effectLst/>
          </c:spPr>
          <c:invertIfNegative val="0"/>
          <c:dPt>
            <c:idx val="47"/>
            <c:invertIfNegative val="0"/>
            <c:bubble3D val="0"/>
            <c:spPr>
              <a:solidFill>
                <a:srgbClr val="201751"/>
              </a:solidFill>
              <a:ln>
                <a:solidFill>
                  <a:srgbClr val="201751"/>
                </a:solidFill>
              </a:ln>
              <a:effectLst/>
            </c:spPr>
            <c:extLst>
              <c:ext xmlns:c16="http://schemas.microsoft.com/office/drawing/2014/chart" uri="{C3380CC4-5D6E-409C-BE32-E72D297353CC}">
                <c16:uniqueId val="{00000001-00E9-4754-912A-410A08109D65}"/>
              </c:ext>
            </c:extLst>
          </c:dPt>
          <c:cat>
            <c:numRef>
              <c:f>'Open Interest &amp; Volume'!$AC$7:$AC$56</c:f>
              <c:numCache>
                <c:formatCode>mmm\-yy</c:formatCode>
                <c:ptCount val="50"/>
                <c:pt idx="0">
                  <c:v>42370</c:v>
                </c:pt>
                <c:pt idx="1">
                  <c:v>42401</c:v>
                </c:pt>
                <c:pt idx="2">
                  <c:v>42430</c:v>
                </c:pt>
                <c:pt idx="3">
                  <c:v>42461</c:v>
                </c:pt>
                <c:pt idx="4">
                  <c:v>42491</c:v>
                </c:pt>
                <c:pt idx="5">
                  <c:v>42522</c:v>
                </c:pt>
                <c:pt idx="6">
                  <c:v>42552</c:v>
                </c:pt>
                <c:pt idx="7">
                  <c:v>42583</c:v>
                </c:pt>
                <c:pt idx="8">
                  <c:v>42614</c:v>
                </c:pt>
                <c:pt idx="9">
                  <c:v>42644</c:v>
                </c:pt>
                <c:pt idx="10">
                  <c:v>42675</c:v>
                </c:pt>
                <c:pt idx="11">
                  <c:v>42705</c:v>
                </c:pt>
                <c:pt idx="12">
                  <c:v>42736</c:v>
                </c:pt>
                <c:pt idx="13">
                  <c:v>42767</c:v>
                </c:pt>
                <c:pt idx="14">
                  <c:v>42795</c:v>
                </c:pt>
                <c:pt idx="15">
                  <c:v>42826</c:v>
                </c:pt>
                <c:pt idx="16">
                  <c:v>42856</c:v>
                </c:pt>
                <c:pt idx="17">
                  <c:v>42887</c:v>
                </c:pt>
                <c:pt idx="18">
                  <c:v>42917</c:v>
                </c:pt>
                <c:pt idx="19">
                  <c:v>42948</c:v>
                </c:pt>
                <c:pt idx="20">
                  <c:v>42979</c:v>
                </c:pt>
                <c:pt idx="21">
                  <c:v>43009</c:v>
                </c:pt>
                <c:pt idx="22">
                  <c:v>43040</c:v>
                </c:pt>
                <c:pt idx="23">
                  <c:v>43070</c:v>
                </c:pt>
                <c:pt idx="24">
                  <c:v>43101</c:v>
                </c:pt>
                <c:pt idx="25">
                  <c:v>43132</c:v>
                </c:pt>
                <c:pt idx="26">
                  <c:v>43160</c:v>
                </c:pt>
                <c:pt idx="27">
                  <c:v>43191</c:v>
                </c:pt>
                <c:pt idx="28">
                  <c:v>43221</c:v>
                </c:pt>
                <c:pt idx="29">
                  <c:v>43252</c:v>
                </c:pt>
                <c:pt idx="30">
                  <c:v>43282</c:v>
                </c:pt>
                <c:pt idx="31">
                  <c:v>43313</c:v>
                </c:pt>
                <c:pt idx="32">
                  <c:v>43344</c:v>
                </c:pt>
                <c:pt idx="33">
                  <c:v>43374</c:v>
                </c:pt>
                <c:pt idx="34">
                  <c:v>43405</c:v>
                </c:pt>
                <c:pt idx="35">
                  <c:v>43435</c:v>
                </c:pt>
                <c:pt idx="36">
                  <c:v>43466</c:v>
                </c:pt>
                <c:pt idx="37">
                  <c:v>43497</c:v>
                </c:pt>
                <c:pt idx="38">
                  <c:v>43525</c:v>
                </c:pt>
                <c:pt idx="39">
                  <c:v>43556</c:v>
                </c:pt>
                <c:pt idx="40">
                  <c:v>43586</c:v>
                </c:pt>
                <c:pt idx="41">
                  <c:v>43617</c:v>
                </c:pt>
                <c:pt idx="42">
                  <c:v>43647</c:v>
                </c:pt>
                <c:pt idx="43">
                  <c:v>43678</c:v>
                </c:pt>
                <c:pt idx="44">
                  <c:v>43709</c:v>
                </c:pt>
                <c:pt idx="45">
                  <c:v>43739</c:v>
                </c:pt>
                <c:pt idx="46">
                  <c:v>43770</c:v>
                </c:pt>
                <c:pt idx="47">
                  <c:v>43800</c:v>
                </c:pt>
                <c:pt idx="48">
                  <c:v>43831</c:v>
                </c:pt>
                <c:pt idx="49">
                  <c:v>43862</c:v>
                </c:pt>
              </c:numCache>
            </c:numRef>
          </c:cat>
          <c:val>
            <c:numRef>
              <c:f>'Open Interest &amp; Volume'!$AE$7:$AE$56</c:f>
              <c:numCache>
                <c:formatCode>_(* #,##0_);_(* \(#,##0\);_(* "-"??_);_(@_)</c:formatCode>
                <c:ptCount val="50"/>
                <c:pt idx="0">
                  <c:v>3169834045.4186273</c:v>
                </c:pt>
                <c:pt idx="1">
                  <c:v>2534087661.3462162</c:v>
                </c:pt>
                <c:pt idx="2">
                  <c:v>11383027397.288086</c:v>
                </c:pt>
                <c:pt idx="3">
                  <c:v>4170206507.1836452</c:v>
                </c:pt>
                <c:pt idx="4">
                  <c:v>2130500084.4270411</c:v>
                </c:pt>
                <c:pt idx="5">
                  <c:v>18114902785.263084</c:v>
                </c:pt>
                <c:pt idx="6">
                  <c:v>5959171035.1865749</c:v>
                </c:pt>
                <c:pt idx="7">
                  <c:v>4477659529.7222424</c:v>
                </c:pt>
                <c:pt idx="8">
                  <c:v>23977553411.034565</c:v>
                </c:pt>
                <c:pt idx="9">
                  <c:v>3813584922.9588199</c:v>
                </c:pt>
                <c:pt idx="10">
                  <c:v>7948633717.3188725</c:v>
                </c:pt>
                <c:pt idx="11">
                  <c:v>34615433676.38681</c:v>
                </c:pt>
                <c:pt idx="12">
                  <c:v>9159674523.5878868</c:v>
                </c:pt>
                <c:pt idx="13">
                  <c:v>22869156891.427872</c:v>
                </c:pt>
                <c:pt idx="14">
                  <c:v>47272236894.662483</c:v>
                </c:pt>
                <c:pt idx="15">
                  <c:v>9251976223.0448837</c:v>
                </c:pt>
                <c:pt idx="16">
                  <c:v>28460354163.36784</c:v>
                </c:pt>
                <c:pt idx="17">
                  <c:v>60060072801.340767</c:v>
                </c:pt>
                <c:pt idx="18">
                  <c:v>13315697139.043909</c:v>
                </c:pt>
                <c:pt idx="19">
                  <c:v>40605915907.028725</c:v>
                </c:pt>
                <c:pt idx="20">
                  <c:v>55288026672.202171</c:v>
                </c:pt>
                <c:pt idx="21">
                  <c:v>10251043050.599411</c:v>
                </c:pt>
                <c:pt idx="22">
                  <c:v>32740675935.788101</c:v>
                </c:pt>
                <c:pt idx="23">
                  <c:v>80271940843.276382</c:v>
                </c:pt>
                <c:pt idx="24">
                  <c:v>15028265170.55891</c:v>
                </c:pt>
                <c:pt idx="25">
                  <c:v>44005596245.535133</c:v>
                </c:pt>
                <c:pt idx="26">
                  <c:v>90832931920.393677</c:v>
                </c:pt>
                <c:pt idx="27">
                  <c:v>13585991092.411518</c:v>
                </c:pt>
                <c:pt idx="28">
                  <c:v>28674148468.736984</c:v>
                </c:pt>
                <c:pt idx="29">
                  <c:v>88883194334.304016</c:v>
                </c:pt>
                <c:pt idx="30">
                  <c:v>11302943237.423754</c:v>
                </c:pt>
                <c:pt idx="31">
                  <c:v>23869412893.992764</c:v>
                </c:pt>
                <c:pt idx="32">
                  <c:v>81466662142.109756</c:v>
                </c:pt>
                <c:pt idx="33">
                  <c:v>21769219207.880352</c:v>
                </c:pt>
                <c:pt idx="34">
                  <c:v>28390438822.256279</c:v>
                </c:pt>
                <c:pt idx="35">
                  <c:v>101149192644.57771</c:v>
                </c:pt>
                <c:pt idx="36">
                  <c:v>26090395205.767197</c:v>
                </c:pt>
                <c:pt idx="37">
                  <c:v>26184646027.624157</c:v>
                </c:pt>
                <c:pt idx="38">
                  <c:v>111564711814.07124</c:v>
                </c:pt>
                <c:pt idx="39">
                  <c:v>24665201089.241341</c:v>
                </c:pt>
                <c:pt idx="40">
                  <c:v>33088036958.312515</c:v>
                </c:pt>
                <c:pt idx="41">
                  <c:v>120772266199.76747</c:v>
                </c:pt>
                <c:pt idx="42">
                  <c:v>17338670425.337166</c:v>
                </c:pt>
                <c:pt idx="43">
                  <c:v>30243883536.825638</c:v>
                </c:pt>
                <c:pt idx="44">
                  <c:v>131975278630.54393</c:v>
                </c:pt>
                <c:pt idx="45">
                  <c:v>20439261499.321903</c:v>
                </c:pt>
                <c:pt idx="46">
                  <c:v>35480613411.338509</c:v>
                </c:pt>
                <c:pt idx="47">
                  <c:v>158331163777.11264</c:v>
                </c:pt>
                <c:pt idx="48">
                  <c:v>20766390050.304283</c:v>
                </c:pt>
                <c:pt idx="49">
                  <c:v>41735468246.417</c:v>
                </c:pt>
              </c:numCache>
            </c:numRef>
          </c:val>
          <c:extLst>
            <c:ext xmlns:c16="http://schemas.microsoft.com/office/drawing/2014/chart" uri="{C3380CC4-5D6E-409C-BE32-E72D297353CC}">
              <c16:uniqueId val="{00000002-00E9-4754-912A-410A08109D65}"/>
            </c:ext>
          </c:extLst>
        </c:ser>
        <c:ser>
          <c:idx val="3"/>
          <c:order val="3"/>
          <c:tx>
            <c:strRef>
              <c:f>'Open Interest &amp; Volume'!$AG$5</c:f>
              <c:strCache>
                <c:ptCount val="1"/>
                <c:pt idx="0">
                  <c:v>Notional Volume in EUR (Options)</c:v>
                </c:pt>
              </c:strCache>
            </c:strRef>
          </c:tx>
          <c:spPr>
            <a:solidFill>
              <a:srgbClr val="00CE7D"/>
            </a:solidFill>
            <a:ln>
              <a:solidFill>
                <a:srgbClr val="00CE7D"/>
              </a:solidFill>
            </a:ln>
            <a:effectLst/>
          </c:spPr>
          <c:invertIfNegative val="0"/>
          <c:cat>
            <c:numRef>
              <c:f>'Open Interest &amp; Volume'!$AC$7:$AC$56</c:f>
              <c:numCache>
                <c:formatCode>mmm\-yy</c:formatCode>
                <c:ptCount val="50"/>
                <c:pt idx="0">
                  <c:v>42370</c:v>
                </c:pt>
                <c:pt idx="1">
                  <c:v>42401</c:v>
                </c:pt>
                <c:pt idx="2">
                  <c:v>42430</c:v>
                </c:pt>
                <c:pt idx="3">
                  <c:v>42461</c:v>
                </c:pt>
                <c:pt idx="4">
                  <c:v>42491</c:v>
                </c:pt>
                <c:pt idx="5">
                  <c:v>42522</c:v>
                </c:pt>
                <c:pt idx="6">
                  <c:v>42552</c:v>
                </c:pt>
                <c:pt idx="7">
                  <c:v>42583</c:v>
                </c:pt>
                <c:pt idx="8">
                  <c:v>42614</c:v>
                </c:pt>
                <c:pt idx="9">
                  <c:v>42644</c:v>
                </c:pt>
                <c:pt idx="10">
                  <c:v>42675</c:v>
                </c:pt>
                <c:pt idx="11">
                  <c:v>42705</c:v>
                </c:pt>
                <c:pt idx="12">
                  <c:v>42736</c:v>
                </c:pt>
                <c:pt idx="13">
                  <c:v>42767</c:v>
                </c:pt>
                <c:pt idx="14">
                  <c:v>42795</c:v>
                </c:pt>
                <c:pt idx="15">
                  <c:v>42826</c:v>
                </c:pt>
                <c:pt idx="16">
                  <c:v>42856</c:v>
                </c:pt>
                <c:pt idx="17">
                  <c:v>42887</c:v>
                </c:pt>
                <c:pt idx="18">
                  <c:v>42917</c:v>
                </c:pt>
                <c:pt idx="19">
                  <c:v>42948</c:v>
                </c:pt>
                <c:pt idx="20">
                  <c:v>42979</c:v>
                </c:pt>
                <c:pt idx="21">
                  <c:v>43009</c:v>
                </c:pt>
                <c:pt idx="22">
                  <c:v>43040</c:v>
                </c:pt>
                <c:pt idx="23">
                  <c:v>43070</c:v>
                </c:pt>
                <c:pt idx="24">
                  <c:v>43101</c:v>
                </c:pt>
                <c:pt idx="25">
                  <c:v>43132</c:v>
                </c:pt>
                <c:pt idx="26">
                  <c:v>43160</c:v>
                </c:pt>
                <c:pt idx="27">
                  <c:v>43191</c:v>
                </c:pt>
                <c:pt idx="28">
                  <c:v>43221</c:v>
                </c:pt>
                <c:pt idx="29">
                  <c:v>43252</c:v>
                </c:pt>
                <c:pt idx="30">
                  <c:v>43282</c:v>
                </c:pt>
                <c:pt idx="31">
                  <c:v>43313</c:v>
                </c:pt>
                <c:pt idx="32">
                  <c:v>43344</c:v>
                </c:pt>
                <c:pt idx="33">
                  <c:v>43374</c:v>
                </c:pt>
                <c:pt idx="34">
                  <c:v>43405</c:v>
                </c:pt>
                <c:pt idx="35">
                  <c:v>43435</c:v>
                </c:pt>
                <c:pt idx="36">
                  <c:v>43466</c:v>
                </c:pt>
                <c:pt idx="37">
                  <c:v>43497</c:v>
                </c:pt>
                <c:pt idx="38">
                  <c:v>43525</c:v>
                </c:pt>
                <c:pt idx="39">
                  <c:v>43556</c:v>
                </c:pt>
                <c:pt idx="40">
                  <c:v>43586</c:v>
                </c:pt>
                <c:pt idx="41">
                  <c:v>43617</c:v>
                </c:pt>
                <c:pt idx="42">
                  <c:v>43647</c:v>
                </c:pt>
                <c:pt idx="43">
                  <c:v>43678</c:v>
                </c:pt>
                <c:pt idx="44">
                  <c:v>43709</c:v>
                </c:pt>
                <c:pt idx="45">
                  <c:v>43739</c:v>
                </c:pt>
                <c:pt idx="46">
                  <c:v>43770</c:v>
                </c:pt>
                <c:pt idx="47">
                  <c:v>43800</c:v>
                </c:pt>
                <c:pt idx="48">
                  <c:v>43831</c:v>
                </c:pt>
                <c:pt idx="49">
                  <c:v>43862</c:v>
                </c:pt>
              </c:numCache>
            </c:numRef>
          </c:cat>
          <c:val>
            <c:numRef>
              <c:f>'Open Interest &amp; Volume'!$AG$7:$AG$56</c:f>
              <c:numCache>
                <c:formatCode>_(* #,##0_);_(* \(#,##0\);_(* "-"??_);_(@_)</c:formatCode>
                <c:ptCount val="50"/>
                <c:pt idx="0">
                  <c:v>181293679.69103345</c:v>
                </c:pt>
                <c:pt idx="1">
                  <c:v>960683828.69005668</c:v>
                </c:pt>
                <c:pt idx="2">
                  <c:v>5618227060.2968712</c:v>
                </c:pt>
                <c:pt idx="3">
                  <c:v>1574131326.5057268</c:v>
                </c:pt>
                <c:pt idx="4">
                  <c:v>617884612.35186005</c:v>
                </c:pt>
                <c:pt idx="5">
                  <c:v>2112263911.7510509</c:v>
                </c:pt>
                <c:pt idx="6">
                  <c:v>969120824.52571893</c:v>
                </c:pt>
                <c:pt idx="7">
                  <c:v>2313751744.9208841</c:v>
                </c:pt>
                <c:pt idx="8">
                  <c:v>668061751.91908419</c:v>
                </c:pt>
                <c:pt idx="9">
                  <c:v>718106234.88902915</c:v>
                </c:pt>
                <c:pt idx="10">
                  <c:v>1633164339.6442244</c:v>
                </c:pt>
                <c:pt idx="11">
                  <c:v>3743163216.2566814</c:v>
                </c:pt>
                <c:pt idx="12">
                  <c:v>4676543007.4020748</c:v>
                </c:pt>
                <c:pt idx="13">
                  <c:v>2363523164.7771831</c:v>
                </c:pt>
                <c:pt idx="14">
                  <c:v>2682785565.35886</c:v>
                </c:pt>
                <c:pt idx="15">
                  <c:v>1624972698.2651401</c:v>
                </c:pt>
                <c:pt idx="16">
                  <c:v>3923001042.68048</c:v>
                </c:pt>
                <c:pt idx="17">
                  <c:v>1931151607.649133</c:v>
                </c:pt>
                <c:pt idx="18">
                  <c:v>2071858870.3477969</c:v>
                </c:pt>
                <c:pt idx="19">
                  <c:v>3421150477.7712545</c:v>
                </c:pt>
                <c:pt idx="20">
                  <c:v>3324745106.0779376</c:v>
                </c:pt>
                <c:pt idx="21">
                  <c:v>2716243054.5218625</c:v>
                </c:pt>
                <c:pt idx="22">
                  <c:v>4271152460.4775662</c:v>
                </c:pt>
                <c:pt idx="23">
                  <c:v>2670900105.0932894</c:v>
                </c:pt>
                <c:pt idx="24">
                  <c:v>4293992353.5618172</c:v>
                </c:pt>
                <c:pt idx="25">
                  <c:v>3887297168.1363959</c:v>
                </c:pt>
                <c:pt idx="26">
                  <c:v>7043150923.5081472</c:v>
                </c:pt>
                <c:pt idx="27">
                  <c:v>3778259206.6601038</c:v>
                </c:pt>
                <c:pt idx="28">
                  <c:v>6481756102.1855202</c:v>
                </c:pt>
                <c:pt idx="29">
                  <c:v>7797661208.7690353</c:v>
                </c:pt>
                <c:pt idx="30">
                  <c:v>4009796747.6984787</c:v>
                </c:pt>
                <c:pt idx="31">
                  <c:v>5716825389.8764496</c:v>
                </c:pt>
                <c:pt idx="32">
                  <c:v>4350849317.7928095</c:v>
                </c:pt>
                <c:pt idx="33">
                  <c:v>4010536681.3620205</c:v>
                </c:pt>
                <c:pt idx="34">
                  <c:v>5963790857.7965164</c:v>
                </c:pt>
                <c:pt idx="35">
                  <c:v>3516176384.974319</c:v>
                </c:pt>
                <c:pt idx="36">
                  <c:v>6140094579.7499571</c:v>
                </c:pt>
                <c:pt idx="37">
                  <c:v>8026086240.2570601</c:v>
                </c:pt>
                <c:pt idx="38">
                  <c:v>6021376113.8406019</c:v>
                </c:pt>
                <c:pt idx="39">
                  <c:v>2772940841.3187785</c:v>
                </c:pt>
                <c:pt idx="40">
                  <c:v>4188709591.0725889</c:v>
                </c:pt>
                <c:pt idx="41">
                  <c:v>6531221671.9250879</c:v>
                </c:pt>
                <c:pt idx="42">
                  <c:v>3932833135.2299328</c:v>
                </c:pt>
                <c:pt idx="43">
                  <c:v>5477260652.1791315</c:v>
                </c:pt>
                <c:pt idx="44">
                  <c:v>5375477753.1611767</c:v>
                </c:pt>
                <c:pt idx="45">
                  <c:v>6012105299.427351</c:v>
                </c:pt>
                <c:pt idx="46">
                  <c:v>5710200558.8069372</c:v>
                </c:pt>
                <c:pt idx="47">
                  <c:v>7673612624.4153461</c:v>
                </c:pt>
                <c:pt idx="48">
                  <c:v>8456232864.3630104</c:v>
                </c:pt>
                <c:pt idx="49">
                  <c:v>8747407813.6475792</c:v>
                </c:pt>
              </c:numCache>
            </c:numRef>
          </c:val>
          <c:extLst>
            <c:ext xmlns:c16="http://schemas.microsoft.com/office/drawing/2014/chart" uri="{C3380CC4-5D6E-409C-BE32-E72D297353CC}">
              <c16:uniqueId val="{00000003-00E9-4754-912A-410A08109D65}"/>
            </c:ext>
          </c:extLst>
        </c:ser>
        <c:dLbls>
          <c:showLegendKey val="0"/>
          <c:showVal val="0"/>
          <c:showCatName val="0"/>
          <c:showSerName val="0"/>
          <c:showPercent val="0"/>
          <c:showBubbleSize val="0"/>
        </c:dLbls>
        <c:gapWidth val="219"/>
        <c:overlap val="100"/>
        <c:axId val="692428408"/>
        <c:axId val="1039123624"/>
      </c:barChart>
      <c:lineChart>
        <c:grouping val="standard"/>
        <c:varyColors val="0"/>
        <c:ser>
          <c:idx val="0"/>
          <c:order val="0"/>
          <c:tx>
            <c:strRef>
              <c:f>'Open Interest &amp; Volume'!$AD$5</c:f>
              <c:strCache>
                <c:ptCount val="1"/>
                <c:pt idx="0">
                  <c:v>Notional Open Interest EUR (Futures)</c:v>
                </c:pt>
              </c:strCache>
            </c:strRef>
          </c:tx>
          <c:spPr>
            <a:ln w="28575" cap="rnd">
              <a:solidFill>
                <a:srgbClr val="002060"/>
              </a:solidFill>
              <a:round/>
            </a:ln>
            <a:effectLst/>
          </c:spPr>
          <c:marker>
            <c:symbol val="none"/>
          </c:marker>
          <c:cat>
            <c:numRef>
              <c:f>'Open Interest &amp; Volume'!$AC$7:$AC$56</c:f>
              <c:numCache>
                <c:formatCode>mmm\-yy</c:formatCode>
                <c:ptCount val="50"/>
                <c:pt idx="0">
                  <c:v>42370</c:v>
                </c:pt>
                <c:pt idx="1">
                  <c:v>42401</c:v>
                </c:pt>
                <c:pt idx="2">
                  <c:v>42430</c:v>
                </c:pt>
                <c:pt idx="3">
                  <c:v>42461</c:v>
                </c:pt>
                <c:pt idx="4">
                  <c:v>42491</c:v>
                </c:pt>
                <c:pt idx="5">
                  <c:v>42522</c:v>
                </c:pt>
                <c:pt idx="6">
                  <c:v>42552</c:v>
                </c:pt>
                <c:pt idx="7">
                  <c:v>42583</c:v>
                </c:pt>
                <c:pt idx="8">
                  <c:v>42614</c:v>
                </c:pt>
                <c:pt idx="9">
                  <c:v>42644</c:v>
                </c:pt>
                <c:pt idx="10">
                  <c:v>42675</c:v>
                </c:pt>
                <c:pt idx="11">
                  <c:v>42705</c:v>
                </c:pt>
                <c:pt idx="12">
                  <c:v>42736</c:v>
                </c:pt>
                <c:pt idx="13">
                  <c:v>42767</c:v>
                </c:pt>
                <c:pt idx="14">
                  <c:v>42795</c:v>
                </c:pt>
                <c:pt idx="15">
                  <c:v>42826</c:v>
                </c:pt>
                <c:pt idx="16">
                  <c:v>42856</c:v>
                </c:pt>
                <c:pt idx="17">
                  <c:v>42887</c:v>
                </c:pt>
                <c:pt idx="18">
                  <c:v>42917</c:v>
                </c:pt>
                <c:pt idx="19">
                  <c:v>42948</c:v>
                </c:pt>
                <c:pt idx="20">
                  <c:v>42979</c:v>
                </c:pt>
                <c:pt idx="21">
                  <c:v>43009</c:v>
                </c:pt>
                <c:pt idx="22">
                  <c:v>43040</c:v>
                </c:pt>
                <c:pt idx="23">
                  <c:v>43070</c:v>
                </c:pt>
                <c:pt idx="24">
                  <c:v>43101</c:v>
                </c:pt>
                <c:pt idx="25">
                  <c:v>43132</c:v>
                </c:pt>
                <c:pt idx="26">
                  <c:v>43160</c:v>
                </c:pt>
                <c:pt idx="27">
                  <c:v>43191</c:v>
                </c:pt>
                <c:pt idx="28">
                  <c:v>43221</c:v>
                </c:pt>
                <c:pt idx="29">
                  <c:v>43252</c:v>
                </c:pt>
                <c:pt idx="30">
                  <c:v>43282</c:v>
                </c:pt>
                <c:pt idx="31">
                  <c:v>43313</c:v>
                </c:pt>
                <c:pt idx="32">
                  <c:v>43344</c:v>
                </c:pt>
                <c:pt idx="33">
                  <c:v>43374</c:v>
                </c:pt>
                <c:pt idx="34">
                  <c:v>43405</c:v>
                </c:pt>
                <c:pt idx="35">
                  <c:v>43435</c:v>
                </c:pt>
                <c:pt idx="36">
                  <c:v>43466</c:v>
                </c:pt>
                <c:pt idx="37">
                  <c:v>43497</c:v>
                </c:pt>
                <c:pt idx="38">
                  <c:v>43525</c:v>
                </c:pt>
                <c:pt idx="39">
                  <c:v>43556</c:v>
                </c:pt>
                <c:pt idx="40">
                  <c:v>43586</c:v>
                </c:pt>
                <c:pt idx="41">
                  <c:v>43617</c:v>
                </c:pt>
                <c:pt idx="42">
                  <c:v>43647</c:v>
                </c:pt>
                <c:pt idx="43">
                  <c:v>43678</c:v>
                </c:pt>
                <c:pt idx="44">
                  <c:v>43709</c:v>
                </c:pt>
                <c:pt idx="45">
                  <c:v>43739</c:v>
                </c:pt>
                <c:pt idx="46">
                  <c:v>43770</c:v>
                </c:pt>
                <c:pt idx="47">
                  <c:v>43800</c:v>
                </c:pt>
                <c:pt idx="48">
                  <c:v>43831</c:v>
                </c:pt>
                <c:pt idx="49">
                  <c:v>43862</c:v>
                </c:pt>
              </c:numCache>
            </c:numRef>
          </c:cat>
          <c:val>
            <c:numRef>
              <c:f>'Open Interest &amp; Volume'!$AD$7:$AD$56</c:f>
              <c:numCache>
                <c:formatCode>_(* #,##0_);_(* \(#,##0\);_(* "-"??_);_(@_)</c:formatCode>
                <c:ptCount val="50"/>
                <c:pt idx="0">
                  <c:v>4073934906.1407723</c:v>
                </c:pt>
                <c:pt idx="1">
                  <c:v>4988155280.6566334</c:v>
                </c:pt>
                <c:pt idx="2">
                  <c:v>3768012678.7195606</c:v>
                </c:pt>
                <c:pt idx="3">
                  <c:v>5121606662.4319792</c:v>
                </c:pt>
                <c:pt idx="4">
                  <c:v>5882805708.6854877</c:v>
                </c:pt>
                <c:pt idx="5">
                  <c:v>7779169917.2647505</c:v>
                </c:pt>
                <c:pt idx="6">
                  <c:v>9720731604.9413242</c:v>
                </c:pt>
                <c:pt idx="7">
                  <c:v>11077170815.443712</c:v>
                </c:pt>
                <c:pt idx="8">
                  <c:v>13251639856.680954</c:v>
                </c:pt>
                <c:pt idx="9">
                  <c:v>15042548910.826385</c:v>
                </c:pt>
                <c:pt idx="10">
                  <c:v>16559475678.005157</c:v>
                </c:pt>
                <c:pt idx="11">
                  <c:v>16415247213.8599</c:v>
                </c:pt>
                <c:pt idx="12">
                  <c:v>21143985727.053413</c:v>
                </c:pt>
                <c:pt idx="13">
                  <c:v>31384618227.509052</c:v>
                </c:pt>
                <c:pt idx="14">
                  <c:v>32693544928.299801</c:v>
                </c:pt>
                <c:pt idx="15">
                  <c:v>35812518328.648064</c:v>
                </c:pt>
                <c:pt idx="16">
                  <c:v>40762817947.180115</c:v>
                </c:pt>
                <c:pt idx="17">
                  <c:v>39768379553.452545</c:v>
                </c:pt>
                <c:pt idx="18">
                  <c:v>44154685700.782135</c:v>
                </c:pt>
                <c:pt idx="19">
                  <c:v>56846258065.057571</c:v>
                </c:pt>
                <c:pt idx="20">
                  <c:v>47487524867.333504</c:v>
                </c:pt>
                <c:pt idx="21">
                  <c:v>53349087122.506981</c:v>
                </c:pt>
                <c:pt idx="22">
                  <c:v>56410631404.850822</c:v>
                </c:pt>
                <c:pt idx="23">
                  <c:v>55658226365.055679</c:v>
                </c:pt>
                <c:pt idx="24">
                  <c:v>61775347935.514442</c:v>
                </c:pt>
                <c:pt idx="25">
                  <c:v>70002492823.526489</c:v>
                </c:pt>
                <c:pt idx="26">
                  <c:v>59273921993.556831</c:v>
                </c:pt>
                <c:pt idx="27">
                  <c:v>64056507817.393707</c:v>
                </c:pt>
                <c:pt idx="28">
                  <c:v>68767322546.43576</c:v>
                </c:pt>
                <c:pt idx="29">
                  <c:v>58443238462.490852</c:v>
                </c:pt>
                <c:pt idx="30">
                  <c:v>61383955149.397057</c:v>
                </c:pt>
                <c:pt idx="31">
                  <c:v>69042639826.70549</c:v>
                </c:pt>
                <c:pt idx="32">
                  <c:v>58060270608.755943</c:v>
                </c:pt>
                <c:pt idx="33">
                  <c:v>61095764209.432922</c:v>
                </c:pt>
                <c:pt idx="34">
                  <c:v>66696226331.5466</c:v>
                </c:pt>
                <c:pt idx="35">
                  <c:v>56871307439.091324</c:v>
                </c:pt>
                <c:pt idx="36">
                  <c:v>65645306428.861069</c:v>
                </c:pt>
                <c:pt idx="37">
                  <c:v>69859079966.832718</c:v>
                </c:pt>
                <c:pt idx="38">
                  <c:v>70841280821.881668</c:v>
                </c:pt>
                <c:pt idx="39">
                  <c:v>81635586273.302856</c:v>
                </c:pt>
                <c:pt idx="40">
                  <c:v>84085121549.791321</c:v>
                </c:pt>
                <c:pt idx="41">
                  <c:v>75166424219.612686</c:v>
                </c:pt>
                <c:pt idx="42">
                  <c:v>81202455494.885696</c:v>
                </c:pt>
                <c:pt idx="43">
                  <c:v>82470842449.188004</c:v>
                </c:pt>
                <c:pt idx="44">
                  <c:v>74239005293.996429</c:v>
                </c:pt>
                <c:pt idx="45">
                  <c:v>77686908628.468369</c:v>
                </c:pt>
                <c:pt idx="46">
                  <c:v>96506967382.463562</c:v>
                </c:pt>
                <c:pt idx="47">
                  <c:v>82472657397.227142</c:v>
                </c:pt>
                <c:pt idx="48">
                  <c:v>83543853199.553818</c:v>
                </c:pt>
                <c:pt idx="49">
                  <c:v>82819998538.332397</c:v>
                </c:pt>
              </c:numCache>
            </c:numRef>
          </c:val>
          <c:smooth val="0"/>
          <c:extLst>
            <c:ext xmlns:c16="http://schemas.microsoft.com/office/drawing/2014/chart" uri="{C3380CC4-5D6E-409C-BE32-E72D297353CC}">
              <c16:uniqueId val="{00000004-00E9-4754-912A-410A08109D65}"/>
            </c:ext>
          </c:extLst>
        </c:ser>
        <c:ser>
          <c:idx val="2"/>
          <c:order val="2"/>
          <c:tx>
            <c:strRef>
              <c:f>'Open Interest &amp; Volume'!$AF$5</c:f>
              <c:strCache>
                <c:ptCount val="1"/>
                <c:pt idx="0">
                  <c:v>Notional Open Interest EUR (Options)</c:v>
                </c:pt>
              </c:strCache>
            </c:strRef>
          </c:tx>
          <c:spPr>
            <a:ln w="28575" cap="rnd">
              <a:solidFill>
                <a:srgbClr val="00CE7D"/>
              </a:solidFill>
              <a:round/>
            </a:ln>
            <a:effectLst/>
          </c:spPr>
          <c:marker>
            <c:symbol val="none"/>
          </c:marker>
          <c:cat>
            <c:numRef>
              <c:f>'Open Interest &amp; Volume'!$AC$7:$AC$56</c:f>
              <c:numCache>
                <c:formatCode>mmm\-yy</c:formatCode>
                <c:ptCount val="50"/>
                <c:pt idx="0">
                  <c:v>42370</c:v>
                </c:pt>
                <c:pt idx="1">
                  <c:v>42401</c:v>
                </c:pt>
                <c:pt idx="2">
                  <c:v>42430</c:v>
                </c:pt>
                <c:pt idx="3">
                  <c:v>42461</c:v>
                </c:pt>
                <c:pt idx="4">
                  <c:v>42491</c:v>
                </c:pt>
                <c:pt idx="5">
                  <c:v>42522</c:v>
                </c:pt>
                <c:pt idx="6">
                  <c:v>42552</c:v>
                </c:pt>
                <c:pt idx="7">
                  <c:v>42583</c:v>
                </c:pt>
                <c:pt idx="8">
                  <c:v>42614</c:v>
                </c:pt>
                <c:pt idx="9">
                  <c:v>42644</c:v>
                </c:pt>
                <c:pt idx="10">
                  <c:v>42675</c:v>
                </c:pt>
                <c:pt idx="11">
                  <c:v>42705</c:v>
                </c:pt>
                <c:pt idx="12">
                  <c:v>42736</c:v>
                </c:pt>
                <c:pt idx="13">
                  <c:v>42767</c:v>
                </c:pt>
                <c:pt idx="14">
                  <c:v>42795</c:v>
                </c:pt>
                <c:pt idx="15">
                  <c:v>42826</c:v>
                </c:pt>
                <c:pt idx="16">
                  <c:v>42856</c:v>
                </c:pt>
                <c:pt idx="17">
                  <c:v>42887</c:v>
                </c:pt>
                <c:pt idx="18">
                  <c:v>42917</c:v>
                </c:pt>
                <c:pt idx="19">
                  <c:v>42948</c:v>
                </c:pt>
                <c:pt idx="20">
                  <c:v>42979</c:v>
                </c:pt>
                <c:pt idx="21">
                  <c:v>43009</c:v>
                </c:pt>
                <c:pt idx="22">
                  <c:v>43040</c:v>
                </c:pt>
                <c:pt idx="23">
                  <c:v>43070</c:v>
                </c:pt>
                <c:pt idx="24">
                  <c:v>43101</c:v>
                </c:pt>
                <c:pt idx="25">
                  <c:v>43132</c:v>
                </c:pt>
                <c:pt idx="26">
                  <c:v>43160</c:v>
                </c:pt>
                <c:pt idx="27">
                  <c:v>43191</c:v>
                </c:pt>
                <c:pt idx="28">
                  <c:v>43221</c:v>
                </c:pt>
                <c:pt idx="29">
                  <c:v>43252</c:v>
                </c:pt>
                <c:pt idx="30">
                  <c:v>43282</c:v>
                </c:pt>
                <c:pt idx="31">
                  <c:v>43313</c:v>
                </c:pt>
                <c:pt idx="32">
                  <c:v>43344</c:v>
                </c:pt>
                <c:pt idx="33">
                  <c:v>43374</c:v>
                </c:pt>
                <c:pt idx="34">
                  <c:v>43405</c:v>
                </c:pt>
                <c:pt idx="35">
                  <c:v>43435</c:v>
                </c:pt>
                <c:pt idx="36">
                  <c:v>43466</c:v>
                </c:pt>
                <c:pt idx="37">
                  <c:v>43497</c:v>
                </c:pt>
                <c:pt idx="38">
                  <c:v>43525</c:v>
                </c:pt>
                <c:pt idx="39">
                  <c:v>43556</c:v>
                </c:pt>
                <c:pt idx="40">
                  <c:v>43586</c:v>
                </c:pt>
                <c:pt idx="41">
                  <c:v>43617</c:v>
                </c:pt>
                <c:pt idx="42">
                  <c:v>43647</c:v>
                </c:pt>
                <c:pt idx="43">
                  <c:v>43678</c:v>
                </c:pt>
                <c:pt idx="44">
                  <c:v>43709</c:v>
                </c:pt>
                <c:pt idx="45">
                  <c:v>43739</c:v>
                </c:pt>
                <c:pt idx="46">
                  <c:v>43770</c:v>
                </c:pt>
                <c:pt idx="47">
                  <c:v>43800</c:v>
                </c:pt>
                <c:pt idx="48">
                  <c:v>43831</c:v>
                </c:pt>
                <c:pt idx="49">
                  <c:v>43862</c:v>
                </c:pt>
              </c:numCache>
            </c:numRef>
          </c:cat>
          <c:val>
            <c:numRef>
              <c:f>'Open Interest &amp; Volume'!$AF$7:$AF$56</c:f>
              <c:numCache>
                <c:formatCode>_(* #,##0_);_(* \(#,##0\);_(* "-"??_);_(@_)</c:formatCode>
                <c:ptCount val="50"/>
                <c:pt idx="0">
                  <c:v>869351831.50183165</c:v>
                </c:pt>
                <c:pt idx="1">
                  <c:v>1835665925.7898598</c:v>
                </c:pt>
                <c:pt idx="2">
                  <c:v>4723834184.4532261</c:v>
                </c:pt>
                <c:pt idx="3">
                  <c:v>5237013503.6393957</c:v>
                </c:pt>
                <c:pt idx="4">
                  <c:v>6054729069.9298925</c:v>
                </c:pt>
                <c:pt idx="5">
                  <c:v>5686529237.6035061</c:v>
                </c:pt>
                <c:pt idx="6">
                  <c:v>6649037045.5170517</c:v>
                </c:pt>
                <c:pt idx="7">
                  <c:v>6948246590.7729053</c:v>
                </c:pt>
                <c:pt idx="8">
                  <c:v>5848637932.1751614</c:v>
                </c:pt>
                <c:pt idx="9">
                  <c:v>6543930668.0341692</c:v>
                </c:pt>
                <c:pt idx="10">
                  <c:v>7213593554.324872</c:v>
                </c:pt>
                <c:pt idx="11">
                  <c:v>5552012674.3193235</c:v>
                </c:pt>
                <c:pt idx="12">
                  <c:v>6987815481.1715403</c:v>
                </c:pt>
                <c:pt idx="13">
                  <c:v>7905919854.6758556</c:v>
                </c:pt>
                <c:pt idx="14">
                  <c:v>6799254978.2059736</c:v>
                </c:pt>
                <c:pt idx="15">
                  <c:v>7256010847.2095089</c:v>
                </c:pt>
                <c:pt idx="16">
                  <c:v>7146408136.2178068</c:v>
                </c:pt>
                <c:pt idx="17">
                  <c:v>7242257237.8198385</c:v>
                </c:pt>
                <c:pt idx="18">
                  <c:v>7929605913.3196888</c:v>
                </c:pt>
                <c:pt idx="19">
                  <c:v>9977389442.9175587</c:v>
                </c:pt>
                <c:pt idx="20">
                  <c:v>9507013001.7787514</c:v>
                </c:pt>
                <c:pt idx="21">
                  <c:v>10323334140.488049</c:v>
                </c:pt>
                <c:pt idx="22">
                  <c:v>12743234033.125151</c:v>
                </c:pt>
                <c:pt idx="23">
                  <c:v>10885355736.638039</c:v>
                </c:pt>
                <c:pt idx="24">
                  <c:v>12701569553.303362</c:v>
                </c:pt>
                <c:pt idx="25">
                  <c:v>14050416857.786148</c:v>
                </c:pt>
                <c:pt idx="26">
                  <c:v>14853109536.685337</c:v>
                </c:pt>
                <c:pt idx="27">
                  <c:v>17232939489.89983</c:v>
                </c:pt>
                <c:pt idx="28">
                  <c:v>20016184368.621262</c:v>
                </c:pt>
                <c:pt idx="29">
                  <c:v>17877920402.041515</c:v>
                </c:pt>
                <c:pt idx="30">
                  <c:v>19789999584.52623</c:v>
                </c:pt>
                <c:pt idx="31">
                  <c:v>21753176065.273369</c:v>
                </c:pt>
                <c:pt idx="32">
                  <c:v>19645480404.630283</c:v>
                </c:pt>
                <c:pt idx="33">
                  <c:v>22478908816.204273</c:v>
                </c:pt>
                <c:pt idx="34">
                  <c:v>25147312151.236908</c:v>
                </c:pt>
                <c:pt idx="35">
                  <c:v>20025291305.240173</c:v>
                </c:pt>
                <c:pt idx="36">
                  <c:v>23957795907.799446</c:v>
                </c:pt>
                <c:pt idx="37">
                  <c:v>26982163162.718998</c:v>
                </c:pt>
                <c:pt idx="38">
                  <c:v>23787130400.178017</c:v>
                </c:pt>
                <c:pt idx="39">
                  <c:v>24268874445.78355</c:v>
                </c:pt>
                <c:pt idx="40">
                  <c:v>27012598209.093304</c:v>
                </c:pt>
                <c:pt idx="41">
                  <c:v>23379385100.878738</c:v>
                </c:pt>
                <c:pt idx="42">
                  <c:v>26778056572.11013</c:v>
                </c:pt>
                <c:pt idx="43">
                  <c:v>30080606134.251545</c:v>
                </c:pt>
                <c:pt idx="44">
                  <c:v>28353025587.694008</c:v>
                </c:pt>
                <c:pt idx="45">
                  <c:v>31184116097.058002</c:v>
                </c:pt>
                <c:pt idx="46">
                  <c:v>35423729405.241623</c:v>
                </c:pt>
                <c:pt idx="47">
                  <c:v>27792163293.638908</c:v>
                </c:pt>
                <c:pt idx="48">
                  <c:v>33181941990.472462</c:v>
                </c:pt>
                <c:pt idx="49">
                  <c:v>38552268324.941597</c:v>
                </c:pt>
              </c:numCache>
            </c:numRef>
          </c:val>
          <c:smooth val="0"/>
          <c:extLst>
            <c:ext xmlns:c16="http://schemas.microsoft.com/office/drawing/2014/chart" uri="{C3380CC4-5D6E-409C-BE32-E72D297353CC}">
              <c16:uniqueId val="{00000005-00E9-4754-912A-410A08109D65}"/>
            </c:ext>
          </c:extLst>
        </c:ser>
        <c:dLbls>
          <c:showLegendKey val="0"/>
          <c:showVal val="0"/>
          <c:showCatName val="0"/>
          <c:showSerName val="0"/>
          <c:showPercent val="0"/>
          <c:showBubbleSize val="0"/>
        </c:dLbls>
        <c:marker val="1"/>
        <c:smooth val="0"/>
        <c:axId val="1211794824"/>
        <c:axId val="1211795480"/>
      </c:lineChart>
      <c:dateAx>
        <c:axId val="692428408"/>
        <c:scaling>
          <c:orientation val="minMax"/>
        </c:scaling>
        <c:delete val="0"/>
        <c:axPos val="b"/>
        <c:numFmt formatCode="mmm\-yy" sourceLinked="1"/>
        <c:majorTickMark val="none"/>
        <c:minorTickMark val="none"/>
        <c:tickLblPos val="nextTo"/>
        <c:spPr>
          <a:noFill/>
          <a:ln w="9525" cap="flat" cmpd="sng" algn="ctr">
            <a:solidFill>
              <a:srgbClr val="BDBDBD"/>
            </a:solidFill>
            <a:round/>
          </a:ln>
          <a:effectLst/>
        </c:spPr>
        <c:txPr>
          <a:bodyPr rot="0" spcFirstLastPara="1" vertOverflow="ellipsis" wrap="square" anchor="ctr" anchorCtr="1"/>
          <a:lstStyle/>
          <a:p>
            <a:pPr>
              <a:defRPr sz="1000" b="0" i="0" u="none" strike="noStrike" kern="1200" baseline="0">
                <a:solidFill>
                  <a:srgbClr val="1C1854"/>
                </a:solidFill>
                <a:latin typeface="+mn-lt"/>
                <a:ea typeface="+mn-ea"/>
                <a:cs typeface="+mn-cs"/>
              </a:defRPr>
            </a:pPr>
            <a:endParaRPr lang="en-US"/>
          </a:p>
        </c:txPr>
        <c:crossAx val="1039123624"/>
        <c:crosses val="autoZero"/>
        <c:auto val="0"/>
        <c:lblOffset val="100"/>
        <c:baseTimeUnit val="months"/>
        <c:majorUnit val="6"/>
        <c:majorTimeUnit val="months"/>
      </c:dateAx>
      <c:valAx>
        <c:axId val="1039123624"/>
        <c:scaling>
          <c:orientation val="minMax"/>
        </c:scaling>
        <c:delete val="0"/>
        <c:axPos val="l"/>
        <c:majorGridlines>
          <c:spPr>
            <a:ln w="9525" cap="flat" cmpd="sng" algn="ctr">
              <a:solidFill>
                <a:srgbClr val="DCDCDC"/>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692428408"/>
        <c:crosses val="autoZero"/>
        <c:crossBetween val="between"/>
        <c:dispUnits>
          <c:builtInUnit val="millions"/>
          <c:dispUnitsLbl>
            <c:layout>
              <c:manualLayout>
                <c:xMode val="edge"/>
                <c:yMode val="edge"/>
                <c:x val="3.149451648229562E-2"/>
                <c:y val="0.17656807152386725"/>
              </c:manualLayout>
            </c:layout>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GB" sz="800" dirty="0">
                      <a:solidFill>
                        <a:schemeClr val="tx1"/>
                      </a:solidFill>
                      <a:latin typeface="Arial" panose="020B0604020202020204" pitchFamily="34" charset="0"/>
                      <a:cs typeface="Arial" panose="020B0604020202020204" pitchFamily="34" charset="0"/>
                    </a:rPr>
                    <a:t> Notional Volume in Millions (EUR)</a:t>
                  </a:r>
                </a:p>
              </c:rich>
            </c:tx>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ispUnitsLbl>
        </c:dispUnits>
      </c:valAx>
      <c:valAx>
        <c:axId val="1211795480"/>
        <c:scaling>
          <c:orientation val="minMax"/>
        </c:scaling>
        <c:delete val="0"/>
        <c:axPos val="r"/>
        <c:numFmt formatCode="_(* #,##0_);_(* \(#,##0\);_(* &quot;-&quot;??_);_(@_)"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211794824"/>
        <c:crosses val="max"/>
        <c:crossBetween val="between"/>
        <c:dispUnits>
          <c:builtInUnit val="millions"/>
          <c:dispUnitsLbl>
            <c:layout>
              <c:manualLayout>
                <c:xMode val="edge"/>
                <c:yMode val="edge"/>
                <c:x val="0.94448459099782556"/>
                <c:y val="0.14939565133110985"/>
              </c:manualLayout>
            </c:layout>
            <c:tx>
              <c:rich>
                <a:bodyPr rot="-5400000" spcFirstLastPara="1" vertOverflow="ellipsis" vert="horz" wrap="square" anchor="ctr" anchorCtr="1"/>
                <a:lstStyle/>
                <a:p>
                  <a:pPr>
                    <a:defRPr sz="900" b="0" i="0" u="none" strike="noStrike" kern="1200" baseline="0">
                      <a:solidFill>
                        <a:srgbClr val="1C1854"/>
                      </a:solidFill>
                      <a:latin typeface="+mn-lt"/>
                      <a:ea typeface="+mn-ea"/>
                      <a:cs typeface="+mn-cs"/>
                    </a:defRPr>
                  </a:pPr>
                  <a:r>
                    <a:rPr lang="en-GB" sz="800" dirty="0">
                      <a:solidFill>
                        <a:srgbClr val="1C1854"/>
                      </a:solidFill>
                      <a:latin typeface="Arial" panose="020B0604020202020204" pitchFamily="34" charset="0"/>
                      <a:cs typeface="Arial" panose="020B0604020202020204" pitchFamily="34" charset="0"/>
                    </a:rPr>
                    <a:t>Notional Open Interest in Millions (EUR)</a:t>
                  </a:r>
                </a:p>
              </c:rich>
            </c:tx>
            <c:spPr>
              <a:noFill/>
              <a:ln>
                <a:noFill/>
              </a:ln>
              <a:effectLst/>
            </c:spPr>
            <c:txPr>
              <a:bodyPr rot="-5400000" spcFirstLastPara="1" vertOverflow="ellipsis" vert="horz" wrap="square" anchor="ctr" anchorCtr="1"/>
              <a:lstStyle/>
              <a:p>
                <a:pPr>
                  <a:defRPr sz="900" b="0" i="0" u="none" strike="noStrike" kern="1200" baseline="0">
                    <a:solidFill>
                      <a:srgbClr val="1C1854"/>
                    </a:solidFill>
                    <a:latin typeface="+mn-lt"/>
                    <a:ea typeface="+mn-ea"/>
                    <a:cs typeface="+mn-cs"/>
                  </a:defRPr>
                </a:pPr>
                <a:endParaRPr lang="en-US"/>
              </a:p>
            </c:txPr>
          </c:dispUnitsLbl>
        </c:dispUnits>
      </c:valAx>
      <c:dateAx>
        <c:axId val="1211794824"/>
        <c:scaling>
          <c:orientation val="minMax"/>
        </c:scaling>
        <c:delete val="1"/>
        <c:axPos val="b"/>
        <c:numFmt formatCode="mmm\-yy" sourceLinked="1"/>
        <c:majorTickMark val="out"/>
        <c:minorTickMark val="none"/>
        <c:tickLblPos val="nextTo"/>
        <c:crossAx val="1211795480"/>
        <c:crosses val="autoZero"/>
        <c:auto val="1"/>
        <c:lblOffset val="100"/>
        <c:baseTimeUnit val="months"/>
      </c:dateAx>
      <c:spPr>
        <a:noFill/>
        <a:ln>
          <a:noFill/>
        </a:ln>
        <a:effectLst/>
      </c:spPr>
    </c:plotArea>
    <c:legend>
      <c:legendPos val="b"/>
      <c:layout>
        <c:manualLayout>
          <c:xMode val="edge"/>
          <c:yMode val="edge"/>
          <c:x val="0.22488634695351309"/>
          <c:y val="0.85660727313405927"/>
          <c:w val="0.57227346763058073"/>
          <c:h val="0.10724253448714119"/>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1C185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r>
              <a:rPr lang="en-US" sz="1200" b="1" dirty="0">
                <a:solidFill>
                  <a:schemeClr val="tx1"/>
                </a:solidFill>
              </a:rPr>
              <a:t>Open Interest for top MSCI Products</a:t>
            </a:r>
          </a:p>
        </c:rich>
      </c:tx>
      <c:layout>
        <c:manualLayout>
          <c:xMode val="edge"/>
          <c:yMode val="edge"/>
          <c:x val="0.14855658089508991"/>
          <c:y val="4.0450140118870083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51309439072785112"/>
          <c:y val="0.12425515565586043"/>
          <c:w val="0.48690560927214893"/>
          <c:h val="0.84043166290523386"/>
        </c:manualLayout>
      </c:layout>
      <c:barChart>
        <c:barDir val="bar"/>
        <c:grouping val="clustered"/>
        <c:varyColors val="0"/>
        <c:ser>
          <c:idx val="0"/>
          <c:order val="0"/>
          <c:tx>
            <c:strRef>
              <c:f>'Open Interest &amp; Volume'!$J$6</c:f>
              <c:strCache>
                <c:ptCount val="1"/>
                <c:pt idx="0">
                  <c:v>Open Interest for top MSCI Products</c:v>
                </c:pt>
              </c:strCache>
            </c:strRef>
          </c:tx>
          <c:spPr>
            <a:solidFill>
              <a:srgbClr val="00CE7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'Open Interest &amp; Volume'!$I$18:$I$38</c:f>
              <c:strCache>
                <c:ptCount val="21"/>
                <c:pt idx="0">
                  <c:v>MSCI EM (FMEN)</c:v>
                </c:pt>
                <c:pt idx="1">
                  <c:v>MSCI EM (FMEF)</c:v>
                </c:pt>
                <c:pt idx="2">
                  <c:v>MSCI North America (USD / NTR) (FMNA)</c:v>
                </c:pt>
                <c:pt idx="3">
                  <c:v>Futures on MSCI EAFE (USD, Price) (FMFP)</c:v>
                </c:pt>
                <c:pt idx="4">
                  <c:v>MSCI Saudi Arabia (FMSA)</c:v>
                </c:pt>
                <c:pt idx="5">
                  <c:v>MSCI World (FMWP)</c:v>
                </c:pt>
                <c:pt idx="6">
                  <c:v>MSCI Canada (USD / GTR) (FMGC)</c:v>
                </c:pt>
                <c:pt idx="7">
                  <c:v>MSCI JAPAN (FMJP)</c:v>
                </c:pt>
                <c:pt idx="8">
                  <c:v>MSCI Europe (NTR, USD) (FMED)</c:v>
                </c:pt>
                <c:pt idx="9">
                  <c:v>MSCI Emerging Markets Latin America (FMEL)</c:v>
                </c:pt>
                <c:pt idx="10">
                  <c:v>MSCI World (OMWO)</c:v>
                </c:pt>
                <c:pt idx="11">
                  <c:v>MSCI Emerging Markets EMEA (FMEE)</c:v>
                </c:pt>
                <c:pt idx="12">
                  <c:v>Options on MSCI EAFE (USD, Price) (OMFP)</c:v>
                </c:pt>
                <c:pt idx="13">
                  <c:v>MSCI Europe (FMEU)</c:v>
                </c:pt>
                <c:pt idx="14">
                  <c:v>MSCI Emerging Markets (FMEM)</c:v>
                </c:pt>
                <c:pt idx="15">
                  <c:v>MSCI Europe (FMEP)</c:v>
                </c:pt>
                <c:pt idx="16">
                  <c:v>MSCI World (FMWO)</c:v>
                </c:pt>
                <c:pt idx="17">
                  <c:v>MSCI World (FMWN)</c:v>
                </c:pt>
                <c:pt idx="18">
                  <c:v>MSCI World (OMWP)</c:v>
                </c:pt>
                <c:pt idx="19">
                  <c:v>MSCI EM (OMEF)</c:v>
                </c:pt>
                <c:pt idx="20">
                  <c:v>MSCI Emerging Markets Asia (FMEA)</c:v>
                </c:pt>
              </c:strCache>
            </c:strRef>
          </c:cat>
          <c:val>
            <c:numRef>
              <c:f>'Open Interest &amp; Volume'!$J$18:$J$38</c:f>
              <c:numCache>
                <c:formatCode>#,##0</c:formatCode>
                <c:ptCount val="21"/>
                <c:pt idx="0">
                  <c:v>33812</c:v>
                </c:pt>
                <c:pt idx="1">
                  <c:v>35134</c:v>
                </c:pt>
                <c:pt idx="2">
                  <c:v>36980</c:v>
                </c:pt>
                <c:pt idx="3">
                  <c:v>41319</c:v>
                </c:pt>
                <c:pt idx="4">
                  <c:v>41337</c:v>
                </c:pt>
                <c:pt idx="5">
                  <c:v>45085</c:v>
                </c:pt>
                <c:pt idx="6">
                  <c:v>49237</c:v>
                </c:pt>
                <c:pt idx="7">
                  <c:v>55314</c:v>
                </c:pt>
                <c:pt idx="8">
                  <c:v>55753</c:v>
                </c:pt>
                <c:pt idx="9">
                  <c:v>81153</c:v>
                </c:pt>
                <c:pt idx="10">
                  <c:v>94249</c:v>
                </c:pt>
                <c:pt idx="11">
                  <c:v>95998</c:v>
                </c:pt>
                <c:pt idx="12">
                  <c:v>110910</c:v>
                </c:pt>
                <c:pt idx="13">
                  <c:v>113009</c:v>
                </c:pt>
                <c:pt idx="14">
                  <c:v>121875</c:v>
                </c:pt>
                <c:pt idx="15">
                  <c:v>127181</c:v>
                </c:pt>
                <c:pt idx="16">
                  <c:v>153864</c:v>
                </c:pt>
                <c:pt idx="17">
                  <c:v>239801</c:v>
                </c:pt>
                <c:pt idx="18">
                  <c:v>333823</c:v>
                </c:pt>
                <c:pt idx="19">
                  <c:v>345395</c:v>
                </c:pt>
                <c:pt idx="20">
                  <c:v>397186</c:v>
                </c:pt>
              </c:numCache>
            </c:numRef>
          </c:val>
          <c:extLst>
            <c:ext xmlns:c16="http://schemas.microsoft.com/office/drawing/2014/chart" uri="{C3380CC4-5D6E-409C-BE32-E72D297353CC}">
              <c16:uniqueId val="{00000000-56F4-4492-A6DD-F8111B8A10F1}"/>
            </c:ext>
          </c:extLst>
        </c:ser>
        <c:dLbls>
          <c:dLblPos val="outEnd"/>
          <c:showLegendKey val="0"/>
          <c:showVal val="1"/>
          <c:showCatName val="0"/>
          <c:showSerName val="0"/>
          <c:showPercent val="0"/>
          <c:showBubbleSize val="0"/>
        </c:dLbls>
        <c:gapWidth val="182"/>
        <c:axId val="863077568"/>
        <c:axId val="863077896"/>
      </c:barChart>
      <c:catAx>
        <c:axId val="863077568"/>
        <c:scaling>
          <c:orientation val="minMax"/>
        </c:scaling>
        <c:delete val="0"/>
        <c:axPos val="l"/>
        <c:numFmt formatCode="General" sourceLinked="1"/>
        <c:majorTickMark val="none"/>
        <c:minorTickMark val="none"/>
        <c:tickLblPos val="nextTo"/>
        <c:spPr>
          <a:noFill/>
          <a:ln w="9525" cap="flat" cmpd="sng" algn="ctr">
            <a:solidFill>
              <a:srgbClr val="BDBDBD"/>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863077896"/>
        <c:crosses val="autoZero"/>
        <c:auto val="1"/>
        <c:lblAlgn val="ctr"/>
        <c:lblOffset val="100"/>
        <c:noMultiLvlLbl val="0"/>
      </c:catAx>
      <c:valAx>
        <c:axId val="863077896"/>
        <c:scaling>
          <c:orientation val="minMax"/>
        </c:scaling>
        <c:delete val="1"/>
        <c:axPos val="b"/>
        <c:majorGridlines>
          <c:spPr>
            <a:ln w="9525" cap="flat" cmpd="sng" algn="ctr">
              <a:solidFill>
                <a:schemeClr val="bg1"/>
              </a:solidFill>
              <a:round/>
            </a:ln>
            <a:effectLst/>
          </c:spPr>
        </c:majorGridlines>
        <c:numFmt formatCode="#,##0" sourceLinked="1"/>
        <c:majorTickMark val="none"/>
        <c:minorTickMark val="none"/>
        <c:tickLblPos val="nextTo"/>
        <c:crossAx val="8630775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167831440593412"/>
          <c:y val="6.4438112885274512E-2"/>
          <c:w val="0.58129742298904707"/>
          <c:h val="0.68811707823664814"/>
        </c:manualLayout>
      </c:layout>
      <c:doughnutChart>
        <c:varyColors val="1"/>
        <c:ser>
          <c:idx val="0"/>
          <c:order val="0"/>
          <c:tx>
            <c:strRef>
              <c:f>Tabelle1!$B$1</c:f>
              <c:strCache>
                <c:ptCount val="1"/>
                <c:pt idx="0">
                  <c:v>Verkauf</c:v>
                </c:pt>
              </c:strCache>
            </c:strRef>
          </c:tx>
          <c:spPr>
            <a:ln>
              <a:noFill/>
            </a:ln>
          </c:spPr>
          <c:dPt>
            <c:idx val="0"/>
            <c:bubble3D val="0"/>
            <c:spPr>
              <a:solidFill>
                <a:srgbClr val="201751"/>
              </a:solidFill>
              <a:ln w="19050">
                <a:noFill/>
              </a:ln>
              <a:effectLst/>
            </c:spPr>
            <c:extLst>
              <c:ext xmlns:c16="http://schemas.microsoft.com/office/drawing/2014/chart" uri="{C3380CC4-5D6E-409C-BE32-E72D297353CC}">
                <c16:uniqueId val="{00000001-7B5B-47A0-BAE2-D4AE88E133E1}"/>
              </c:ext>
            </c:extLst>
          </c:dPt>
          <c:dPt>
            <c:idx val="1"/>
            <c:bubble3D val="0"/>
            <c:spPr>
              <a:solidFill>
                <a:srgbClr val="00CE7D"/>
              </a:solidFill>
              <a:ln w="19050">
                <a:noFill/>
              </a:ln>
              <a:effectLst/>
            </c:spPr>
            <c:extLst>
              <c:ext xmlns:c16="http://schemas.microsoft.com/office/drawing/2014/chart" uri="{C3380CC4-5D6E-409C-BE32-E72D297353CC}">
                <c16:uniqueId val="{00000003-7B5B-47A0-BAE2-D4AE88E133E1}"/>
              </c:ext>
            </c:extLst>
          </c:dPt>
          <c:dPt>
            <c:idx val="2"/>
            <c:bubble3D val="0"/>
            <c:spPr>
              <a:solidFill>
                <a:srgbClr val="3C7DBE"/>
              </a:solidFill>
              <a:ln w="19050">
                <a:noFill/>
              </a:ln>
              <a:effectLst/>
            </c:spPr>
            <c:extLst>
              <c:ext xmlns:c16="http://schemas.microsoft.com/office/drawing/2014/chart" uri="{C3380CC4-5D6E-409C-BE32-E72D297353CC}">
                <c16:uniqueId val="{00000005-7B5B-47A0-BAE2-D4AE88E133E1}"/>
              </c:ext>
            </c:extLst>
          </c:dPt>
          <c:dPt>
            <c:idx val="3"/>
            <c:bubble3D val="0"/>
            <c:spPr>
              <a:solidFill>
                <a:srgbClr val="DCDCDC"/>
              </a:solidFill>
              <a:ln w="19050">
                <a:noFill/>
              </a:ln>
              <a:effectLst/>
            </c:spPr>
            <c:extLst>
              <c:ext xmlns:c16="http://schemas.microsoft.com/office/drawing/2014/chart" uri="{C3380CC4-5D6E-409C-BE32-E72D297353CC}">
                <c16:uniqueId val="{00000007-7B5B-47A0-BAE2-D4AE88E133E1}"/>
              </c:ext>
            </c:extLst>
          </c:dPt>
          <c:dPt>
            <c:idx val="4"/>
            <c:bubble3D val="0"/>
            <c:spPr>
              <a:solidFill>
                <a:srgbClr val="00454D"/>
              </a:solidFill>
              <a:ln w="19050">
                <a:noFill/>
              </a:ln>
              <a:effectLst/>
            </c:spPr>
            <c:extLst>
              <c:ext xmlns:c16="http://schemas.microsoft.com/office/drawing/2014/chart" uri="{C3380CC4-5D6E-409C-BE32-E72D297353CC}">
                <c16:uniqueId val="{00000009-7B5B-47A0-BAE2-D4AE88E133E1}"/>
              </c:ext>
            </c:extLst>
          </c:dPt>
          <c:dPt>
            <c:idx val="5"/>
            <c:bubble3D val="0"/>
            <c:spPr>
              <a:solidFill>
                <a:srgbClr val="F3F3F3"/>
              </a:solidFill>
              <a:ln w="19050">
                <a:noFill/>
              </a:ln>
              <a:effectLst/>
            </c:spPr>
            <c:extLst>
              <c:ext xmlns:c16="http://schemas.microsoft.com/office/drawing/2014/chart" uri="{C3380CC4-5D6E-409C-BE32-E72D297353CC}">
                <c16:uniqueId val="{0000000B-7B5B-47A0-BAE2-D4AE88E133E1}"/>
              </c:ext>
            </c:extLst>
          </c:dPt>
          <c:dLbls>
            <c:dLbl>
              <c:idx val="0"/>
              <c:layout>
                <c:manualLayout>
                  <c:x val="9.6912421072079397E-2"/>
                  <c:y val="-6.25784503214492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B5B-47A0-BAE2-D4AE88E133E1}"/>
                </c:ext>
              </c:extLst>
            </c:dLbl>
            <c:dLbl>
              <c:idx val="1"/>
              <c:layout>
                <c:manualLayout>
                  <c:x val="8.6702478399755492E-2"/>
                  <c:y val="8.9578107504865598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B5B-47A0-BAE2-D4AE88E133E1}"/>
                </c:ext>
              </c:extLst>
            </c:dLbl>
            <c:dLbl>
              <c:idx val="2"/>
              <c:layout>
                <c:manualLayout>
                  <c:x val="-4.5805868581905641E-2"/>
                  <c:y val="9.953509670862559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7B5B-47A0-BAE2-D4AE88E133E1}"/>
                </c:ext>
              </c:extLst>
            </c:dLbl>
            <c:dLbl>
              <c:idx val="3"/>
              <c:layout>
                <c:manualLayout>
                  <c:x val="-9.82181693397952E-2"/>
                  <c:y val="8.65226121416107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7B5B-47A0-BAE2-D4AE88E133E1}"/>
                </c:ext>
              </c:extLst>
            </c:dLbl>
            <c:dLbl>
              <c:idx val="4"/>
              <c:layout>
                <c:manualLayout>
                  <c:x val="-9.9869340163575571E-2"/>
                  <c:y val="-6.7778394236387804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7B5B-47A0-BAE2-D4AE88E133E1}"/>
                </c:ext>
              </c:extLst>
            </c:dLbl>
            <c:dLbl>
              <c:idx val="5"/>
              <c:layout>
                <c:manualLayout>
                  <c:x val="-7.3518614705366456E-2"/>
                  <c:y val="-8.3885406680428529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7B5B-47A0-BAE2-D4AE88E133E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20175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Tabelle1!$A$2:$A$7</c:f>
              <c:strCache>
                <c:ptCount val="6"/>
                <c:pt idx="0">
                  <c:v>Lorem</c:v>
                </c:pt>
                <c:pt idx="1">
                  <c:v>Ipsum</c:v>
                </c:pt>
                <c:pt idx="2">
                  <c:v>Dolor</c:v>
                </c:pt>
                <c:pt idx="3">
                  <c:v>Sit</c:v>
                </c:pt>
                <c:pt idx="4">
                  <c:v>Amet</c:v>
                </c:pt>
                <c:pt idx="5">
                  <c:v>Esse</c:v>
                </c:pt>
              </c:strCache>
            </c:strRef>
          </c:cat>
          <c:val>
            <c:numRef>
              <c:f>Tabelle1!$B$2:$B$7</c:f>
              <c:numCache>
                <c:formatCode>General</c:formatCode>
                <c:ptCount val="6"/>
                <c:pt idx="0">
                  <c:v>8</c:v>
                </c:pt>
                <c:pt idx="1">
                  <c:v>7</c:v>
                </c:pt>
                <c:pt idx="2">
                  <c:v>6</c:v>
                </c:pt>
                <c:pt idx="3">
                  <c:v>5</c:v>
                </c:pt>
                <c:pt idx="4">
                  <c:v>4</c:v>
                </c:pt>
                <c:pt idx="5">
                  <c:v>3</c:v>
                </c:pt>
              </c:numCache>
            </c:numRef>
          </c:val>
          <c:extLst>
            <c:ext xmlns:c16="http://schemas.microsoft.com/office/drawing/2014/chart" uri="{C3380CC4-5D6E-409C-BE32-E72D297353CC}">
              <c16:uniqueId val="{0000000C-7B5B-47A0-BAE2-D4AE88E133E1}"/>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r"/>
      <c:layout>
        <c:manualLayout>
          <c:xMode val="edge"/>
          <c:yMode val="edge"/>
          <c:x val="0.75163041430021049"/>
          <c:y val="0.26267633082940817"/>
          <c:w val="0.24435117940975529"/>
          <c:h val="0.49168753643684093"/>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022506521653221E-2"/>
          <c:y val="2.7352753673144554E-2"/>
          <c:w val="0.91645187196952127"/>
          <c:h val="0.69094134468150881"/>
        </c:manualLayout>
      </c:layout>
      <c:lineChart>
        <c:grouping val="standard"/>
        <c:varyColors val="0"/>
        <c:ser>
          <c:idx val="0"/>
          <c:order val="0"/>
          <c:tx>
            <c:strRef>
              <c:f>Tabelle1!$B$1</c:f>
              <c:strCache>
                <c:ptCount val="1"/>
                <c:pt idx="0">
                  <c:v> Lorem</c:v>
                </c:pt>
              </c:strCache>
            </c:strRef>
          </c:tx>
          <c:spPr>
            <a:ln w="31750" cap="rnd">
              <a:solidFill>
                <a:schemeClr val="accent1"/>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Tabelle1!$B$2:$B$7</c:f>
              <c:numCache>
                <c:formatCode>General</c:formatCode>
                <c:ptCount val="6"/>
                <c:pt idx="0">
                  <c:v>43</c:v>
                </c:pt>
                <c:pt idx="1">
                  <c:v>35</c:v>
                </c:pt>
                <c:pt idx="2">
                  <c:v>53</c:v>
                </c:pt>
                <c:pt idx="3">
                  <c:v>62</c:v>
                </c:pt>
                <c:pt idx="4">
                  <c:v>65</c:v>
                </c:pt>
                <c:pt idx="5">
                  <c:v>82</c:v>
                </c:pt>
              </c:numCache>
            </c:numRef>
          </c:val>
          <c:smooth val="0"/>
          <c:extLst>
            <c:ext xmlns:c16="http://schemas.microsoft.com/office/drawing/2014/chart" uri="{C3380CC4-5D6E-409C-BE32-E72D297353CC}">
              <c16:uniqueId val="{00000000-3E89-420F-929E-86399123B364}"/>
            </c:ext>
          </c:extLst>
        </c:ser>
        <c:ser>
          <c:idx val="1"/>
          <c:order val="1"/>
          <c:tx>
            <c:strRef>
              <c:f>Tabelle1!$C$1</c:f>
              <c:strCache>
                <c:ptCount val="1"/>
                <c:pt idx="0">
                  <c:v> Ipsum</c:v>
                </c:pt>
              </c:strCache>
            </c:strRef>
          </c:tx>
          <c:spPr>
            <a:ln w="31750" cap="rnd">
              <a:solidFill>
                <a:schemeClr val="accent2"/>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Tabelle1!$C$2:$C$7</c:f>
              <c:numCache>
                <c:formatCode>General</c:formatCode>
                <c:ptCount val="6"/>
                <c:pt idx="0">
                  <c:v>35</c:v>
                </c:pt>
                <c:pt idx="1">
                  <c:v>33</c:v>
                </c:pt>
                <c:pt idx="2">
                  <c:v>45</c:v>
                </c:pt>
                <c:pt idx="3">
                  <c:v>48</c:v>
                </c:pt>
                <c:pt idx="4">
                  <c:v>45</c:v>
                </c:pt>
                <c:pt idx="5">
                  <c:v>52</c:v>
                </c:pt>
              </c:numCache>
            </c:numRef>
          </c:val>
          <c:smooth val="0"/>
          <c:extLst>
            <c:ext xmlns:c16="http://schemas.microsoft.com/office/drawing/2014/chart" uri="{C3380CC4-5D6E-409C-BE32-E72D297353CC}">
              <c16:uniqueId val="{00000001-3E89-420F-929E-86399123B364}"/>
            </c:ext>
          </c:extLst>
        </c:ser>
        <c:ser>
          <c:idx val="2"/>
          <c:order val="2"/>
          <c:tx>
            <c:strRef>
              <c:f>Tabelle1!$D$1</c:f>
              <c:strCache>
                <c:ptCount val="1"/>
                <c:pt idx="0">
                  <c:v> Dolor</c:v>
                </c:pt>
              </c:strCache>
            </c:strRef>
          </c:tx>
          <c:spPr>
            <a:ln w="31750" cap="rnd">
              <a:solidFill>
                <a:schemeClr val="accent3"/>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Tabelle1!$D$2:$D$7</c:f>
              <c:numCache>
                <c:formatCode>General</c:formatCode>
                <c:ptCount val="6"/>
                <c:pt idx="0">
                  <c:v>20</c:v>
                </c:pt>
                <c:pt idx="1">
                  <c:v>18</c:v>
                </c:pt>
                <c:pt idx="2">
                  <c:v>30</c:v>
                </c:pt>
                <c:pt idx="3">
                  <c:v>13</c:v>
                </c:pt>
                <c:pt idx="4">
                  <c:v>18</c:v>
                </c:pt>
                <c:pt idx="5">
                  <c:v>12</c:v>
                </c:pt>
              </c:numCache>
            </c:numRef>
          </c:val>
          <c:smooth val="0"/>
          <c:extLst>
            <c:ext xmlns:c16="http://schemas.microsoft.com/office/drawing/2014/chart" uri="{C3380CC4-5D6E-409C-BE32-E72D297353CC}">
              <c16:uniqueId val="{00000002-3E89-420F-929E-86399123B364}"/>
            </c:ext>
          </c:extLst>
        </c:ser>
        <c:ser>
          <c:idx val="3"/>
          <c:order val="3"/>
          <c:tx>
            <c:strRef>
              <c:f>Tabelle1!$E$1</c:f>
              <c:strCache>
                <c:ptCount val="1"/>
                <c:pt idx="0">
                  <c:v> Sit amet</c:v>
                </c:pt>
              </c:strCache>
            </c:strRef>
          </c:tx>
          <c:spPr>
            <a:ln w="31750" cap="rnd">
              <a:solidFill>
                <a:schemeClr val="accent4"/>
              </a:solidFill>
              <a:round/>
            </a:ln>
            <a:effectLst/>
          </c:spPr>
          <c:marker>
            <c:symbol val="none"/>
          </c:marker>
          <c:cat>
            <c:numRef>
              <c:f>Tabelle1!$A$2:$A$7</c:f>
              <c:numCache>
                <c:formatCode>General</c:formatCode>
                <c:ptCount val="6"/>
                <c:pt idx="0">
                  <c:v>2014</c:v>
                </c:pt>
                <c:pt idx="1">
                  <c:v>2015</c:v>
                </c:pt>
                <c:pt idx="2">
                  <c:v>2016</c:v>
                </c:pt>
                <c:pt idx="3">
                  <c:v>2017</c:v>
                </c:pt>
                <c:pt idx="4">
                  <c:v>2018</c:v>
                </c:pt>
                <c:pt idx="5">
                  <c:v>2019</c:v>
                </c:pt>
              </c:numCache>
            </c:numRef>
          </c:cat>
          <c:val>
            <c:numRef>
              <c:f>Tabelle1!$E$2:$E$7</c:f>
              <c:numCache>
                <c:formatCode>General</c:formatCode>
                <c:ptCount val="6"/>
                <c:pt idx="0">
                  <c:v>8</c:v>
                </c:pt>
                <c:pt idx="1">
                  <c:v>10</c:v>
                </c:pt>
                <c:pt idx="2">
                  <c:v>9</c:v>
                </c:pt>
                <c:pt idx="3">
                  <c:v>11</c:v>
                </c:pt>
                <c:pt idx="4">
                  <c:v>11</c:v>
                </c:pt>
                <c:pt idx="5">
                  <c:v>25</c:v>
                </c:pt>
              </c:numCache>
            </c:numRef>
          </c:val>
          <c:smooth val="0"/>
          <c:extLst>
            <c:ext xmlns:c16="http://schemas.microsoft.com/office/drawing/2014/chart" uri="{C3380CC4-5D6E-409C-BE32-E72D297353CC}">
              <c16:uniqueId val="{00000003-3E89-420F-929E-86399123B364}"/>
            </c:ext>
          </c:extLst>
        </c:ser>
        <c:dLbls>
          <c:showLegendKey val="0"/>
          <c:showVal val="0"/>
          <c:showCatName val="0"/>
          <c:showSerName val="0"/>
          <c:showPercent val="0"/>
          <c:showBubbleSize val="0"/>
        </c:dLbls>
        <c:smooth val="0"/>
        <c:axId val="-2139208616"/>
        <c:axId val="-2139205096"/>
      </c:lineChart>
      <c:catAx>
        <c:axId val="-2139208616"/>
        <c:scaling>
          <c:orientation val="minMax"/>
        </c:scaling>
        <c:delete val="0"/>
        <c:axPos val="b"/>
        <c:numFmt formatCode="General" sourceLinked="1"/>
        <c:majorTickMark val="none"/>
        <c:minorTickMark val="none"/>
        <c:tickLblPos val="nextTo"/>
        <c:spPr>
          <a:noFill/>
          <a:ln w="6350" cap="flat" cmpd="sng" algn="ctr">
            <a:solidFill>
              <a:schemeClr val="accent6"/>
            </a:solidFill>
            <a:round/>
          </a:ln>
          <a:effectLst/>
        </c:spPr>
        <c:txPr>
          <a:bodyPr rot="-6000000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crossAx val="-2139205096"/>
        <c:crosses val="autoZero"/>
        <c:auto val="1"/>
        <c:lblAlgn val="ctr"/>
        <c:lblOffset val="100"/>
        <c:noMultiLvlLbl val="0"/>
      </c:catAx>
      <c:valAx>
        <c:axId val="-2139205096"/>
        <c:scaling>
          <c:orientation val="minMax"/>
        </c:scaling>
        <c:delete val="0"/>
        <c:axPos val="l"/>
        <c:majorGridlines>
          <c:spPr>
            <a:ln w="6350" cap="flat" cmpd="sng" algn="ctr">
              <a:solidFill>
                <a:srgbClr val="DCDCD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01751"/>
                </a:solidFill>
                <a:latin typeface="+mn-lt"/>
                <a:ea typeface="+mn-ea"/>
                <a:cs typeface="+mn-cs"/>
              </a:defRPr>
            </a:pPr>
            <a:endParaRPr lang="en-US"/>
          </a:p>
        </c:txPr>
        <c:crossAx val="-21392086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1C185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accent4"/>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64628E9-09A9-41A1-BA0F-64ED3F8EABA4}"/>
              </a:ext>
            </a:extLst>
          </p:cNvPr>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F4299F13-B674-4F0C-91D5-5A9F8600A569}"/>
              </a:ext>
            </a:extLst>
          </p:cNvPr>
          <p:cNvSpPr>
            <a:spLocks noGrp="1"/>
          </p:cNvSpPr>
          <p:nvPr>
            <p:ph type="dt" sz="quarter" idx="1"/>
          </p:nvPr>
        </p:nvSpPr>
        <p:spPr>
          <a:xfrm>
            <a:off x="3884613" y="0"/>
            <a:ext cx="2971800" cy="499091"/>
          </a:xfrm>
          <a:prstGeom prst="rect">
            <a:avLst/>
          </a:prstGeom>
        </p:spPr>
        <p:txBody>
          <a:bodyPr vert="horz" lIns="91440" tIns="45720" rIns="91440" bIns="45720" rtlCol="0"/>
          <a:lstStyle>
            <a:lvl1pPr algn="r">
              <a:defRPr sz="1200"/>
            </a:lvl1pPr>
          </a:lstStyle>
          <a:p>
            <a:fld id="{747B42EC-036F-448D-9D6B-264CF4D9AD5E}" type="datetimeFigureOut">
              <a:rPr lang="de-DE" smtClean="0"/>
              <a:t>23.02.2026</a:t>
            </a:fld>
            <a:endParaRPr lang="de-DE"/>
          </a:p>
        </p:txBody>
      </p:sp>
      <p:sp>
        <p:nvSpPr>
          <p:cNvPr id="4" name="Fußzeilenplatzhalter 3">
            <a:extLst>
              <a:ext uri="{FF2B5EF4-FFF2-40B4-BE49-F238E27FC236}">
                <a16:creationId xmlns:a16="http://schemas.microsoft.com/office/drawing/2014/main" id="{1DBADF13-FAC5-4341-A983-76083E213505}"/>
              </a:ext>
            </a:extLst>
          </p:cNvPr>
          <p:cNvSpPr>
            <a:spLocks noGrp="1"/>
          </p:cNvSpPr>
          <p:nvPr>
            <p:ph type="ftr" sz="quarter" idx="2"/>
          </p:nvPr>
        </p:nvSpPr>
        <p:spPr>
          <a:xfrm>
            <a:off x="0" y="9448185"/>
            <a:ext cx="2971800" cy="49909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01105283-9844-4FA4-8ED5-E398C5C49623}"/>
              </a:ext>
            </a:extLst>
          </p:cNvPr>
          <p:cNvSpPr>
            <a:spLocks noGrp="1"/>
          </p:cNvSpPr>
          <p:nvPr>
            <p:ph type="sldNum" sz="quarter" idx="3"/>
          </p:nvPr>
        </p:nvSpPr>
        <p:spPr>
          <a:xfrm>
            <a:off x="3884613" y="9448185"/>
            <a:ext cx="2971800" cy="499090"/>
          </a:xfrm>
          <a:prstGeom prst="rect">
            <a:avLst/>
          </a:prstGeom>
        </p:spPr>
        <p:txBody>
          <a:bodyPr vert="horz" lIns="91440" tIns="45720" rIns="91440" bIns="45720" rtlCol="0" anchor="b"/>
          <a:lstStyle>
            <a:lvl1pPr algn="r">
              <a:defRPr sz="1200"/>
            </a:lvl1pPr>
          </a:lstStyle>
          <a:p>
            <a:fld id="{0689DB8B-FD84-473E-8D2A-AD8FDE25B74C}" type="slidenum">
              <a:rPr lang="de-DE" smtClean="0"/>
              <a:t>‹#›</a:t>
            </a:fld>
            <a:endParaRPr lang="de-DE"/>
          </a:p>
        </p:txBody>
      </p:sp>
    </p:spTree>
    <p:extLst>
      <p:ext uri="{BB962C8B-B14F-4D97-AF65-F5344CB8AC3E}">
        <p14:creationId xmlns:p14="http://schemas.microsoft.com/office/powerpoint/2010/main" val="21058898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EA068ACA-AF5A-4E1F-89CF-71C85BC01196}" type="datetimeFigureOut">
              <a:rPr lang="de-DE" smtClean="0"/>
              <a:t>23.02.2026</a:t>
            </a:fld>
            <a:endParaRPr lang="de-DE"/>
          </a:p>
        </p:txBody>
      </p:sp>
      <p:sp>
        <p:nvSpPr>
          <p:cNvPr id="4" name="Folienbildplatzhalter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D4EE2F00-0481-4374-BAE1-182BA4DD3D84}" type="slidenum">
              <a:rPr lang="de-DE" smtClean="0"/>
              <a:t>‹#›</a:t>
            </a:fld>
            <a:endParaRPr lang="de-DE"/>
          </a:p>
        </p:txBody>
      </p:sp>
    </p:spTree>
    <p:extLst>
      <p:ext uri="{BB962C8B-B14F-4D97-AF65-F5344CB8AC3E}">
        <p14:creationId xmlns:p14="http://schemas.microsoft.com/office/powerpoint/2010/main" val="1347421518"/>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4EE2F00-0481-4374-BAE1-182BA4DD3D84}" type="slidenum">
              <a:rPr lang="de-DE" smtClean="0"/>
              <a:t>1</a:t>
            </a:fld>
            <a:endParaRPr lang="de-DE"/>
          </a:p>
        </p:txBody>
      </p:sp>
    </p:spTree>
    <p:extLst>
      <p:ext uri="{BB962C8B-B14F-4D97-AF65-F5344CB8AC3E}">
        <p14:creationId xmlns:p14="http://schemas.microsoft.com/office/powerpoint/2010/main" val="1519798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a:t>
            </a:fld>
            <a:endParaRPr lang="de-DE"/>
          </a:p>
        </p:txBody>
      </p:sp>
    </p:spTree>
    <p:extLst>
      <p:ext uri="{BB962C8B-B14F-4D97-AF65-F5344CB8AC3E}">
        <p14:creationId xmlns:p14="http://schemas.microsoft.com/office/powerpoint/2010/main" val="50722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a:t>
            </a:fld>
            <a:endParaRPr lang="de-DE"/>
          </a:p>
        </p:txBody>
      </p:sp>
    </p:spTree>
    <p:extLst>
      <p:ext uri="{BB962C8B-B14F-4D97-AF65-F5344CB8AC3E}">
        <p14:creationId xmlns:p14="http://schemas.microsoft.com/office/powerpoint/2010/main" val="3546554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4</a:t>
            </a:fld>
            <a:endParaRPr lang="de-DE"/>
          </a:p>
        </p:txBody>
      </p:sp>
    </p:spTree>
    <p:extLst>
      <p:ext uri="{BB962C8B-B14F-4D97-AF65-F5344CB8AC3E}">
        <p14:creationId xmlns:p14="http://schemas.microsoft.com/office/powerpoint/2010/main" val="672569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4EE2F00-0481-4374-BAE1-182BA4DD3D84}" type="slidenum">
              <a:rPr lang="de-DE" smtClean="0"/>
              <a:t>5</a:t>
            </a:fld>
            <a:endParaRPr lang="de-DE"/>
          </a:p>
        </p:txBody>
      </p:sp>
    </p:spTree>
    <p:extLst>
      <p:ext uri="{BB962C8B-B14F-4D97-AF65-F5344CB8AC3E}">
        <p14:creationId xmlns:p14="http://schemas.microsoft.com/office/powerpoint/2010/main" val="244737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4EE2F00-0481-4374-BAE1-182BA4DD3D84}" type="slidenum">
              <a:rPr lang="de-DE" smtClean="0"/>
              <a:t>6</a:t>
            </a:fld>
            <a:endParaRPr lang="de-DE"/>
          </a:p>
        </p:txBody>
      </p:sp>
    </p:spTree>
    <p:extLst>
      <p:ext uri="{BB962C8B-B14F-4D97-AF65-F5344CB8AC3E}">
        <p14:creationId xmlns:p14="http://schemas.microsoft.com/office/powerpoint/2010/main" val="1339678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4EE2F00-0481-4374-BAE1-182BA4DD3D84}" type="slidenum">
              <a:rPr lang="de-DE" smtClean="0"/>
              <a:t>7</a:t>
            </a:fld>
            <a:endParaRPr lang="de-DE"/>
          </a:p>
        </p:txBody>
      </p:sp>
    </p:spTree>
    <p:extLst>
      <p:ext uri="{BB962C8B-B14F-4D97-AF65-F5344CB8AC3E}">
        <p14:creationId xmlns:p14="http://schemas.microsoft.com/office/powerpoint/2010/main" val="1984853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8</a:t>
            </a:fld>
            <a:endParaRPr lang="de-DE"/>
          </a:p>
        </p:txBody>
      </p:sp>
    </p:spTree>
    <p:extLst>
      <p:ext uri="{BB962C8B-B14F-4D97-AF65-F5344CB8AC3E}">
        <p14:creationId xmlns:p14="http://schemas.microsoft.com/office/powerpoint/2010/main" val="2347042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4EE2F00-0481-4374-BAE1-182BA4DD3D84}" type="slidenum">
              <a:rPr lang="de-DE" smtClean="0"/>
              <a:t>9</a:t>
            </a:fld>
            <a:endParaRPr lang="de-DE"/>
          </a:p>
        </p:txBody>
      </p:sp>
    </p:spTree>
    <p:extLst>
      <p:ext uri="{BB962C8B-B14F-4D97-AF65-F5344CB8AC3E}">
        <p14:creationId xmlns:p14="http://schemas.microsoft.com/office/powerpoint/2010/main" val="360099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10</a:t>
            </a:fld>
            <a:endParaRPr lang="de-DE"/>
          </a:p>
        </p:txBody>
      </p:sp>
    </p:spTree>
    <p:extLst>
      <p:ext uri="{BB962C8B-B14F-4D97-AF65-F5344CB8AC3E}">
        <p14:creationId xmlns:p14="http://schemas.microsoft.com/office/powerpoint/2010/main" val="773790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11</a:t>
            </a:fld>
            <a:endParaRPr lang="de-DE"/>
          </a:p>
        </p:txBody>
      </p:sp>
    </p:spTree>
    <p:extLst>
      <p:ext uri="{BB962C8B-B14F-4D97-AF65-F5344CB8AC3E}">
        <p14:creationId xmlns:p14="http://schemas.microsoft.com/office/powerpoint/2010/main" val="1220245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12</a:t>
            </a:fld>
            <a:endParaRPr lang="de-DE"/>
          </a:p>
        </p:txBody>
      </p:sp>
    </p:spTree>
    <p:extLst>
      <p:ext uri="{BB962C8B-B14F-4D97-AF65-F5344CB8AC3E}">
        <p14:creationId xmlns:p14="http://schemas.microsoft.com/office/powerpoint/2010/main" val="442824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13</a:t>
            </a:fld>
            <a:endParaRPr lang="de-DE"/>
          </a:p>
        </p:txBody>
      </p:sp>
    </p:spTree>
    <p:extLst>
      <p:ext uri="{BB962C8B-B14F-4D97-AF65-F5344CB8AC3E}">
        <p14:creationId xmlns:p14="http://schemas.microsoft.com/office/powerpoint/2010/main" val="3180889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14</a:t>
            </a:fld>
            <a:endParaRPr lang="de-DE"/>
          </a:p>
        </p:txBody>
      </p:sp>
    </p:spTree>
    <p:extLst>
      <p:ext uri="{BB962C8B-B14F-4D97-AF65-F5344CB8AC3E}">
        <p14:creationId xmlns:p14="http://schemas.microsoft.com/office/powerpoint/2010/main" val="13377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15</a:t>
            </a:fld>
            <a:endParaRPr lang="de-DE"/>
          </a:p>
        </p:txBody>
      </p:sp>
    </p:spTree>
    <p:extLst>
      <p:ext uri="{BB962C8B-B14F-4D97-AF65-F5344CB8AC3E}">
        <p14:creationId xmlns:p14="http://schemas.microsoft.com/office/powerpoint/2010/main" val="2148255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16</a:t>
            </a:fld>
            <a:endParaRPr lang="de-DE"/>
          </a:p>
        </p:txBody>
      </p:sp>
    </p:spTree>
    <p:extLst>
      <p:ext uri="{BB962C8B-B14F-4D97-AF65-F5344CB8AC3E}">
        <p14:creationId xmlns:p14="http://schemas.microsoft.com/office/powerpoint/2010/main" val="3249695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17</a:t>
            </a:fld>
            <a:endParaRPr lang="de-DE"/>
          </a:p>
        </p:txBody>
      </p:sp>
    </p:spTree>
    <p:extLst>
      <p:ext uri="{BB962C8B-B14F-4D97-AF65-F5344CB8AC3E}">
        <p14:creationId xmlns:p14="http://schemas.microsoft.com/office/powerpoint/2010/main" val="3921068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18</a:t>
            </a:fld>
            <a:endParaRPr lang="de-DE"/>
          </a:p>
        </p:txBody>
      </p:sp>
    </p:spTree>
    <p:extLst>
      <p:ext uri="{BB962C8B-B14F-4D97-AF65-F5344CB8AC3E}">
        <p14:creationId xmlns:p14="http://schemas.microsoft.com/office/powerpoint/2010/main" val="1430783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19</a:t>
            </a:fld>
            <a:endParaRPr lang="de-DE"/>
          </a:p>
        </p:txBody>
      </p:sp>
    </p:spTree>
    <p:extLst>
      <p:ext uri="{BB962C8B-B14F-4D97-AF65-F5344CB8AC3E}">
        <p14:creationId xmlns:p14="http://schemas.microsoft.com/office/powerpoint/2010/main" val="1130723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20</a:t>
            </a:fld>
            <a:endParaRPr lang="de-DE"/>
          </a:p>
        </p:txBody>
      </p:sp>
    </p:spTree>
    <p:extLst>
      <p:ext uri="{BB962C8B-B14F-4D97-AF65-F5344CB8AC3E}">
        <p14:creationId xmlns:p14="http://schemas.microsoft.com/office/powerpoint/2010/main" val="3509760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21</a:t>
            </a:fld>
            <a:endParaRPr lang="de-DE"/>
          </a:p>
        </p:txBody>
      </p:sp>
    </p:spTree>
    <p:extLst>
      <p:ext uri="{BB962C8B-B14F-4D97-AF65-F5344CB8AC3E}">
        <p14:creationId xmlns:p14="http://schemas.microsoft.com/office/powerpoint/2010/main" val="1301376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22</a:t>
            </a:fld>
            <a:endParaRPr lang="de-DE"/>
          </a:p>
        </p:txBody>
      </p:sp>
    </p:spTree>
    <p:extLst>
      <p:ext uri="{BB962C8B-B14F-4D97-AF65-F5344CB8AC3E}">
        <p14:creationId xmlns:p14="http://schemas.microsoft.com/office/powerpoint/2010/main" val="2702288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23</a:t>
            </a:fld>
            <a:endParaRPr lang="de-DE"/>
          </a:p>
        </p:txBody>
      </p:sp>
    </p:spTree>
    <p:extLst>
      <p:ext uri="{BB962C8B-B14F-4D97-AF65-F5344CB8AC3E}">
        <p14:creationId xmlns:p14="http://schemas.microsoft.com/office/powerpoint/2010/main" val="143766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24</a:t>
            </a:fld>
            <a:endParaRPr lang="de-DE"/>
          </a:p>
        </p:txBody>
      </p:sp>
    </p:spTree>
    <p:extLst>
      <p:ext uri="{BB962C8B-B14F-4D97-AF65-F5344CB8AC3E}">
        <p14:creationId xmlns:p14="http://schemas.microsoft.com/office/powerpoint/2010/main" val="2929171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25</a:t>
            </a:fld>
            <a:endParaRPr lang="de-DE"/>
          </a:p>
        </p:txBody>
      </p:sp>
    </p:spTree>
    <p:extLst>
      <p:ext uri="{BB962C8B-B14F-4D97-AF65-F5344CB8AC3E}">
        <p14:creationId xmlns:p14="http://schemas.microsoft.com/office/powerpoint/2010/main" val="2859557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26</a:t>
            </a:fld>
            <a:endParaRPr lang="de-DE"/>
          </a:p>
        </p:txBody>
      </p:sp>
    </p:spTree>
    <p:extLst>
      <p:ext uri="{BB962C8B-B14F-4D97-AF65-F5344CB8AC3E}">
        <p14:creationId xmlns:p14="http://schemas.microsoft.com/office/powerpoint/2010/main" val="37460975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27</a:t>
            </a:fld>
            <a:endParaRPr lang="de-DE"/>
          </a:p>
        </p:txBody>
      </p:sp>
    </p:spTree>
    <p:extLst>
      <p:ext uri="{BB962C8B-B14F-4D97-AF65-F5344CB8AC3E}">
        <p14:creationId xmlns:p14="http://schemas.microsoft.com/office/powerpoint/2010/main" val="30206473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28</a:t>
            </a:fld>
            <a:endParaRPr lang="de-DE"/>
          </a:p>
        </p:txBody>
      </p:sp>
    </p:spTree>
    <p:extLst>
      <p:ext uri="{BB962C8B-B14F-4D97-AF65-F5344CB8AC3E}">
        <p14:creationId xmlns:p14="http://schemas.microsoft.com/office/powerpoint/2010/main" val="33226495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29</a:t>
            </a:fld>
            <a:endParaRPr lang="de-DE"/>
          </a:p>
        </p:txBody>
      </p:sp>
    </p:spTree>
    <p:extLst>
      <p:ext uri="{BB962C8B-B14F-4D97-AF65-F5344CB8AC3E}">
        <p14:creationId xmlns:p14="http://schemas.microsoft.com/office/powerpoint/2010/main" val="3612391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30</a:t>
            </a:fld>
            <a:endParaRPr lang="de-DE"/>
          </a:p>
        </p:txBody>
      </p:sp>
    </p:spTree>
    <p:extLst>
      <p:ext uri="{BB962C8B-B14F-4D97-AF65-F5344CB8AC3E}">
        <p14:creationId xmlns:p14="http://schemas.microsoft.com/office/powerpoint/2010/main" val="3246052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31</a:t>
            </a:fld>
            <a:endParaRPr lang="de-DE"/>
          </a:p>
        </p:txBody>
      </p:sp>
    </p:spTree>
    <p:extLst>
      <p:ext uri="{BB962C8B-B14F-4D97-AF65-F5344CB8AC3E}">
        <p14:creationId xmlns:p14="http://schemas.microsoft.com/office/powerpoint/2010/main" val="2804865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32</a:t>
            </a:fld>
            <a:endParaRPr lang="de-DE"/>
          </a:p>
        </p:txBody>
      </p:sp>
    </p:spTree>
    <p:extLst>
      <p:ext uri="{BB962C8B-B14F-4D97-AF65-F5344CB8AC3E}">
        <p14:creationId xmlns:p14="http://schemas.microsoft.com/office/powerpoint/2010/main" val="8707028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33</a:t>
            </a:fld>
            <a:endParaRPr lang="de-DE"/>
          </a:p>
        </p:txBody>
      </p:sp>
    </p:spTree>
    <p:extLst>
      <p:ext uri="{BB962C8B-B14F-4D97-AF65-F5344CB8AC3E}">
        <p14:creationId xmlns:p14="http://schemas.microsoft.com/office/powerpoint/2010/main" val="14731472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34</a:t>
            </a:fld>
            <a:endParaRPr lang="de-DE"/>
          </a:p>
        </p:txBody>
      </p:sp>
    </p:spTree>
    <p:extLst>
      <p:ext uri="{BB962C8B-B14F-4D97-AF65-F5344CB8AC3E}">
        <p14:creationId xmlns:p14="http://schemas.microsoft.com/office/powerpoint/2010/main" val="13720888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35</a:t>
            </a:fld>
            <a:endParaRPr lang="de-DE"/>
          </a:p>
        </p:txBody>
      </p:sp>
    </p:spTree>
    <p:extLst>
      <p:ext uri="{BB962C8B-B14F-4D97-AF65-F5344CB8AC3E}">
        <p14:creationId xmlns:p14="http://schemas.microsoft.com/office/powerpoint/2010/main" val="697778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36</a:t>
            </a:fld>
            <a:endParaRPr lang="de-DE"/>
          </a:p>
        </p:txBody>
      </p:sp>
    </p:spTree>
    <p:extLst>
      <p:ext uri="{BB962C8B-B14F-4D97-AF65-F5344CB8AC3E}">
        <p14:creationId xmlns:p14="http://schemas.microsoft.com/office/powerpoint/2010/main" val="40745986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37</a:t>
            </a:fld>
            <a:endParaRPr lang="de-DE"/>
          </a:p>
        </p:txBody>
      </p:sp>
    </p:spTree>
    <p:extLst>
      <p:ext uri="{BB962C8B-B14F-4D97-AF65-F5344CB8AC3E}">
        <p14:creationId xmlns:p14="http://schemas.microsoft.com/office/powerpoint/2010/main" val="20973720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38</a:t>
            </a:fld>
            <a:endParaRPr lang="de-DE"/>
          </a:p>
        </p:txBody>
      </p:sp>
    </p:spTree>
    <p:extLst>
      <p:ext uri="{BB962C8B-B14F-4D97-AF65-F5344CB8AC3E}">
        <p14:creationId xmlns:p14="http://schemas.microsoft.com/office/powerpoint/2010/main" val="14119761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4EE2F00-0481-4374-BAE1-182BA4DD3D84}" type="slidenum">
              <a:rPr lang="de-DE" smtClean="0"/>
              <a:t>39</a:t>
            </a:fld>
            <a:endParaRPr lang="de-DE"/>
          </a:p>
        </p:txBody>
      </p:sp>
    </p:spTree>
    <p:extLst>
      <p:ext uri="{BB962C8B-B14F-4D97-AF65-F5344CB8AC3E}">
        <p14:creationId xmlns:p14="http://schemas.microsoft.com/office/powerpoint/2010/main" val="18646729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40</a:t>
            </a:fld>
            <a:endParaRPr lang="de-DE"/>
          </a:p>
        </p:txBody>
      </p:sp>
    </p:spTree>
    <p:extLst>
      <p:ext uri="{BB962C8B-B14F-4D97-AF65-F5344CB8AC3E}">
        <p14:creationId xmlns:p14="http://schemas.microsoft.com/office/powerpoint/2010/main" val="18649458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D4EE2F00-0481-4374-BAE1-182BA4DD3D84}" type="slidenum">
              <a:rPr lang="de-DE" smtClean="0"/>
              <a:t>41</a:t>
            </a:fld>
            <a:endParaRPr lang="de-DE"/>
          </a:p>
        </p:txBody>
      </p:sp>
    </p:spTree>
    <p:extLst>
      <p:ext uri="{BB962C8B-B14F-4D97-AF65-F5344CB8AC3E}">
        <p14:creationId xmlns:p14="http://schemas.microsoft.com/office/powerpoint/2010/main" val="18763634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emf"/><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6.emf"/><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6.emf"/><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emf"/><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6.emf"/><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emf"/><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8.emf"/><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Master" Target="../slideMasters/slideMaster1.xml"/><Relationship Id="rId7" Type="http://schemas.openxmlformats.org/officeDocument/2006/relationships/image" Target="../media/image7.emf"/><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6.emf"/><Relationship Id="rId5" Type="http://schemas.openxmlformats.org/officeDocument/2006/relationships/image" Target="../media/image3.emf"/><Relationship Id="rId10" Type="http://schemas.openxmlformats.org/officeDocument/2006/relationships/image" Target="../media/image12.png"/><Relationship Id="rId4" Type="http://schemas.openxmlformats.org/officeDocument/2006/relationships/oleObject" Target="../embeddings/oleObject2.bin"/><Relationship Id="rId9"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emf"/><Relationship Id="rId5" Type="http://schemas.openxmlformats.org/officeDocument/2006/relationships/image" Target="../media/image3.emf"/><Relationship Id="rId10" Type="http://schemas.openxmlformats.org/officeDocument/2006/relationships/image" Target="../media/image15.png"/><Relationship Id="rId4" Type="http://schemas.openxmlformats.org/officeDocument/2006/relationships/oleObject" Target="../embeddings/oleObject2.bin"/><Relationship Id="rId9"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Master" Target="../slideMasters/slideMaster1.xml"/><Relationship Id="rId7" Type="http://schemas.openxmlformats.org/officeDocument/2006/relationships/image" Target="../media/image7.emf"/><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6.emf"/><Relationship Id="rId5" Type="http://schemas.openxmlformats.org/officeDocument/2006/relationships/image" Target="../media/image3.emf"/><Relationship Id="rId10" Type="http://schemas.openxmlformats.org/officeDocument/2006/relationships/image" Target="../media/image12.png"/><Relationship Id="rId4" Type="http://schemas.openxmlformats.org/officeDocument/2006/relationships/oleObject" Target="../embeddings/oleObject2.bin"/><Relationship Id="rId9"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4.emf"/><Relationship Id="rId5" Type="http://schemas.openxmlformats.org/officeDocument/2006/relationships/image" Target="../media/image3.emf"/><Relationship Id="rId10" Type="http://schemas.openxmlformats.org/officeDocument/2006/relationships/image" Target="../media/image15.png"/><Relationship Id="rId4" Type="http://schemas.openxmlformats.org/officeDocument/2006/relationships/oleObject" Target="../embeddings/oleObject2.bin"/><Relationship Id="rId9"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emf"/><Relationship Id="rId4" Type="http://schemas.openxmlformats.org/officeDocument/2006/relationships/oleObject" Target="../embeddings/oleObject4.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solidFill>
          <a:srgbClr val="F3F3F3"/>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638962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tx1"/>
                </a:solidFill>
              </a:defRPr>
            </a:lvl1pPr>
          </a:lstStyle>
          <a:p>
            <a:r>
              <a:rPr lang="en-US" noProof="0" dirty="0"/>
              <a:t>Presentation </a:t>
            </a:r>
            <a:br>
              <a:rPr lang="en-US" noProof="0" dirty="0"/>
            </a:br>
            <a:r>
              <a:rPr lang="en-US" noProof="0" dirty="0"/>
              <a:t>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854256"/>
            <a:ext cx="5401233" cy="720080"/>
          </a:xfrm>
        </p:spPr>
        <p:txBody>
          <a:bodyPr anchor="t" anchorCtr="0"/>
          <a:lstStyle>
            <a:lvl1pPr marL="0" indent="0" algn="l">
              <a:lnSpc>
                <a:spcPct val="100000"/>
              </a:lnSpc>
              <a:spcBef>
                <a:spcPts val="0"/>
              </a:spcBef>
              <a:buNone/>
              <a:defRPr sz="2400">
                <a:solidFill>
                  <a:schemeClr val="tx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Subtitle</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a:xfrm>
            <a:off x="586817" y="4689140"/>
            <a:ext cx="3529571" cy="288032"/>
          </a:xfrm>
        </p:spPr>
        <p:txBody>
          <a:bodyPr anchor="t"/>
          <a:lstStyle>
            <a:lvl1pPr algn="l">
              <a:lnSpc>
                <a:spcPct val="110000"/>
              </a:lnSpc>
              <a:defRPr sz="1400"/>
            </a:lvl1pPr>
          </a:lstStyle>
          <a:p>
            <a:fld id="{0306DCFF-9441-4067-89C8-80BA1DD2FCF1}" type="datetime3">
              <a:rPr lang="en-US" noProof="0" smtClean="0"/>
              <a:t>23 February 2026</a:t>
            </a:fld>
            <a:endParaRPr lang="en-US" noProof="0" dirty="0"/>
          </a:p>
        </p:txBody>
      </p:sp>
      <p:grpSp>
        <p:nvGrpSpPr>
          <p:cNvPr id="28" name="Grafik 26">
            <a:extLst>
              <a:ext uri="{FF2B5EF4-FFF2-40B4-BE49-F238E27FC236}">
                <a16:creationId xmlns:a16="http://schemas.microsoft.com/office/drawing/2014/main" id="{3D57C2D4-C01A-4857-9D61-9F2435B053AD}"/>
              </a:ext>
            </a:extLst>
          </p:cNvPr>
          <p:cNvGrpSpPr/>
          <p:nvPr/>
        </p:nvGrpSpPr>
        <p:grpSpPr>
          <a:xfrm flipV="1">
            <a:off x="8796137" y="2744924"/>
            <a:ext cx="3392976" cy="4120042"/>
            <a:chOff x="5267908" y="2744924"/>
            <a:chExt cx="3392976" cy="4120042"/>
          </a:xfrm>
        </p:grpSpPr>
        <p:sp>
          <p:nvSpPr>
            <p:cNvPr id="29" name="Freihandform: Form 28">
              <a:extLst>
                <a:ext uri="{FF2B5EF4-FFF2-40B4-BE49-F238E27FC236}">
                  <a16:creationId xmlns:a16="http://schemas.microsoft.com/office/drawing/2014/main" id="{1DE8DAE5-42A1-4DC4-8EBC-FC4EB00505B8}"/>
                </a:ext>
              </a:extLst>
            </p:cNvPr>
            <p:cNvSpPr/>
            <p:nvPr/>
          </p:nvSpPr>
          <p:spPr>
            <a:xfrm>
              <a:off x="6479685" y="3229634"/>
              <a:ext cx="1211777" cy="1211777"/>
            </a:xfrm>
            <a:custGeom>
              <a:avLst/>
              <a:gdLst>
                <a:gd name="connsiteX0" fmla="*/ 0 w 1211777"/>
                <a:gd name="connsiteY0" fmla="*/ 0 h 1211777"/>
                <a:gd name="connsiteX1" fmla="*/ 1211777 w 1211777"/>
                <a:gd name="connsiteY1" fmla="*/ 0 h 1211777"/>
                <a:gd name="connsiteX2" fmla="*/ 1211777 w 1211777"/>
                <a:gd name="connsiteY2" fmla="*/ 1211777 h 1211777"/>
                <a:gd name="connsiteX3" fmla="*/ 0 w 1211777"/>
                <a:gd name="connsiteY3" fmla="*/ 1211777 h 1211777"/>
              </a:gdLst>
              <a:ahLst/>
              <a:cxnLst>
                <a:cxn ang="0">
                  <a:pos x="connsiteX0" y="connsiteY0"/>
                </a:cxn>
                <a:cxn ang="0">
                  <a:pos x="connsiteX1" y="connsiteY1"/>
                </a:cxn>
                <a:cxn ang="0">
                  <a:pos x="connsiteX2" y="connsiteY2"/>
                </a:cxn>
                <a:cxn ang="0">
                  <a:pos x="connsiteX3" y="connsiteY3"/>
                </a:cxn>
              </a:cxnLst>
              <a:rect l="l" t="t" r="r" b="b"/>
              <a:pathLst>
                <a:path w="1211777" h="1211777">
                  <a:moveTo>
                    <a:pt x="0" y="0"/>
                  </a:moveTo>
                  <a:lnTo>
                    <a:pt x="1211777" y="0"/>
                  </a:lnTo>
                  <a:lnTo>
                    <a:pt x="1211777" y="1211777"/>
                  </a:lnTo>
                  <a:lnTo>
                    <a:pt x="0" y="1211777"/>
                  </a:lnTo>
                  <a:close/>
                </a:path>
              </a:pathLst>
            </a:custGeom>
            <a:solidFill>
              <a:srgbClr val="00CE7D"/>
            </a:solidFill>
            <a:ln w="12110" cap="flat">
              <a:noFill/>
              <a:prstDash val="solid"/>
              <a:miter/>
            </a:ln>
          </p:spPr>
          <p:txBody>
            <a:bodyPr rtlCol="0" anchor="ctr"/>
            <a:lstStyle/>
            <a:p>
              <a:endParaRPr lang="de-DE"/>
            </a:p>
          </p:txBody>
        </p:sp>
        <p:sp>
          <p:nvSpPr>
            <p:cNvPr id="30" name="Freihandform: Form 29">
              <a:extLst>
                <a:ext uri="{FF2B5EF4-FFF2-40B4-BE49-F238E27FC236}">
                  <a16:creationId xmlns:a16="http://schemas.microsoft.com/office/drawing/2014/main" id="{9A006B06-7E30-476E-80C1-4F201D7E84E9}"/>
                </a:ext>
              </a:extLst>
            </p:cNvPr>
            <p:cNvSpPr/>
            <p:nvPr/>
          </p:nvSpPr>
          <p:spPr>
            <a:xfrm>
              <a:off x="5267908" y="2744924"/>
              <a:ext cx="1211777" cy="484710"/>
            </a:xfrm>
            <a:custGeom>
              <a:avLst/>
              <a:gdLst>
                <a:gd name="connsiteX0" fmla="*/ 0 w 1211777"/>
                <a:gd name="connsiteY0" fmla="*/ 0 h 484710"/>
                <a:gd name="connsiteX1" fmla="*/ 1211777 w 1211777"/>
                <a:gd name="connsiteY1" fmla="*/ 0 h 484710"/>
                <a:gd name="connsiteX2" fmla="*/ 1211777 w 1211777"/>
                <a:gd name="connsiteY2" fmla="*/ 484711 h 484710"/>
                <a:gd name="connsiteX3" fmla="*/ 0 w 1211777"/>
                <a:gd name="connsiteY3" fmla="*/ 484711 h 484710"/>
              </a:gdLst>
              <a:ahLst/>
              <a:cxnLst>
                <a:cxn ang="0">
                  <a:pos x="connsiteX0" y="connsiteY0"/>
                </a:cxn>
                <a:cxn ang="0">
                  <a:pos x="connsiteX1" y="connsiteY1"/>
                </a:cxn>
                <a:cxn ang="0">
                  <a:pos x="connsiteX2" y="connsiteY2"/>
                </a:cxn>
                <a:cxn ang="0">
                  <a:pos x="connsiteX3" y="connsiteY3"/>
                </a:cxn>
              </a:cxnLst>
              <a:rect l="l" t="t" r="r" b="b"/>
              <a:pathLst>
                <a:path w="1211777" h="484710">
                  <a:moveTo>
                    <a:pt x="0" y="0"/>
                  </a:moveTo>
                  <a:lnTo>
                    <a:pt x="1211777" y="0"/>
                  </a:lnTo>
                  <a:lnTo>
                    <a:pt x="1211777" y="484711"/>
                  </a:lnTo>
                  <a:lnTo>
                    <a:pt x="0" y="484711"/>
                  </a:lnTo>
                  <a:close/>
                </a:path>
              </a:pathLst>
            </a:custGeom>
            <a:solidFill>
              <a:srgbClr val="201751"/>
            </a:solidFill>
            <a:ln w="12110" cap="flat">
              <a:noFill/>
              <a:prstDash val="solid"/>
              <a:miter/>
            </a:ln>
          </p:spPr>
          <p:txBody>
            <a:bodyPr rtlCol="0" anchor="ctr"/>
            <a:lstStyle/>
            <a:p>
              <a:endParaRPr lang="de-DE"/>
            </a:p>
          </p:txBody>
        </p:sp>
        <p:sp>
          <p:nvSpPr>
            <p:cNvPr id="31" name="Freihandform: Form 30">
              <a:extLst>
                <a:ext uri="{FF2B5EF4-FFF2-40B4-BE49-F238E27FC236}">
                  <a16:creationId xmlns:a16="http://schemas.microsoft.com/office/drawing/2014/main" id="{E708ABD0-790C-43C1-84ED-8175CC87B7CB}"/>
                </a:ext>
              </a:extLst>
            </p:cNvPr>
            <p:cNvSpPr/>
            <p:nvPr/>
          </p:nvSpPr>
          <p:spPr>
            <a:xfrm>
              <a:off x="5267908" y="4441411"/>
              <a:ext cx="1211777" cy="2423554"/>
            </a:xfrm>
            <a:custGeom>
              <a:avLst/>
              <a:gdLst>
                <a:gd name="connsiteX0" fmla="*/ 0 w 1211777"/>
                <a:gd name="connsiteY0" fmla="*/ 0 h 2423554"/>
                <a:gd name="connsiteX1" fmla="*/ 1211777 w 1211777"/>
                <a:gd name="connsiteY1" fmla="*/ 0 h 2423554"/>
                <a:gd name="connsiteX2" fmla="*/ 1211777 w 1211777"/>
                <a:gd name="connsiteY2" fmla="*/ 2423554 h 2423554"/>
                <a:gd name="connsiteX3" fmla="*/ 0 w 1211777"/>
                <a:gd name="connsiteY3" fmla="*/ 2423554 h 2423554"/>
              </a:gdLst>
              <a:ahLst/>
              <a:cxnLst>
                <a:cxn ang="0">
                  <a:pos x="connsiteX0" y="connsiteY0"/>
                </a:cxn>
                <a:cxn ang="0">
                  <a:pos x="connsiteX1" y="connsiteY1"/>
                </a:cxn>
                <a:cxn ang="0">
                  <a:pos x="connsiteX2" y="connsiteY2"/>
                </a:cxn>
                <a:cxn ang="0">
                  <a:pos x="connsiteX3" y="connsiteY3"/>
                </a:cxn>
              </a:cxnLst>
              <a:rect l="l" t="t" r="r" b="b"/>
              <a:pathLst>
                <a:path w="1211777" h="2423554">
                  <a:moveTo>
                    <a:pt x="0" y="0"/>
                  </a:moveTo>
                  <a:lnTo>
                    <a:pt x="1211777" y="0"/>
                  </a:lnTo>
                  <a:lnTo>
                    <a:pt x="1211777" y="2423554"/>
                  </a:lnTo>
                  <a:lnTo>
                    <a:pt x="0" y="2423554"/>
                  </a:lnTo>
                  <a:close/>
                </a:path>
              </a:pathLst>
            </a:custGeom>
            <a:gradFill>
              <a:gsLst>
                <a:gs pos="90000">
                  <a:schemeClr val="bg2"/>
                </a:gs>
                <a:gs pos="20000">
                  <a:srgbClr val="00CE7D"/>
                </a:gs>
              </a:gsLst>
              <a:lin ang="5400000" scaled="1"/>
            </a:gradFill>
            <a:ln w="12110" cap="flat">
              <a:no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1CDDECDE-B2C3-49EE-ACEE-E824431939D5}"/>
                </a:ext>
              </a:extLst>
            </p:cNvPr>
            <p:cNvSpPr/>
            <p:nvPr/>
          </p:nvSpPr>
          <p:spPr>
            <a:xfrm>
              <a:off x="7691462" y="2744924"/>
              <a:ext cx="969421" cy="1696487"/>
            </a:xfrm>
            <a:custGeom>
              <a:avLst/>
              <a:gdLst>
                <a:gd name="connsiteX0" fmla="*/ 969422 w 969421"/>
                <a:gd name="connsiteY0" fmla="*/ 0 h 1696487"/>
                <a:gd name="connsiteX1" fmla="*/ 0 w 969421"/>
                <a:gd name="connsiteY1" fmla="*/ 0 h 1696487"/>
                <a:gd name="connsiteX2" fmla="*/ 0 w 969421"/>
                <a:gd name="connsiteY2" fmla="*/ 1696488 h 1696487"/>
                <a:gd name="connsiteX3" fmla="*/ 969422 w 969421"/>
                <a:gd name="connsiteY3" fmla="*/ 1211898 h 1696487"/>
                <a:gd name="connsiteX4" fmla="*/ 969422 w 969421"/>
                <a:gd name="connsiteY4" fmla="*/ 0 h 169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421" h="1696487">
                  <a:moveTo>
                    <a:pt x="969422" y="0"/>
                  </a:moveTo>
                  <a:lnTo>
                    <a:pt x="0" y="0"/>
                  </a:lnTo>
                  <a:lnTo>
                    <a:pt x="0" y="1696488"/>
                  </a:lnTo>
                  <a:cubicBezTo>
                    <a:pt x="396372" y="1696488"/>
                    <a:pt x="748394" y="1506118"/>
                    <a:pt x="969422" y="1211898"/>
                  </a:cubicBezTo>
                  <a:lnTo>
                    <a:pt x="969422" y="0"/>
                  </a:lnTo>
                  <a:close/>
                </a:path>
              </a:pathLst>
            </a:custGeom>
            <a:solidFill>
              <a:srgbClr val="201751"/>
            </a:solidFill>
            <a:ln w="12110" cap="flat">
              <a:no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E7A91B63-ABB8-431C-8DC5-318EADCEA8A7}"/>
                </a:ext>
              </a:extLst>
            </p:cNvPr>
            <p:cNvSpPr/>
            <p:nvPr/>
          </p:nvSpPr>
          <p:spPr>
            <a:xfrm>
              <a:off x="7691462" y="5895544"/>
              <a:ext cx="969421" cy="969421"/>
            </a:xfrm>
            <a:custGeom>
              <a:avLst/>
              <a:gdLst>
                <a:gd name="connsiteX0" fmla="*/ 0 w 969421"/>
                <a:gd name="connsiteY0" fmla="*/ 969422 h 969421"/>
                <a:gd name="connsiteX1" fmla="*/ 969422 w 969421"/>
                <a:gd name="connsiteY1" fmla="*/ 969422 h 969421"/>
                <a:gd name="connsiteX2" fmla="*/ 969422 w 969421"/>
                <a:gd name="connsiteY2" fmla="*/ 0 h 969421"/>
              </a:gdLst>
              <a:ahLst/>
              <a:cxnLst>
                <a:cxn ang="0">
                  <a:pos x="connsiteX0" y="connsiteY0"/>
                </a:cxn>
                <a:cxn ang="0">
                  <a:pos x="connsiteX1" y="connsiteY1"/>
                </a:cxn>
                <a:cxn ang="0">
                  <a:pos x="connsiteX2" y="connsiteY2"/>
                </a:cxn>
              </a:cxnLst>
              <a:rect l="l" t="t" r="r" b="b"/>
              <a:pathLst>
                <a:path w="969421" h="969421">
                  <a:moveTo>
                    <a:pt x="0" y="969422"/>
                  </a:moveTo>
                  <a:lnTo>
                    <a:pt x="969422" y="969422"/>
                  </a:lnTo>
                  <a:lnTo>
                    <a:pt x="969422" y="0"/>
                  </a:lnTo>
                  <a:close/>
                </a:path>
              </a:pathLst>
            </a:custGeom>
            <a:solidFill>
              <a:srgbClr val="201751"/>
            </a:solidFill>
            <a:ln w="12110"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42AE8AFB-D670-4E0D-A62C-E61AED66A362}"/>
                </a:ext>
              </a:extLst>
            </p:cNvPr>
            <p:cNvSpPr/>
            <p:nvPr/>
          </p:nvSpPr>
          <p:spPr>
            <a:xfrm>
              <a:off x="6479685" y="4441411"/>
              <a:ext cx="2181198" cy="2423554"/>
            </a:xfrm>
            <a:custGeom>
              <a:avLst/>
              <a:gdLst>
                <a:gd name="connsiteX0" fmla="*/ 2181199 w 2181198"/>
                <a:gd name="connsiteY0" fmla="*/ 0 h 2423554"/>
                <a:gd name="connsiteX1" fmla="*/ 1211777 w 2181198"/>
                <a:gd name="connsiteY1" fmla="*/ 0 h 2423554"/>
                <a:gd name="connsiteX2" fmla="*/ 0 w 2181198"/>
                <a:gd name="connsiteY2" fmla="*/ 1211777 h 2423554"/>
                <a:gd name="connsiteX3" fmla="*/ 0 w 2181198"/>
                <a:gd name="connsiteY3" fmla="*/ 2423554 h 2423554"/>
                <a:gd name="connsiteX4" fmla="*/ 2181199 w 2181198"/>
                <a:gd name="connsiteY4" fmla="*/ 242355 h 2423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198" h="2423554">
                  <a:moveTo>
                    <a:pt x="2181199" y="0"/>
                  </a:moveTo>
                  <a:lnTo>
                    <a:pt x="1211777" y="0"/>
                  </a:lnTo>
                  <a:lnTo>
                    <a:pt x="0" y="1211777"/>
                  </a:lnTo>
                  <a:lnTo>
                    <a:pt x="0" y="2423554"/>
                  </a:lnTo>
                  <a:lnTo>
                    <a:pt x="2181199" y="242355"/>
                  </a:lnTo>
                  <a:close/>
                </a:path>
              </a:pathLst>
            </a:custGeom>
            <a:gradFill flip="none" rotWithShape="1">
              <a:gsLst>
                <a:gs pos="19000">
                  <a:srgbClr val="F3F3F3"/>
                </a:gs>
                <a:gs pos="80000">
                  <a:srgbClr val="00CE7D"/>
                </a:gs>
              </a:gsLst>
              <a:lin ang="5400000" scaled="1"/>
              <a:tileRect/>
            </a:gradFill>
            <a:ln w="12110" cap="flat">
              <a:noFill/>
              <a:prstDash val="solid"/>
              <a:miter/>
            </a:ln>
          </p:spPr>
          <p:txBody>
            <a:bodyPr rtlCol="0" anchor="ctr"/>
            <a:lstStyle/>
            <a:p>
              <a:endParaRPr lang="de-DE"/>
            </a:p>
          </p:txBody>
        </p:sp>
      </p:grpSp>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1200" y="476936"/>
            <a:ext cx="3638169" cy="329870"/>
          </a:xfrm>
          <a:prstGeom prst="rect">
            <a:avLst/>
          </a:prstGeom>
        </p:spPr>
      </p:pic>
    </p:spTree>
    <p:extLst>
      <p:ext uri="{BB962C8B-B14F-4D97-AF65-F5344CB8AC3E}">
        <p14:creationId xmlns:p14="http://schemas.microsoft.com/office/powerpoint/2010/main" val="303500068"/>
      </p:ext>
    </p:extLst>
  </p:cSld>
  <p:clrMapOvr>
    <a:masterClrMapping/>
  </p:clrMapOvr>
  <p:extLst>
    <p:ext uri="{DCECCB84-F9BA-43D5-87BE-67443E8EF086}">
      <p15:sldGuideLst xmlns:p15="http://schemas.microsoft.com/office/powerpoint/2012/main">
        <p15:guide id="1" orient="horz" pos="300" userDrawn="1">
          <p15:clr>
            <a:srgbClr val="FBAE40"/>
          </p15:clr>
        </p15:guide>
        <p15:guide id="2" orient="horz" pos="5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elfolie (blau)">
    <p:bg bwMode="auto">
      <p:bgPr>
        <a:solidFill>
          <a:srgbClr val="20175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1295284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bg1"/>
                </a:solidFill>
              </a:defRPr>
            </a:lvl1pPr>
          </a:lstStyle>
          <a:p>
            <a:r>
              <a:rPr lang="en-US" noProof="0"/>
              <a:t>Presentation </a:t>
            </a:r>
            <a:br>
              <a:rPr lang="en-US" noProof="0"/>
            </a:br>
            <a:r>
              <a:rPr lang="en-US" noProof="0"/>
              <a:t>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854256"/>
            <a:ext cx="5401233" cy="720080"/>
          </a:xfrm>
        </p:spPr>
        <p:txBody>
          <a:bodyPr anchor="t" anchorCtr="0"/>
          <a:lstStyle>
            <a:lvl1pPr marL="0" indent="0" algn="l">
              <a:lnSpc>
                <a:spcPct val="100000"/>
              </a:lnSpc>
              <a:spcBef>
                <a:spcPts val="0"/>
              </a:spcBef>
              <a:buNone/>
              <a:defRPr sz="2400">
                <a:solidFill>
                  <a:schemeClr val="bg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Subtitle</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800993" y="-487273"/>
            <a:ext cx="816102" cy="1625346"/>
          </a:xfrm>
          <a:prstGeom prst="rect">
            <a:avLst/>
          </a:prstGeom>
        </p:spPr>
      </p:pic>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bwMode="white">
          <a:xfrm>
            <a:off x="586817" y="4689140"/>
            <a:ext cx="3529571" cy="288032"/>
          </a:xfrm>
        </p:spPr>
        <p:txBody>
          <a:bodyPr anchor="t"/>
          <a:lstStyle>
            <a:lvl1pPr algn="l">
              <a:lnSpc>
                <a:spcPct val="110000"/>
              </a:lnSpc>
              <a:defRPr sz="1400">
                <a:solidFill>
                  <a:schemeClr val="bg1"/>
                </a:solidFill>
              </a:defRPr>
            </a:lvl1pPr>
          </a:lstStyle>
          <a:p>
            <a:fld id="{881B7BF1-5422-461D-9E1F-E1927046B8AB}" type="datetime3">
              <a:rPr lang="en-US" noProof="0" smtClean="0"/>
              <a:t>23 February 2026</a:t>
            </a:fld>
            <a:endParaRPr lang="en-US" noProof="0" dirty="0"/>
          </a:p>
        </p:txBody>
      </p:sp>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604973" y="476936"/>
            <a:ext cx="3630623" cy="329870"/>
          </a:xfrm>
          <a:prstGeom prst="rect">
            <a:avLst/>
          </a:prstGeom>
        </p:spPr>
      </p:pic>
      <p:grpSp>
        <p:nvGrpSpPr>
          <p:cNvPr id="16" name="Gruppieren 15">
            <a:extLst>
              <a:ext uri="{FF2B5EF4-FFF2-40B4-BE49-F238E27FC236}">
                <a16:creationId xmlns:a16="http://schemas.microsoft.com/office/drawing/2014/main" id="{06956DC9-6DE9-4396-89B0-F5352960F2C8}"/>
              </a:ext>
            </a:extLst>
          </p:cNvPr>
          <p:cNvGrpSpPr>
            <a:grpSpLocks noChangeAspect="1"/>
          </p:cNvGrpSpPr>
          <p:nvPr userDrawn="1"/>
        </p:nvGrpSpPr>
        <p:grpSpPr bwMode="gray">
          <a:xfrm flipV="1">
            <a:off x="8799025" y="2737959"/>
            <a:ext cx="3392975" cy="4120041"/>
            <a:chOff x="5807968" y="2191091"/>
            <a:chExt cx="2667000" cy="3238500"/>
          </a:xfrm>
        </p:grpSpPr>
        <p:sp>
          <p:nvSpPr>
            <p:cNvPr id="17" name="Freihandform: Form 16">
              <a:extLst>
                <a:ext uri="{FF2B5EF4-FFF2-40B4-BE49-F238E27FC236}">
                  <a16:creationId xmlns:a16="http://schemas.microsoft.com/office/drawing/2014/main" id="{D7A29E38-C4B8-431B-9150-1E48EFD043DC}"/>
                </a:ext>
              </a:extLst>
            </p:cNvPr>
            <p:cNvSpPr/>
            <p:nvPr/>
          </p:nvSpPr>
          <p:spPr bwMode="gray">
            <a:xfrm>
              <a:off x="6760468" y="2572091"/>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solidFill>
              <a:srgbClr val="00CE7D"/>
            </a:solidFill>
            <a:ln w="9525" cap="flat">
              <a:noFill/>
              <a:prstDash val="solid"/>
              <a:miter/>
            </a:ln>
          </p:spPr>
          <p:txBody>
            <a:bodyPr rtlCol="0" anchor="ctr"/>
            <a:lstStyle/>
            <a:p>
              <a:endParaRPr lang="de-DE"/>
            </a:p>
          </p:txBody>
        </p:sp>
        <p:sp>
          <p:nvSpPr>
            <p:cNvPr id="18" name="Freihandform: Form 17">
              <a:extLst>
                <a:ext uri="{FF2B5EF4-FFF2-40B4-BE49-F238E27FC236}">
                  <a16:creationId xmlns:a16="http://schemas.microsoft.com/office/drawing/2014/main" id="{93DB171A-DE9B-42E3-8B9B-F2C31B64BB3B}"/>
                </a:ext>
              </a:extLst>
            </p:cNvPr>
            <p:cNvSpPr/>
            <p:nvPr/>
          </p:nvSpPr>
          <p:spPr bwMode="gray">
            <a:xfrm>
              <a:off x="5807968" y="2191091"/>
              <a:ext cx="952500" cy="381000"/>
            </a:xfrm>
            <a:custGeom>
              <a:avLst/>
              <a:gdLst>
                <a:gd name="connsiteX0" fmla="*/ 0 w 952500"/>
                <a:gd name="connsiteY0" fmla="*/ 0 h 381000"/>
                <a:gd name="connsiteX1" fmla="*/ 952500 w 952500"/>
                <a:gd name="connsiteY1" fmla="*/ 0 h 381000"/>
                <a:gd name="connsiteX2" fmla="*/ 952500 w 952500"/>
                <a:gd name="connsiteY2" fmla="*/ 381000 h 381000"/>
                <a:gd name="connsiteX3" fmla="*/ 0 w 95250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952500" h="381000">
                  <a:moveTo>
                    <a:pt x="0" y="0"/>
                  </a:moveTo>
                  <a:lnTo>
                    <a:pt x="952500" y="0"/>
                  </a:lnTo>
                  <a:lnTo>
                    <a:pt x="952500" y="381000"/>
                  </a:lnTo>
                  <a:lnTo>
                    <a:pt x="0" y="381000"/>
                  </a:lnTo>
                  <a:close/>
                </a:path>
              </a:pathLst>
            </a:custGeom>
            <a:solidFill>
              <a:srgbClr val="00CE7D"/>
            </a:solidFill>
            <a:ln w="9525" cap="flat">
              <a:noFill/>
              <a:prstDash val="solid"/>
              <a:miter/>
            </a:ln>
          </p:spPr>
          <p:txBody>
            <a:bodyPr rtlCol="0" anchor="ctr"/>
            <a:lstStyle/>
            <a:p>
              <a:endParaRPr lang="de-DE"/>
            </a:p>
          </p:txBody>
        </p:sp>
        <p:sp>
          <p:nvSpPr>
            <p:cNvPr id="19" name="Freihandform: Form 18">
              <a:extLst>
                <a:ext uri="{FF2B5EF4-FFF2-40B4-BE49-F238E27FC236}">
                  <a16:creationId xmlns:a16="http://schemas.microsoft.com/office/drawing/2014/main" id="{9E7C7148-B187-412B-BE3E-00C968F6C1F5}"/>
                </a:ext>
              </a:extLst>
            </p:cNvPr>
            <p:cNvSpPr/>
            <p:nvPr/>
          </p:nvSpPr>
          <p:spPr bwMode="gray">
            <a:xfrm>
              <a:off x="5807968" y="3524591"/>
              <a:ext cx="952500" cy="1905000"/>
            </a:xfrm>
            <a:custGeom>
              <a:avLst/>
              <a:gdLst>
                <a:gd name="connsiteX0" fmla="*/ 0 w 952500"/>
                <a:gd name="connsiteY0" fmla="*/ 0 h 1905000"/>
                <a:gd name="connsiteX1" fmla="*/ 952500 w 952500"/>
                <a:gd name="connsiteY1" fmla="*/ 0 h 1905000"/>
                <a:gd name="connsiteX2" fmla="*/ 952500 w 952500"/>
                <a:gd name="connsiteY2" fmla="*/ 1905000 h 1905000"/>
                <a:gd name="connsiteX3" fmla="*/ 0 w 952500"/>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952500" h="1905000">
                  <a:moveTo>
                    <a:pt x="0" y="0"/>
                  </a:moveTo>
                  <a:lnTo>
                    <a:pt x="952500" y="0"/>
                  </a:lnTo>
                  <a:lnTo>
                    <a:pt x="952500" y="1905000"/>
                  </a:lnTo>
                  <a:lnTo>
                    <a:pt x="0" y="1905000"/>
                  </a:lnTo>
                  <a:close/>
                </a:path>
              </a:pathLst>
            </a:custGeom>
            <a:gradFill>
              <a:gsLst>
                <a:gs pos="20000">
                  <a:srgbClr val="00CE7D"/>
                </a:gs>
                <a:gs pos="80000">
                  <a:srgbClr val="201751"/>
                </a:gs>
              </a:gsLst>
              <a:lin ang="5400000" scaled="1"/>
            </a:gradFill>
            <a:ln w="9525" cap="flat">
              <a:no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BE9CB61C-B448-43DF-B262-10BB8930606D}"/>
                </a:ext>
              </a:extLst>
            </p:cNvPr>
            <p:cNvSpPr/>
            <p:nvPr/>
          </p:nvSpPr>
          <p:spPr bwMode="gray">
            <a:xfrm>
              <a:off x="7712968" y="2191091"/>
              <a:ext cx="762000" cy="1333500"/>
            </a:xfrm>
            <a:custGeom>
              <a:avLst/>
              <a:gdLst>
                <a:gd name="connsiteX0" fmla="*/ 762000 w 762000"/>
                <a:gd name="connsiteY0" fmla="*/ 0 h 1333500"/>
                <a:gd name="connsiteX1" fmla="*/ 0 w 762000"/>
                <a:gd name="connsiteY1" fmla="*/ 0 h 1333500"/>
                <a:gd name="connsiteX2" fmla="*/ 0 w 762000"/>
                <a:gd name="connsiteY2" fmla="*/ 1333500 h 1333500"/>
                <a:gd name="connsiteX3" fmla="*/ 762000 w 762000"/>
                <a:gd name="connsiteY3" fmla="*/ 952595 h 1333500"/>
                <a:gd name="connsiteX4" fmla="*/ 762000 w 762000"/>
                <a:gd name="connsiteY4" fmla="*/ 0 h 133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1333500">
                  <a:moveTo>
                    <a:pt x="762000" y="0"/>
                  </a:moveTo>
                  <a:lnTo>
                    <a:pt x="0" y="0"/>
                  </a:lnTo>
                  <a:lnTo>
                    <a:pt x="0" y="1333500"/>
                  </a:lnTo>
                  <a:cubicBezTo>
                    <a:pt x="311563" y="1333500"/>
                    <a:pt x="588264" y="1183862"/>
                    <a:pt x="762000" y="952595"/>
                  </a:cubicBezTo>
                  <a:lnTo>
                    <a:pt x="762000" y="0"/>
                  </a:lnTo>
                  <a:close/>
                </a:path>
              </a:pathLst>
            </a:custGeom>
            <a:solidFill>
              <a:srgbClr val="FFFFFF"/>
            </a:solidFill>
            <a:ln w="9525" cap="flat">
              <a:no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6A55E9B2-921C-4329-B985-554A9C3767F2}"/>
                </a:ext>
              </a:extLst>
            </p:cNvPr>
            <p:cNvSpPr/>
            <p:nvPr/>
          </p:nvSpPr>
          <p:spPr bwMode="gray">
            <a:xfrm>
              <a:off x="7712968" y="4667591"/>
              <a:ext cx="762000" cy="762000"/>
            </a:xfrm>
            <a:custGeom>
              <a:avLst/>
              <a:gdLst>
                <a:gd name="connsiteX0" fmla="*/ 0 w 762000"/>
                <a:gd name="connsiteY0" fmla="*/ 762000 h 762000"/>
                <a:gd name="connsiteX1" fmla="*/ 762000 w 762000"/>
                <a:gd name="connsiteY1" fmla="*/ 762000 h 762000"/>
                <a:gd name="connsiteX2" fmla="*/ 762000 w 762000"/>
                <a:gd name="connsiteY2" fmla="*/ 0 h 762000"/>
              </a:gdLst>
              <a:ahLst/>
              <a:cxnLst>
                <a:cxn ang="0">
                  <a:pos x="connsiteX0" y="connsiteY0"/>
                </a:cxn>
                <a:cxn ang="0">
                  <a:pos x="connsiteX1" y="connsiteY1"/>
                </a:cxn>
                <a:cxn ang="0">
                  <a:pos x="connsiteX2" y="connsiteY2"/>
                </a:cxn>
              </a:cxnLst>
              <a:rect l="l" t="t" r="r" b="b"/>
              <a:pathLst>
                <a:path w="762000" h="762000">
                  <a:moveTo>
                    <a:pt x="0" y="762000"/>
                  </a:moveTo>
                  <a:lnTo>
                    <a:pt x="762000" y="762000"/>
                  </a:lnTo>
                  <a:lnTo>
                    <a:pt x="762000" y="0"/>
                  </a:lnTo>
                  <a:close/>
                </a:path>
              </a:pathLst>
            </a:custGeom>
            <a:solidFill>
              <a:srgbClr val="FFFFFF"/>
            </a:solidFill>
            <a:ln w="9525" cap="flat">
              <a:noFill/>
              <a:prstDash val="solid"/>
              <a:miter/>
            </a:ln>
          </p:spPr>
          <p:txBody>
            <a:bodyPr rtlCol="0" anchor="ctr"/>
            <a:lstStyle/>
            <a:p>
              <a:endParaRPr lang="de-DE"/>
            </a:p>
          </p:txBody>
        </p:sp>
        <p:sp>
          <p:nvSpPr>
            <p:cNvPr id="22" name="Freihandform: Form 21">
              <a:extLst>
                <a:ext uri="{FF2B5EF4-FFF2-40B4-BE49-F238E27FC236}">
                  <a16:creationId xmlns:a16="http://schemas.microsoft.com/office/drawing/2014/main" id="{F7D47231-D549-4315-B04C-12DC4848D802}"/>
                </a:ext>
              </a:extLst>
            </p:cNvPr>
            <p:cNvSpPr/>
            <p:nvPr/>
          </p:nvSpPr>
          <p:spPr bwMode="gray">
            <a:xfrm>
              <a:off x="6760468" y="3524591"/>
              <a:ext cx="1714500" cy="1905000"/>
            </a:xfrm>
            <a:custGeom>
              <a:avLst/>
              <a:gdLst>
                <a:gd name="connsiteX0" fmla="*/ 1714500 w 1714500"/>
                <a:gd name="connsiteY0" fmla="*/ 0 h 1905000"/>
                <a:gd name="connsiteX1" fmla="*/ 952500 w 1714500"/>
                <a:gd name="connsiteY1" fmla="*/ 0 h 1905000"/>
                <a:gd name="connsiteX2" fmla="*/ 0 w 1714500"/>
                <a:gd name="connsiteY2" fmla="*/ 952500 h 1905000"/>
                <a:gd name="connsiteX3" fmla="*/ 0 w 1714500"/>
                <a:gd name="connsiteY3" fmla="*/ 1905000 h 1905000"/>
                <a:gd name="connsiteX4" fmla="*/ 1714500 w 1714500"/>
                <a:gd name="connsiteY4" fmla="*/ 190500 h 190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0" h="1905000">
                  <a:moveTo>
                    <a:pt x="1714500" y="0"/>
                  </a:moveTo>
                  <a:lnTo>
                    <a:pt x="952500" y="0"/>
                  </a:lnTo>
                  <a:lnTo>
                    <a:pt x="0" y="952500"/>
                  </a:lnTo>
                  <a:lnTo>
                    <a:pt x="0" y="1905000"/>
                  </a:lnTo>
                  <a:lnTo>
                    <a:pt x="1714500" y="190500"/>
                  </a:lnTo>
                  <a:close/>
                </a:path>
              </a:pathLst>
            </a:custGeom>
            <a:gradFill>
              <a:gsLst>
                <a:gs pos="20000">
                  <a:srgbClr val="201751"/>
                </a:gs>
                <a:gs pos="80000">
                  <a:srgbClr val="00CE7D"/>
                </a:gs>
              </a:gsLst>
              <a:lin ang="5400000" scaled="1"/>
            </a:gradFill>
            <a:ln w="9525" cap="flat">
              <a:noFill/>
              <a:prstDash val="solid"/>
              <a:miter/>
            </a:ln>
          </p:spPr>
          <p:txBody>
            <a:bodyPr rtlCol="0" anchor="ctr"/>
            <a:lstStyle/>
            <a:p>
              <a:endParaRPr lang="de-DE"/>
            </a:p>
          </p:txBody>
        </p:sp>
      </p:grpSp>
    </p:spTree>
    <p:extLst>
      <p:ext uri="{BB962C8B-B14F-4D97-AF65-F5344CB8AC3E}">
        <p14:creationId xmlns:p14="http://schemas.microsoft.com/office/powerpoint/2010/main" val="65482860"/>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elfolie 2">
    <p:bg>
      <p:bgPr>
        <a:solidFill>
          <a:srgbClr val="F3F3F3"/>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1561877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tx1"/>
                </a:solidFill>
              </a:defRPr>
            </a:lvl1pPr>
          </a:lstStyle>
          <a:p>
            <a:r>
              <a:rPr lang="en-US" noProof="0" dirty="0"/>
              <a:t>Presentation </a:t>
            </a:r>
            <a:br>
              <a:rPr lang="en-US" noProof="0" dirty="0"/>
            </a:br>
            <a:r>
              <a:rPr lang="en-US" noProof="0" dirty="0"/>
              <a:t>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854256"/>
            <a:ext cx="5401233" cy="720080"/>
          </a:xfrm>
        </p:spPr>
        <p:txBody>
          <a:bodyPr anchor="t" anchorCtr="0"/>
          <a:lstStyle>
            <a:lvl1pPr marL="0" indent="0" algn="l">
              <a:lnSpc>
                <a:spcPct val="100000"/>
              </a:lnSpc>
              <a:spcBef>
                <a:spcPts val="0"/>
              </a:spcBef>
              <a:buNone/>
              <a:defRPr sz="2400">
                <a:solidFill>
                  <a:schemeClr val="tx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Subtitle</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a:xfrm>
            <a:off x="586817" y="4689140"/>
            <a:ext cx="3529571" cy="288032"/>
          </a:xfrm>
        </p:spPr>
        <p:txBody>
          <a:bodyPr anchor="t"/>
          <a:lstStyle>
            <a:lvl1pPr algn="l">
              <a:lnSpc>
                <a:spcPct val="110000"/>
              </a:lnSpc>
              <a:defRPr sz="1400"/>
            </a:lvl1pPr>
          </a:lstStyle>
          <a:p>
            <a:fld id="{E5DF8067-24E8-4D4E-B690-FECCB8D1E844}" type="datetime3">
              <a:rPr lang="en-US" noProof="0" smtClean="0"/>
              <a:t>23 February 2026</a:t>
            </a:fld>
            <a:endParaRPr lang="en-US" noProof="0" dirty="0"/>
          </a:p>
        </p:txBody>
      </p:sp>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1200" y="476936"/>
            <a:ext cx="3638169" cy="329870"/>
          </a:xfrm>
          <a:prstGeom prst="rect">
            <a:avLst/>
          </a:prstGeom>
        </p:spPr>
      </p:pic>
      <p:grpSp>
        <p:nvGrpSpPr>
          <p:cNvPr id="16" name="Gruppieren 15">
            <a:extLst>
              <a:ext uri="{FF2B5EF4-FFF2-40B4-BE49-F238E27FC236}">
                <a16:creationId xmlns:a16="http://schemas.microsoft.com/office/drawing/2014/main" id="{8D760FE9-CA9E-4E13-B24D-08CAE7262CBB}"/>
              </a:ext>
            </a:extLst>
          </p:cNvPr>
          <p:cNvGrpSpPr>
            <a:grpSpLocks noChangeAspect="1"/>
          </p:cNvGrpSpPr>
          <p:nvPr userDrawn="1"/>
        </p:nvGrpSpPr>
        <p:grpSpPr>
          <a:xfrm>
            <a:off x="6795737" y="2061321"/>
            <a:ext cx="5396263" cy="4796679"/>
            <a:chOff x="1523492" y="1772816"/>
            <a:chExt cx="4286250" cy="3810000"/>
          </a:xfrm>
        </p:grpSpPr>
        <p:sp>
          <p:nvSpPr>
            <p:cNvPr id="17" name="Freihandform: Form 16">
              <a:extLst>
                <a:ext uri="{FF2B5EF4-FFF2-40B4-BE49-F238E27FC236}">
                  <a16:creationId xmlns:a16="http://schemas.microsoft.com/office/drawing/2014/main" id="{0927FB20-9879-4BBD-AEEC-9C317AC8C1B1}"/>
                </a:ext>
              </a:extLst>
            </p:cNvPr>
            <p:cNvSpPr/>
            <p:nvPr/>
          </p:nvSpPr>
          <p:spPr>
            <a:xfrm>
              <a:off x="3428492" y="2249066"/>
              <a:ext cx="952500" cy="952500"/>
            </a:xfrm>
            <a:custGeom>
              <a:avLst/>
              <a:gdLst>
                <a:gd name="connsiteX0" fmla="*/ 0 w 952500"/>
                <a:gd name="connsiteY0" fmla="*/ 0 h 952500"/>
                <a:gd name="connsiteX1" fmla="*/ 952500 w 952500"/>
                <a:gd name="connsiteY1" fmla="*/ 0 h 952500"/>
                <a:gd name="connsiteX2" fmla="*/ 0 w 952500"/>
                <a:gd name="connsiteY2" fmla="*/ 952500 h 952500"/>
              </a:gdLst>
              <a:ahLst/>
              <a:cxnLst>
                <a:cxn ang="0">
                  <a:pos x="connsiteX0" y="connsiteY0"/>
                </a:cxn>
                <a:cxn ang="0">
                  <a:pos x="connsiteX1" y="connsiteY1"/>
                </a:cxn>
                <a:cxn ang="0">
                  <a:pos x="connsiteX2" y="connsiteY2"/>
                </a:cxn>
              </a:cxnLst>
              <a:rect l="l" t="t" r="r" b="b"/>
              <a:pathLst>
                <a:path w="952500" h="952500">
                  <a:moveTo>
                    <a:pt x="0" y="0"/>
                  </a:moveTo>
                  <a:lnTo>
                    <a:pt x="952500" y="0"/>
                  </a:lnTo>
                  <a:lnTo>
                    <a:pt x="0" y="952500"/>
                  </a:lnTo>
                  <a:close/>
                </a:path>
              </a:pathLst>
            </a:custGeom>
            <a:solidFill>
              <a:srgbClr val="201751"/>
            </a:solidFill>
            <a:ln w="9525" cap="flat">
              <a:noFill/>
              <a:prstDash val="solid"/>
              <a:miter/>
            </a:ln>
          </p:spPr>
          <p:txBody>
            <a:bodyPr rtlCol="0" anchor="ctr"/>
            <a:lstStyle/>
            <a:p>
              <a:endParaRPr lang="de-DE"/>
            </a:p>
          </p:txBody>
        </p:sp>
        <p:sp>
          <p:nvSpPr>
            <p:cNvPr id="18" name="Freihandform: Form 17">
              <a:extLst>
                <a:ext uri="{FF2B5EF4-FFF2-40B4-BE49-F238E27FC236}">
                  <a16:creationId xmlns:a16="http://schemas.microsoft.com/office/drawing/2014/main" id="{20659511-CA53-45C8-A6C9-80C8B0AB2970}"/>
                </a:ext>
              </a:extLst>
            </p:cNvPr>
            <p:cNvSpPr/>
            <p:nvPr/>
          </p:nvSpPr>
          <p:spPr>
            <a:xfrm>
              <a:off x="1523492" y="2725316"/>
              <a:ext cx="952500" cy="1428750"/>
            </a:xfrm>
            <a:custGeom>
              <a:avLst/>
              <a:gdLst>
                <a:gd name="connsiteX0" fmla="*/ 476250 w 952500"/>
                <a:gd name="connsiteY0" fmla="*/ 0 h 1428750"/>
                <a:gd name="connsiteX1" fmla="*/ 0 w 952500"/>
                <a:gd name="connsiteY1" fmla="*/ 476250 h 1428750"/>
                <a:gd name="connsiteX2" fmla="*/ 0 w 952500"/>
                <a:gd name="connsiteY2" fmla="*/ 1428750 h 1428750"/>
                <a:gd name="connsiteX3" fmla="*/ 952500 w 952500"/>
                <a:gd name="connsiteY3" fmla="*/ 1428750 h 1428750"/>
                <a:gd name="connsiteX4" fmla="*/ 952500 w 952500"/>
                <a:gd name="connsiteY4" fmla="*/ 476250 h 1428750"/>
                <a:gd name="connsiteX5" fmla="*/ 476250 w 952500"/>
                <a:gd name="connsiteY5"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428750">
                  <a:moveTo>
                    <a:pt x="476250" y="0"/>
                  </a:moveTo>
                  <a:cubicBezTo>
                    <a:pt x="213265" y="0"/>
                    <a:pt x="0" y="213265"/>
                    <a:pt x="0" y="476250"/>
                  </a:cubicBezTo>
                  <a:lnTo>
                    <a:pt x="0" y="1428750"/>
                  </a:lnTo>
                  <a:lnTo>
                    <a:pt x="952500" y="1428750"/>
                  </a:lnTo>
                  <a:lnTo>
                    <a:pt x="952500" y="476250"/>
                  </a:lnTo>
                  <a:cubicBezTo>
                    <a:pt x="952500" y="213265"/>
                    <a:pt x="739235" y="0"/>
                    <a:pt x="476250" y="0"/>
                  </a:cubicBezTo>
                  <a:close/>
                </a:path>
              </a:pathLst>
            </a:custGeom>
            <a:gradFill>
              <a:gsLst>
                <a:gs pos="20000">
                  <a:srgbClr val="201751"/>
                </a:gs>
                <a:gs pos="100000">
                  <a:srgbClr val="F3F3F3"/>
                </a:gs>
              </a:gsLst>
              <a:lin ang="5400000" scaled="1"/>
            </a:gradFill>
            <a:ln w="9525" cap="flat">
              <a:noFill/>
              <a:prstDash val="solid"/>
              <a:miter/>
            </a:ln>
          </p:spPr>
          <p:txBody>
            <a:bodyPr rtlCol="0" anchor="ctr"/>
            <a:lstStyle/>
            <a:p>
              <a:endParaRPr lang="de-DE"/>
            </a:p>
          </p:txBody>
        </p:sp>
        <p:sp>
          <p:nvSpPr>
            <p:cNvPr id="19" name="Freihandform: Form 18">
              <a:extLst>
                <a:ext uri="{FF2B5EF4-FFF2-40B4-BE49-F238E27FC236}">
                  <a16:creationId xmlns:a16="http://schemas.microsoft.com/office/drawing/2014/main" id="{8BF39AA4-A4D1-486C-91DA-3EBF982CA638}"/>
                </a:ext>
              </a:extLst>
            </p:cNvPr>
            <p:cNvSpPr/>
            <p:nvPr/>
          </p:nvSpPr>
          <p:spPr>
            <a:xfrm>
              <a:off x="1523492" y="4154066"/>
              <a:ext cx="1428750" cy="1428750"/>
            </a:xfrm>
            <a:custGeom>
              <a:avLst/>
              <a:gdLst>
                <a:gd name="connsiteX0" fmla="*/ 1428750 w 1428750"/>
                <a:gd name="connsiteY0" fmla="*/ 1428750 h 1428750"/>
                <a:gd name="connsiteX1" fmla="*/ 0 w 1428750"/>
                <a:gd name="connsiteY1" fmla="*/ 0 h 1428750"/>
                <a:gd name="connsiteX2" fmla="*/ 0 w 1428750"/>
                <a:gd name="connsiteY2" fmla="*/ 952500 h 1428750"/>
                <a:gd name="connsiteX3" fmla="*/ 476250 w 1428750"/>
                <a:gd name="connsiteY3" fmla="*/ 1428750 h 1428750"/>
              </a:gdLst>
              <a:ahLst/>
              <a:cxnLst>
                <a:cxn ang="0">
                  <a:pos x="connsiteX0" y="connsiteY0"/>
                </a:cxn>
                <a:cxn ang="0">
                  <a:pos x="connsiteX1" y="connsiteY1"/>
                </a:cxn>
                <a:cxn ang="0">
                  <a:pos x="connsiteX2" y="connsiteY2"/>
                </a:cxn>
                <a:cxn ang="0">
                  <a:pos x="connsiteX3" y="connsiteY3"/>
                </a:cxn>
              </a:cxnLst>
              <a:rect l="l" t="t" r="r" b="b"/>
              <a:pathLst>
                <a:path w="1428750" h="1428750">
                  <a:moveTo>
                    <a:pt x="1428750" y="1428750"/>
                  </a:moveTo>
                  <a:lnTo>
                    <a:pt x="0" y="0"/>
                  </a:lnTo>
                  <a:lnTo>
                    <a:pt x="0" y="952500"/>
                  </a:lnTo>
                  <a:lnTo>
                    <a:pt x="476250" y="1428750"/>
                  </a:lnTo>
                  <a:close/>
                </a:path>
              </a:pathLst>
            </a:custGeom>
            <a:solidFill>
              <a:srgbClr val="201751"/>
            </a:solidFill>
            <a:ln w="9525" cap="flat">
              <a:no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56FCA6CD-1C5D-476F-939F-87503A7AF6AF}"/>
                </a:ext>
              </a:extLst>
            </p:cNvPr>
            <p:cNvSpPr/>
            <p:nvPr/>
          </p:nvSpPr>
          <p:spPr>
            <a:xfrm>
              <a:off x="2475992" y="1772816"/>
              <a:ext cx="3333750" cy="3333750"/>
            </a:xfrm>
            <a:custGeom>
              <a:avLst/>
              <a:gdLst>
                <a:gd name="connsiteX0" fmla="*/ 3333750 w 3333750"/>
                <a:gd name="connsiteY0" fmla="*/ 0 h 3333750"/>
                <a:gd name="connsiteX1" fmla="*/ 952500 w 3333750"/>
                <a:gd name="connsiteY1" fmla="*/ 2381250 h 3333750"/>
                <a:gd name="connsiteX2" fmla="*/ 0 w 3333750"/>
                <a:gd name="connsiteY2" fmla="*/ 2381250 h 3333750"/>
                <a:gd name="connsiteX3" fmla="*/ 952500 w 3333750"/>
                <a:gd name="connsiteY3" fmla="*/ 3333750 h 3333750"/>
                <a:gd name="connsiteX4" fmla="*/ 3333750 w 3333750"/>
                <a:gd name="connsiteY4" fmla="*/ 952500 h 3333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50" h="3333750">
                  <a:moveTo>
                    <a:pt x="3333750" y="0"/>
                  </a:moveTo>
                  <a:lnTo>
                    <a:pt x="952500" y="2381250"/>
                  </a:lnTo>
                  <a:lnTo>
                    <a:pt x="0" y="2381250"/>
                  </a:lnTo>
                  <a:lnTo>
                    <a:pt x="952500" y="3333750"/>
                  </a:lnTo>
                  <a:lnTo>
                    <a:pt x="3333750" y="952500"/>
                  </a:lnTo>
                  <a:close/>
                </a:path>
              </a:pathLst>
            </a:custGeom>
            <a:gradFill flip="none" rotWithShape="1">
              <a:gsLst>
                <a:gs pos="0">
                  <a:srgbClr val="F3F3F3"/>
                </a:gs>
                <a:gs pos="40000">
                  <a:srgbClr val="00CE7D"/>
                </a:gs>
              </a:gsLst>
              <a:lin ang="10800000" scaled="1"/>
              <a:tileRect/>
            </a:gradFill>
            <a:ln w="9525" cap="flat">
              <a:no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84DAFE5C-9E41-4B97-9A80-8FCE93DDDF38}"/>
                </a:ext>
              </a:extLst>
            </p:cNvPr>
            <p:cNvSpPr/>
            <p:nvPr/>
          </p:nvSpPr>
          <p:spPr>
            <a:xfrm>
              <a:off x="3904742" y="3677816"/>
              <a:ext cx="1905000" cy="1905000"/>
            </a:xfrm>
            <a:custGeom>
              <a:avLst/>
              <a:gdLst>
                <a:gd name="connsiteX0" fmla="*/ 1905000 w 1905000"/>
                <a:gd name="connsiteY0" fmla="*/ 0 h 1905000"/>
                <a:gd name="connsiteX1" fmla="*/ 0 w 1905000"/>
                <a:gd name="connsiteY1" fmla="*/ 1905000 h 1905000"/>
                <a:gd name="connsiteX2" fmla="*/ 952500 w 1905000"/>
                <a:gd name="connsiteY2" fmla="*/ 1905000 h 1905000"/>
                <a:gd name="connsiteX3" fmla="*/ 1905000 w 1905000"/>
                <a:gd name="connsiteY3" fmla="*/ 952500 h 1905000"/>
              </a:gdLst>
              <a:ahLst/>
              <a:cxnLst>
                <a:cxn ang="0">
                  <a:pos x="connsiteX0" y="connsiteY0"/>
                </a:cxn>
                <a:cxn ang="0">
                  <a:pos x="connsiteX1" y="connsiteY1"/>
                </a:cxn>
                <a:cxn ang="0">
                  <a:pos x="connsiteX2" y="connsiteY2"/>
                </a:cxn>
                <a:cxn ang="0">
                  <a:pos x="connsiteX3" y="connsiteY3"/>
                </a:cxn>
              </a:cxnLst>
              <a:rect l="l" t="t" r="r" b="b"/>
              <a:pathLst>
                <a:path w="1905000" h="1905000">
                  <a:moveTo>
                    <a:pt x="1905000" y="0"/>
                  </a:moveTo>
                  <a:lnTo>
                    <a:pt x="0" y="1905000"/>
                  </a:lnTo>
                  <a:lnTo>
                    <a:pt x="952500" y="1905000"/>
                  </a:lnTo>
                  <a:lnTo>
                    <a:pt x="1905000" y="952500"/>
                  </a:lnTo>
                  <a:close/>
                </a:path>
              </a:pathLst>
            </a:custGeom>
            <a:gradFill flip="none" rotWithShape="1">
              <a:gsLst>
                <a:gs pos="0">
                  <a:srgbClr val="F3F3F3"/>
                </a:gs>
                <a:gs pos="60000">
                  <a:srgbClr val="201751"/>
                </a:gs>
              </a:gsLst>
              <a:lin ang="10800000" scaled="1"/>
              <a:tileRect/>
            </a:gradFill>
            <a:ln w="9525" cap="flat">
              <a:noFill/>
              <a:prstDash val="solid"/>
              <a:miter/>
            </a:ln>
          </p:spPr>
          <p:txBody>
            <a:bodyPr rtlCol="0" anchor="ctr"/>
            <a:lstStyle/>
            <a:p>
              <a:endParaRPr lang="de-DE"/>
            </a:p>
          </p:txBody>
        </p:sp>
      </p:grpSp>
    </p:spTree>
    <p:extLst>
      <p:ext uri="{BB962C8B-B14F-4D97-AF65-F5344CB8AC3E}">
        <p14:creationId xmlns:p14="http://schemas.microsoft.com/office/powerpoint/2010/main" val="39597134"/>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elfolie 2 (blau)">
    <p:bg bwMode="auto">
      <p:bgPr>
        <a:solidFill>
          <a:srgbClr val="20175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1803426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bg1"/>
                </a:solidFill>
              </a:defRPr>
            </a:lvl1pPr>
          </a:lstStyle>
          <a:p>
            <a:r>
              <a:rPr lang="en-US" noProof="0"/>
              <a:t>Presentation </a:t>
            </a:r>
            <a:br>
              <a:rPr lang="en-US" noProof="0"/>
            </a:br>
            <a:r>
              <a:rPr lang="en-US" noProof="0"/>
              <a:t>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854256"/>
            <a:ext cx="5401233" cy="720080"/>
          </a:xfrm>
        </p:spPr>
        <p:txBody>
          <a:bodyPr anchor="t" anchorCtr="0"/>
          <a:lstStyle>
            <a:lvl1pPr marL="0" indent="0" algn="l">
              <a:lnSpc>
                <a:spcPct val="100000"/>
              </a:lnSpc>
              <a:spcBef>
                <a:spcPts val="0"/>
              </a:spcBef>
              <a:buNone/>
              <a:defRPr sz="2400">
                <a:solidFill>
                  <a:schemeClr val="bg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Subtitle</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800993" y="-487273"/>
            <a:ext cx="816102" cy="1625346"/>
          </a:xfrm>
          <a:prstGeom prst="rect">
            <a:avLst/>
          </a:prstGeom>
        </p:spPr>
      </p:pic>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bwMode="white">
          <a:xfrm>
            <a:off x="586817" y="4689140"/>
            <a:ext cx="3529571" cy="288032"/>
          </a:xfrm>
        </p:spPr>
        <p:txBody>
          <a:bodyPr anchor="t"/>
          <a:lstStyle>
            <a:lvl1pPr algn="l">
              <a:lnSpc>
                <a:spcPct val="110000"/>
              </a:lnSpc>
              <a:defRPr sz="1400">
                <a:solidFill>
                  <a:schemeClr val="bg1"/>
                </a:solidFill>
              </a:defRPr>
            </a:lvl1pPr>
          </a:lstStyle>
          <a:p>
            <a:fld id="{C576AB3D-FDD4-4E11-BB62-B6536B566B7C}" type="datetime3">
              <a:rPr lang="en-US" noProof="0" smtClean="0"/>
              <a:t>23 February 2026</a:t>
            </a:fld>
            <a:endParaRPr lang="en-US" noProof="0" dirty="0"/>
          </a:p>
        </p:txBody>
      </p:sp>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604973" y="476936"/>
            <a:ext cx="3630623" cy="329870"/>
          </a:xfrm>
          <a:prstGeom prst="rect">
            <a:avLst/>
          </a:prstGeom>
        </p:spPr>
      </p:pic>
      <p:grpSp>
        <p:nvGrpSpPr>
          <p:cNvPr id="23" name="Gruppieren 22">
            <a:extLst>
              <a:ext uri="{FF2B5EF4-FFF2-40B4-BE49-F238E27FC236}">
                <a16:creationId xmlns:a16="http://schemas.microsoft.com/office/drawing/2014/main" id="{2B7CD771-7FC5-43BF-BFEA-E91B045375DA}"/>
              </a:ext>
            </a:extLst>
          </p:cNvPr>
          <p:cNvGrpSpPr>
            <a:grpSpLocks noChangeAspect="1"/>
          </p:cNvGrpSpPr>
          <p:nvPr userDrawn="1"/>
        </p:nvGrpSpPr>
        <p:grpSpPr bwMode="gray">
          <a:xfrm>
            <a:off x="6793836" y="2059632"/>
            <a:ext cx="5398164" cy="4798368"/>
            <a:chOff x="1631504" y="1916832"/>
            <a:chExt cx="4286250" cy="3810000"/>
          </a:xfrm>
        </p:grpSpPr>
        <p:sp>
          <p:nvSpPr>
            <p:cNvPr id="24" name="Freihandform: Form 23">
              <a:extLst>
                <a:ext uri="{FF2B5EF4-FFF2-40B4-BE49-F238E27FC236}">
                  <a16:creationId xmlns:a16="http://schemas.microsoft.com/office/drawing/2014/main" id="{CB87BE1D-5BCC-4B2D-A157-B5B82572D2D4}"/>
                </a:ext>
              </a:extLst>
            </p:cNvPr>
            <p:cNvSpPr/>
            <p:nvPr/>
          </p:nvSpPr>
          <p:spPr bwMode="gray">
            <a:xfrm>
              <a:off x="3536504" y="2393082"/>
              <a:ext cx="952500" cy="952500"/>
            </a:xfrm>
            <a:custGeom>
              <a:avLst/>
              <a:gdLst>
                <a:gd name="connsiteX0" fmla="*/ 0 w 952500"/>
                <a:gd name="connsiteY0" fmla="*/ 0 h 952500"/>
                <a:gd name="connsiteX1" fmla="*/ 952500 w 952500"/>
                <a:gd name="connsiteY1" fmla="*/ 0 h 952500"/>
                <a:gd name="connsiteX2" fmla="*/ 0 w 952500"/>
                <a:gd name="connsiteY2" fmla="*/ 952500 h 952500"/>
              </a:gdLst>
              <a:ahLst/>
              <a:cxnLst>
                <a:cxn ang="0">
                  <a:pos x="connsiteX0" y="connsiteY0"/>
                </a:cxn>
                <a:cxn ang="0">
                  <a:pos x="connsiteX1" y="connsiteY1"/>
                </a:cxn>
                <a:cxn ang="0">
                  <a:pos x="connsiteX2" y="connsiteY2"/>
                </a:cxn>
              </a:cxnLst>
              <a:rect l="l" t="t" r="r" b="b"/>
              <a:pathLst>
                <a:path w="952500" h="952500">
                  <a:moveTo>
                    <a:pt x="0" y="0"/>
                  </a:moveTo>
                  <a:lnTo>
                    <a:pt x="952500" y="0"/>
                  </a:lnTo>
                  <a:lnTo>
                    <a:pt x="0" y="952500"/>
                  </a:lnTo>
                  <a:close/>
                </a:path>
              </a:pathLst>
            </a:custGeom>
            <a:solidFill>
              <a:srgbClr val="FFFFFF"/>
            </a:solidFill>
            <a:ln w="9525"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9114E78E-1106-48E6-A1F0-2DFA201B8635}"/>
                </a:ext>
              </a:extLst>
            </p:cNvPr>
            <p:cNvSpPr/>
            <p:nvPr/>
          </p:nvSpPr>
          <p:spPr bwMode="gray">
            <a:xfrm>
              <a:off x="1631504" y="2869332"/>
              <a:ext cx="952500" cy="1428750"/>
            </a:xfrm>
            <a:custGeom>
              <a:avLst/>
              <a:gdLst>
                <a:gd name="connsiteX0" fmla="*/ 476250 w 952500"/>
                <a:gd name="connsiteY0" fmla="*/ 0 h 1428750"/>
                <a:gd name="connsiteX1" fmla="*/ 0 w 952500"/>
                <a:gd name="connsiteY1" fmla="*/ 476250 h 1428750"/>
                <a:gd name="connsiteX2" fmla="*/ 0 w 952500"/>
                <a:gd name="connsiteY2" fmla="*/ 1428750 h 1428750"/>
                <a:gd name="connsiteX3" fmla="*/ 952500 w 952500"/>
                <a:gd name="connsiteY3" fmla="*/ 1428750 h 1428750"/>
                <a:gd name="connsiteX4" fmla="*/ 952500 w 952500"/>
                <a:gd name="connsiteY4" fmla="*/ 476250 h 1428750"/>
                <a:gd name="connsiteX5" fmla="*/ 476250 w 952500"/>
                <a:gd name="connsiteY5"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428750">
                  <a:moveTo>
                    <a:pt x="476250" y="0"/>
                  </a:moveTo>
                  <a:cubicBezTo>
                    <a:pt x="213265" y="0"/>
                    <a:pt x="0" y="213265"/>
                    <a:pt x="0" y="476250"/>
                  </a:cubicBezTo>
                  <a:lnTo>
                    <a:pt x="0" y="1428750"/>
                  </a:lnTo>
                  <a:lnTo>
                    <a:pt x="952500" y="1428750"/>
                  </a:lnTo>
                  <a:lnTo>
                    <a:pt x="952500" y="476250"/>
                  </a:lnTo>
                  <a:cubicBezTo>
                    <a:pt x="952500" y="213265"/>
                    <a:pt x="739235" y="0"/>
                    <a:pt x="476250" y="0"/>
                  </a:cubicBezTo>
                  <a:close/>
                </a:path>
              </a:pathLst>
            </a:custGeom>
            <a:gradFill>
              <a:gsLst>
                <a:gs pos="20000">
                  <a:srgbClr val="00CE7D"/>
                </a:gs>
                <a:gs pos="100000">
                  <a:srgbClr val="201751"/>
                </a:gs>
              </a:gsLst>
              <a:lin ang="5400000" scaled="1"/>
            </a:gradFill>
            <a:ln w="9525" cap="flat">
              <a:noFill/>
              <a:prstDash val="solid"/>
              <a:miter/>
            </a:ln>
          </p:spPr>
          <p:txBody>
            <a:bodyPr rtlCol="0" anchor="ctr"/>
            <a:lstStyle/>
            <a:p>
              <a:endParaRPr lang="de-DE"/>
            </a:p>
          </p:txBody>
        </p:sp>
        <p:sp>
          <p:nvSpPr>
            <p:cNvPr id="27" name="Freihandform: Form 26">
              <a:extLst>
                <a:ext uri="{FF2B5EF4-FFF2-40B4-BE49-F238E27FC236}">
                  <a16:creationId xmlns:a16="http://schemas.microsoft.com/office/drawing/2014/main" id="{0C316EA6-55AF-40C5-AC64-E996B2E4C425}"/>
                </a:ext>
              </a:extLst>
            </p:cNvPr>
            <p:cNvSpPr/>
            <p:nvPr/>
          </p:nvSpPr>
          <p:spPr bwMode="gray">
            <a:xfrm>
              <a:off x="1631504" y="4298082"/>
              <a:ext cx="1428750" cy="1428750"/>
            </a:xfrm>
            <a:custGeom>
              <a:avLst/>
              <a:gdLst>
                <a:gd name="connsiteX0" fmla="*/ 1428750 w 1428750"/>
                <a:gd name="connsiteY0" fmla="*/ 1428750 h 1428750"/>
                <a:gd name="connsiteX1" fmla="*/ 0 w 1428750"/>
                <a:gd name="connsiteY1" fmla="*/ 0 h 1428750"/>
                <a:gd name="connsiteX2" fmla="*/ 0 w 1428750"/>
                <a:gd name="connsiteY2" fmla="*/ 952500 h 1428750"/>
                <a:gd name="connsiteX3" fmla="*/ 476250 w 1428750"/>
                <a:gd name="connsiteY3" fmla="*/ 1428750 h 1428750"/>
              </a:gdLst>
              <a:ahLst/>
              <a:cxnLst>
                <a:cxn ang="0">
                  <a:pos x="connsiteX0" y="connsiteY0"/>
                </a:cxn>
                <a:cxn ang="0">
                  <a:pos x="connsiteX1" y="connsiteY1"/>
                </a:cxn>
                <a:cxn ang="0">
                  <a:pos x="connsiteX2" y="connsiteY2"/>
                </a:cxn>
                <a:cxn ang="0">
                  <a:pos x="connsiteX3" y="connsiteY3"/>
                </a:cxn>
              </a:cxnLst>
              <a:rect l="l" t="t" r="r" b="b"/>
              <a:pathLst>
                <a:path w="1428750" h="1428750">
                  <a:moveTo>
                    <a:pt x="1428750" y="1428750"/>
                  </a:moveTo>
                  <a:lnTo>
                    <a:pt x="0" y="0"/>
                  </a:lnTo>
                  <a:lnTo>
                    <a:pt x="0" y="952500"/>
                  </a:lnTo>
                  <a:lnTo>
                    <a:pt x="476250" y="1428750"/>
                  </a:lnTo>
                  <a:close/>
                </a:path>
              </a:pathLst>
            </a:custGeom>
            <a:solidFill>
              <a:srgbClr val="FFFFFF"/>
            </a:solidFill>
            <a:ln w="9525" cap="flat">
              <a:no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1A4E63AB-059C-4C37-96CB-B9EB5192C533}"/>
                </a:ext>
              </a:extLst>
            </p:cNvPr>
            <p:cNvSpPr/>
            <p:nvPr/>
          </p:nvSpPr>
          <p:spPr bwMode="gray">
            <a:xfrm>
              <a:off x="2584004" y="1916832"/>
              <a:ext cx="3333750" cy="3333750"/>
            </a:xfrm>
            <a:custGeom>
              <a:avLst/>
              <a:gdLst>
                <a:gd name="connsiteX0" fmla="*/ 3333750 w 3333750"/>
                <a:gd name="connsiteY0" fmla="*/ 0 h 3333750"/>
                <a:gd name="connsiteX1" fmla="*/ 952500 w 3333750"/>
                <a:gd name="connsiteY1" fmla="*/ 2381250 h 3333750"/>
                <a:gd name="connsiteX2" fmla="*/ 0 w 3333750"/>
                <a:gd name="connsiteY2" fmla="*/ 2381250 h 3333750"/>
                <a:gd name="connsiteX3" fmla="*/ 952500 w 3333750"/>
                <a:gd name="connsiteY3" fmla="*/ 3333750 h 3333750"/>
                <a:gd name="connsiteX4" fmla="*/ 3333750 w 3333750"/>
                <a:gd name="connsiteY4" fmla="*/ 952500 h 3333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50" h="3333750">
                  <a:moveTo>
                    <a:pt x="3333750" y="0"/>
                  </a:moveTo>
                  <a:lnTo>
                    <a:pt x="952500" y="2381250"/>
                  </a:lnTo>
                  <a:lnTo>
                    <a:pt x="0" y="2381250"/>
                  </a:lnTo>
                  <a:lnTo>
                    <a:pt x="952500" y="3333750"/>
                  </a:lnTo>
                  <a:lnTo>
                    <a:pt x="3333750" y="952500"/>
                  </a:lnTo>
                  <a:close/>
                </a:path>
              </a:pathLst>
            </a:custGeom>
            <a:gradFill flip="none" rotWithShape="1">
              <a:gsLst>
                <a:gs pos="20000">
                  <a:srgbClr val="00CE7D"/>
                </a:gs>
                <a:gs pos="100000">
                  <a:srgbClr val="201751"/>
                </a:gs>
              </a:gsLst>
              <a:lin ang="16200000" scaled="1"/>
              <a:tileRect/>
            </a:gradFill>
            <a:ln w="9525" cap="flat">
              <a:noFill/>
              <a:prstDash val="solid"/>
              <a:miter/>
            </a:ln>
          </p:spPr>
          <p:txBody>
            <a:bodyPr rtlCol="0" anchor="ctr"/>
            <a:lstStyle/>
            <a:p>
              <a:endParaRPr lang="de-DE"/>
            </a:p>
          </p:txBody>
        </p:sp>
        <p:sp>
          <p:nvSpPr>
            <p:cNvPr id="29" name="Freihandform: Form 28">
              <a:extLst>
                <a:ext uri="{FF2B5EF4-FFF2-40B4-BE49-F238E27FC236}">
                  <a16:creationId xmlns:a16="http://schemas.microsoft.com/office/drawing/2014/main" id="{DF69AC47-7EBD-4D7A-9F50-9933AE315AED}"/>
                </a:ext>
              </a:extLst>
            </p:cNvPr>
            <p:cNvSpPr/>
            <p:nvPr/>
          </p:nvSpPr>
          <p:spPr bwMode="gray">
            <a:xfrm>
              <a:off x="4012754" y="3821832"/>
              <a:ext cx="1905000" cy="1905000"/>
            </a:xfrm>
            <a:custGeom>
              <a:avLst/>
              <a:gdLst>
                <a:gd name="connsiteX0" fmla="*/ 1905000 w 1905000"/>
                <a:gd name="connsiteY0" fmla="*/ 0 h 1905000"/>
                <a:gd name="connsiteX1" fmla="*/ 0 w 1905000"/>
                <a:gd name="connsiteY1" fmla="*/ 1905000 h 1905000"/>
                <a:gd name="connsiteX2" fmla="*/ 952500 w 1905000"/>
                <a:gd name="connsiteY2" fmla="*/ 1905000 h 1905000"/>
                <a:gd name="connsiteX3" fmla="*/ 1905000 w 1905000"/>
                <a:gd name="connsiteY3" fmla="*/ 952500 h 1905000"/>
              </a:gdLst>
              <a:ahLst/>
              <a:cxnLst>
                <a:cxn ang="0">
                  <a:pos x="connsiteX0" y="connsiteY0"/>
                </a:cxn>
                <a:cxn ang="0">
                  <a:pos x="connsiteX1" y="connsiteY1"/>
                </a:cxn>
                <a:cxn ang="0">
                  <a:pos x="connsiteX2" y="connsiteY2"/>
                </a:cxn>
                <a:cxn ang="0">
                  <a:pos x="connsiteX3" y="connsiteY3"/>
                </a:cxn>
              </a:cxnLst>
              <a:rect l="l" t="t" r="r" b="b"/>
              <a:pathLst>
                <a:path w="1905000" h="1905000">
                  <a:moveTo>
                    <a:pt x="1905000" y="0"/>
                  </a:moveTo>
                  <a:lnTo>
                    <a:pt x="0" y="1905000"/>
                  </a:lnTo>
                  <a:lnTo>
                    <a:pt x="952500" y="1905000"/>
                  </a:lnTo>
                  <a:lnTo>
                    <a:pt x="1905000" y="952500"/>
                  </a:lnTo>
                  <a:close/>
                </a:path>
              </a:pathLst>
            </a:custGeom>
            <a:gradFill flip="none" rotWithShape="1">
              <a:gsLst>
                <a:gs pos="20000">
                  <a:srgbClr val="00CE7D"/>
                </a:gs>
                <a:gs pos="100000">
                  <a:srgbClr val="201751"/>
                </a:gs>
              </a:gsLst>
              <a:lin ang="5400000" scaled="1"/>
              <a:tileRect/>
            </a:gradFill>
            <a:ln w="9525" cap="flat">
              <a:noFill/>
              <a:prstDash val="solid"/>
              <a:miter/>
            </a:ln>
          </p:spPr>
          <p:txBody>
            <a:bodyPr rtlCol="0" anchor="ctr"/>
            <a:lstStyle/>
            <a:p>
              <a:endParaRPr lang="de-DE"/>
            </a:p>
          </p:txBody>
        </p:sp>
      </p:grpSp>
    </p:spTree>
    <p:extLst>
      <p:ext uri="{BB962C8B-B14F-4D97-AF65-F5344CB8AC3E}">
        <p14:creationId xmlns:p14="http://schemas.microsoft.com/office/powerpoint/2010/main" val="3713331619"/>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elfolie einfach">
    <p:bg>
      <p:bgPr>
        <a:solidFill>
          <a:srgbClr val="F3F3F3"/>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4017898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tx1"/>
                </a:solidFill>
              </a:defRPr>
            </a:lvl1pPr>
          </a:lstStyle>
          <a:p>
            <a:r>
              <a:rPr lang="en-US" noProof="0" dirty="0"/>
              <a:t>Presentation </a:t>
            </a:r>
            <a:br>
              <a:rPr lang="en-US" noProof="0" dirty="0"/>
            </a:br>
            <a:r>
              <a:rPr lang="en-US" noProof="0" dirty="0"/>
              <a:t>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auto">
          <a:xfrm>
            <a:off x="586817" y="3854256"/>
            <a:ext cx="5401233" cy="720080"/>
          </a:xfrm>
        </p:spPr>
        <p:txBody>
          <a:bodyPr anchor="t" anchorCtr="0"/>
          <a:lstStyle>
            <a:lvl1pPr marL="0" indent="0" algn="l">
              <a:lnSpc>
                <a:spcPct val="100000"/>
              </a:lnSpc>
              <a:spcBef>
                <a:spcPts val="0"/>
              </a:spcBef>
              <a:buNone/>
              <a:defRPr sz="2400">
                <a:solidFill>
                  <a:schemeClr val="tx2"/>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Subtitle</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a:xfrm>
            <a:off x="586817" y="4689140"/>
            <a:ext cx="3529571" cy="288032"/>
          </a:xfrm>
        </p:spPr>
        <p:txBody>
          <a:bodyPr anchor="t"/>
          <a:lstStyle>
            <a:lvl1pPr algn="l">
              <a:lnSpc>
                <a:spcPct val="110000"/>
              </a:lnSpc>
              <a:defRPr sz="1400"/>
            </a:lvl1pPr>
          </a:lstStyle>
          <a:p>
            <a:fld id="{B737ECFC-FD8C-4E58-9660-0BF6DFE08CFB}" type="datetime3">
              <a:rPr lang="en-US" noProof="0" smtClean="0"/>
              <a:t>23 February 2026</a:t>
            </a:fld>
            <a:endParaRPr lang="en-US" noProof="0"/>
          </a:p>
        </p:txBody>
      </p:sp>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1200" y="476936"/>
            <a:ext cx="3638169" cy="329870"/>
          </a:xfrm>
          <a:prstGeom prst="rect">
            <a:avLst/>
          </a:prstGeom>
        </p:spPr>
      </p:pic>
    </p:spTree>
    <p:extLst>
      <p:ext uri="{BB962C8B-B14F-4D97-AF65-F5344CB8AC3E}">
        <p14:creationId xmlns:p14="http://schemas.microsoft.com/office/powerpoint/2010/main" val="3259841"/>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elfolie einfach (blau)">
    <p:bg bwMode="auto">
      <p:bgPr>
        <a:solidFill>
          <a:srgbClr val="20175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3745647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GB" sz="43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8800"/>
            <a:ext cx="7272896" cy="1512168"/>
          </a:xfrm>
        </p:spPr>
        <p:txBody>
          <a:bodyPr anchor="t" anchorCtr="0"/>
          <a:lstStyle>
            <a:lvl1pPr algn="l">
              <a:lnSpc>
                <a:spcPct val="100000"/>
              </a:lnSpc>
              <a:spcBef>
                <a:spcPts val="0"/>
              </a:spcBef>
              <a:defRPr sz="4300" b="1">
                <a:solidFill>
                  <a:schemeClr val="bg1"/>
                </a:solidFill>
              </a:defRPr>
            </a:lvl1pPr>
          </a:lstStyle>
          <a:p>
            <a:r>
              <a:rPr lang="en-US" noProof="0"/>
              <a:t>Presentation </a:t>
            </a:r>
            <a:br>
              <a:rPr lang="en-US" noProof="0"/>
            </a:br>
            <a:r>
              <a:rPr lang="en-US" noProof="0"/>
              <a:t>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white">
          <a:xfrm>
            <a:off x="586817" y="3836933"/>
            <a:ext cx="5401233" cy="720080"/>
          </a:xfrm>
        </p:spPr>
        <p:txBody>
          <a:bodyPr anchor="t" anchorCtr="0"/>
          <a:lstStyle>
            <a:lvl1pPr marL="0" indent="0" algn="l">
              <a:lnSpc>
                <a:spcPct val="100000"/>
              </a:lnSpc>
              <a:spcBef>
                <a:spcPts val="0"/>
              </a:spcBef>
              <a:buNone/>
              <a:defRPr sz="2400">
                <a:solidFill>
                  <a:schemeClr val="tx2"/>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Subtitle</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800993" y="-487273"/>
            <a:ext cx="816102" cy="1625346"/>
          </a:xfrm>
          <a:prstGeom prst="rect">
            <a:avLst/>
          </a:prstGeom>
        </p:spPr>
      </p:pic>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bwMode="white">
          <a:xfrm>
            <a:off x="586817" y="4689140"/>
            <a:ext cx="3529571" cy="288032"/>
          </a:xfrm>
        </p:spPr>
        <p:txBody>
          <a:bodyPr anchor="t"/>
          <a:lstStyle>
            <a:lvl1pPr algn="l">
              <a:lnSpc>
                <a:spcPct val="110000"/>
              </a:lnSpc>
              <a:defRPr sz="1400">
                <a:solidFill>
                  <a:schemeClr val="bg1"/>
                </a:solidFill>
              </a:defRPr>
            </a:lvl1pPr>
          </a:lstStyle>
          <a:p>
            <a:fld id="{6049ED75-8AE2-4856-8CBE-A625C6965CBE}" type="datetime3">
              <a:rPr lang="en-US" noProof="0" smtClean="0"/>
              <a:t>23 February 2026</a:t>
            </a:fld>
            <a:endParaRPr lang="en-US" noProof="0"/>
          </a:p>
        </p:txBody>
      </p:sp>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604973" y="476936"/>
            <a:ext cx="3630623" cy="329870"/>
          </a:xfrm>
          <a:prstGeom prst="rect">
            <a:avLst/>
          </a:prstGeom>
        </p:spPr>
      </p:pic>
    </p:spTree>
    <p:extLst>
      <p:ext uri="{BB962C8B-B14F-4D97-AF65-F5344CB8AC3E}">
        <p14:creationId xmlns:p14="http://schemas.microsoft.com/office/powerpoint/2010/main" val="1195953406"/>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guide id="3" orient="horz" pos="129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elfolie einfach (weiß)">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8154119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tx1"/>
                </a:solidFill>
              </a:defRPr>
            </a:lvl1pPr>
          </a:lstStyle>
          <a:p>
            <a:r>
              <a:rPr lang="en-US" noProof="0"/>
              <a:t>Presentation </a:t>
            </a:r>
            <a:br>
              <a:rPr lang="en-US" noProof="0"/>
            </a:br>
            <a:r>
              <a:rPr lang="en-US" noProof="0"/>
              <a:t>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auto">
          <a:xfrm>
            <a:off x="586817" y="3854256"/>
            <a:ext cx="5401233" cy="720080"/>
          </a:xfrm>
        </p:spPr>
        <p:txBody>
          <a:bodyPr anchor="t" anchorCtr="0"/>
          <a:lstStyle>
            <a:lvl1pPr marL="0" indent="0" algn="l">
              <a:lnSpc>
                <a:spcPct val="100000"/>
              </a:lnSpc>
              <a:spcBef>
                <a:spcPts val="0"/>
              </a:spcBef>
              <a:buNone/>
              <a:defRPr sz="2400">
                <a:solidFill>
                  <a:schemeClr val="tx2"/>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Subtitle</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a:xfrm>
            <a:off x="586817" y="4689140"/>
            <a:ext cx="3529571" cy="288032"/>
          </a:xfrm>
        </p:spPr>
        <p:txBody>
          <a:bodyPr anchor="t"/>
          <a:lstStyle>
            <a:lvl1pPr algn="l">
              <a:lnSpc>
                <a:spcPct val="110000"/>
              </a:lnSpc>
              <a:defRPr sz="1400"/>
            </a:lvl1pPr>
          </a:lstStyle>
          <a:p>
            <a:fld id="{81C13407-79F5-4AC7-AB60-784BE68A29D5}" type="datetime3">
              <a:rPr lang="en-US" noProof="0" smtClean="0"/>
              <a:t>23 February 2026</a:t>
            </a:fld>
            <a:endParaRPr lang="en-US" noProof="0"/>
          </a:p>
        </p:txBody>
      </p:sp>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1200" y="476936"/>
            <a:ext cx="3638169" cy="329870"/>
          </a:xfrm>
          <a:prstGeom prst="rect">
            <a:avLst/>
          </a:prstGeom>
        </p:spPr>
      </p:pic>
    </p:spTree>
    <p:extLst>
      <p:ext uri="{BB962C8B-B14F-4D97-AF65-F5344CB8AC3E}">
        <p14:creationId xmlns:p14="http://schemas.microsoft.com/office/powerpoint/2010/main" val="3963602783"/>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p:bg>
      <p:bgPr>
        <a:solidFill>
          <a:srgbClr val="F3F3F3"/>
        </a:solidFill>
        <a:effectLst/>
      </p:bgPr>
    </p:bg>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34DAAD36-478C-4478-B2AD-E9E1A4AA2ACF}"/>
              </a:ext>
            </a:extLst>
          </p:cNvPr>
          <p:cNvSpPr>
            <a:spLocks noGrp="1"/>
          </p:cNvSpPr>
          <p:nvPr>
            <p:ph type="pic" sz="quarter" idx="11"/>
          </p:nvPr>
        </p:nvSpPr>
        <p:spPr>
          <a:xfrm>
            <a:off x="0" y="0"/>
            <a:ext cx="12192000" cy="6858000"/>
          </a:xfrm>
          <a:solidFill>
            <a:schemeClr val="bg2">
              <a:lumMod val="90000"/>
            </a:schemeClr>
          </a:solidFill>
        </p:spPr>
        <p:txBody>
          <a:bodyPr anchor="ctr"/>
          <a:lstStyle>
            <a:lvl1pPr algn="ctr">
              <a:defRPr sz="1400"/>
            </a:lvl1pPr>
          </a:lstStyle>
          <a:p>
            <a:r>
              <a:rPr lang="en-US" noProof="0"/>
              <a:t>Click icon to add picture</a:t>
            </a:r>
            <a:endParaRPr lang="en-GB" noProof="0"/>
          </a:p>
        </p:txBody>
      </p:sp>
      <p:sp>
        <p:nvSpPr>
          <p:cNvPr id="11" name="Onlinebild-Platzhalter 10">
            <a:extLst>
              <a:ext uri="{FF2B5EF4-FFF2-40B4-BE49-F238E27FC236}">
                <a16:creationId xmlns:a16="http://schemas.microsoft.com/office/drawing/2014/main" id="{F5E01BC0-C4C7-48C1-965F-F1EFE00A8932}"/>
              </a:ext>
            </a:extLst>
          </p:cNvPr>
          <p:cNvSpPr>
            <a:spLocks noGrp="1"/>
          </p:cNvSpPr>
          <p:nvPr>
            <p:ph type="clipArt" sz="quarter" idx="13" hasCustomPrompt="1"/>
          </p:nvPr>
        </p:nvSpPr>
        <p:spPr>
          <a:xfrm>
            <a:off x="601200" y="476580"/>
            <a:ext cx="3637425" cy="329870"/>
          </a:xfrm>
          <a:blipFill>
            <a:blip r:embed="rId4"/>
            <a:stretch>
              <a:fillRect/>
            </a:stretch>
          </a:blipFill>
        </p:spPr>
        <p:txBody>
          <a:bodyPr/>
          <a:lstStyle/>
          <a:p>
            <a:r>
              <a:rPr lang="de-DE" dirty="0"/>
              <a:t> </a:t>
            </a:r>
          </a:p>
        </p:txBody>
      </p:sp>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3910548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43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tx1"/>
                </a:solidFill>
              </a:defRPr>
            </a:lvl1pPr>
          </a:lstStyle>
          <a:p>
            <a:r>
              <a:rPr lang="en-US" noProof="0" dirty="0"/>
              <a:t>Presentation 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854256"/>
            <a:ext cx="5401233" cy="720080"/>
          </a:xfrm>
        </p:spPr>
        <p:txBody>
          <a:bodyPr anchor="t" anchorCtr="0"/>
          <a:lstStyle>
            <a:lvl1pPr marL="0" indent="0" algn="l">
              <a:lnSpc>
                <a:spcPct val="100000"/>
              </a:lnSpc>
              <a:spcBef>
                <a:spcPts val="0"/>
              </a:spcBef>
              <a:buNone/>
              <a:defRPr sz="2400">
                <a:solidFill>
                  <a:schemeClr val="tx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Insert Subtitle</a:t>
            </a:r>
          </a:p>
        </p:txBody>
      </p:sp>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a:xfrm>
            <a:off x="586817" y="4689140"/>
            <a:ext cx="3529571" cy="288032"/>
          </a:xfrm>
        </p:spPr>
        <p:txBody>
          <a:bodyPr anchor="t"/>
          <a:lstStyle>
            <a:lvl1pPr algn="l">
              <a:lnSpc>
                <a:spcPct val="110000"/>
              </a:lnSpc>
              <a:defRPr sz="1400"/>
            </a:lvl1pPr>
          </a:lstStyle>
          <a:p>
            <a:fld id="{FC7398BC-A795-44A2-81B7-7C62073F4A53}" type="datetime3">
              <a:rPr lang="en-US" noProof="0" smtClean="0"/>
              <a:t>23 February 2026</a:t>
            </a:fld>
            <a:endParaRPr lang="en-US" noProof="0"/>
          </a:p>
        </p:txBody>
      </p:sp>
      <p:sp>
        <p:nvSpPr>
          <p:cNvPr id="13" name="Onlinebild-Platzhalter 12">
            <a:extLst>
              <a:ext uri="{FF2B5EF4-FFF2-40B4-BE49-F238E27FC236}">
                <a16:creationId xmlns:a16="http://schemas.microsoft.com/office/drawing/2014/main" id="{40DD23F9-38CC-47A8-BA35-376C86887867}"/>
              </a:ext>
            </a:extLst>
          </p:cNvPr>
          <p:cNvSpPr>
            <a:spLocks noGrp="1"/>
          </p:cNvSpPr>
          <p:nvPr>
            <p:ph type="clipArt" sz="quarter" idx="14" hasCustomPrompt="1"/>
          </p:nvPr>
        </p:nvSpPr>
        <p:spPr>
          <a:xfrm>
            <a:off x="10800993" y="-487273"/>
            <a:ext cx="816332" cy="1625511"/>
          </a:xfrm>
          <a:blipFill>
            <a:blip r:embed="rId7"/>
            <a:stretch>
              <a:fillRect/>
            </a:stretch>
          </a:blipFill>
        </p:spPr>
        <p:txBody>
          <a:bodyPr/>
          <a:lstStyle/>
          <a:p>
            <a:r>
              <a:rPr lang="en-US" noProof="0"/>
              <a:t> </a:t>
            </a:r>
          </a:p>
        </p:txBody>
      </p:sp>
    </p:spTree>
    <p:extLst>
      <p:ext uri="{BB962C8B-B14F-4D97-AF65-F5344CB8AC3E}">
        <p14:creationId xmlns:p14="http://schemas.microsoft.com/office/powerpoint/2010/main" val="3050315580"/>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dunkel)">
    <p:bg>
      <p:bgPr>
        <a:solidFill>
          <a:srgbClr val="F3F3F3"/>
        </a:solidFill>
        <a:effectLst/>
      </p:bgPr>
    </p:bg>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34DAAD36-478C-4478-B2AD-E9E1A4AA2ACF}"/>
              </a:ext>
            </a:extLst>
          </p:cNvPr>
          <p:cNvSpPr>
            <a:spLocks noGrp="1"/>
          </p:cNvSpPr>
          <p:nvPr>
            <p:ph type="pic" sz="quarter" idx="11"/>
          </p:nvPr>
        </p:nvSpPr>
        <p:spPr>
          <a:xfrm>
            <a:off x="0" y="0"/>
            <a:ext cx="12192000" cy="6858000"/>
          </a:xfrm>
          <a:solidFill>
            <a:schemeClr val="bg2">
              <a:lumMod val="50000"/>
            </a:schemeClr>
          </a:solidFill>
        </p:spPr>
        <p:txBody>
          <a:bodyPr anchor="ctr"/>
          <a:lstStyle>
            <a:lvl1pPr algn="ctr">
              <a:defRPr sz="1400">
                <a:solidFill>
                  <a:schemeClr val="bg1"/>
                </a:solidFill>
              </a:defRPr>
            </a:lvl1pPr>
          </a:lstStyle>
          <a:p>
            <a:r>
              <a:rPr lang="en-US" noProof="0"/>
              <a:t>Click icon to add picture</a:t>
            </a:r>
            <a:endParaRPr lang="en-GB" noProof="0"/>
          </a:p>
        </p:txBody>
      </p:sp>
      <p:sp>
        <p:nvSpPr>
          <p:cNvPr id="11" name="Onlinebild-Platzhalter 10">
            <a:extLst>
              <a:ext uri="{FF2B5EF4-FFF2-40B4-BE49-F238E27FC236}">
                <a16:creationId xmlns:a16="http://schemas.microsoft.com/office/drawing/2014/main" id="{F5E01BC0-C4C7-48C1-965F-F1EFE00A8932}"/>
              </a:ext>
            </a:extLst>
          </p:cNvPr>
          <p:cNvSpPr>
            <a:spLocks noGrp="1"/>
          </p:cNvSpPr>
          <p:nvPr>
            <p:ph type="clipArt" sz="quarter" idx="13" hasCustomPrompt="1"/>
          </p:nvPr>
        </p:nvSpPr>
        <p:spPr>
          <a:xfrm>
            <a:off x="601200" y="476580"/>
            <a:ext cx="3637425" cy="329870"/>
          </a:xfrm>
          <a:blipFill>
            <a:blip r:embed="rId4"/>
            <a:stretch>
              <a:fillRect/>
            </a:stretch>
          </a:blipFill>
        </p:spPr>
        <p:txBody>
          <a:bodyPr/>
          <a:lstStyle/>
          <a:p>
            <a:r>
              <a:rPr lang="de-DE" dirty="0"/>
              <a:t> </a:t>
            </a:r>
          </a:p>
        </p:txBody>
      </p:sp>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2803147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43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1512168"/>
          </a:xfrm>
        </p:spPr>
        <p:txBody>
          <a:bodyPr anchor="t" anchorCtr="0"/>
          <a:lstStyle>
            <a:lvl1pPr algn="l">
              <a:lnSpc>
                <a:spcPct val="100000"/>
              </a:lnSpc>
              <a:spcBef>
                <a:spcPts val="0"/>
              </a:spcBef>
              <a:defRPr sz="4300" b="1">
                <a:solidFill>
                  <a:schemeClr val="bg1"/>
                </a:solidFill>
              </a:defRPr>
            </a:lvl1pPr>
          </a:lstStyle>
          <a:p>
            <a:r>
              <a:rPr lang="en-US" noProof="0"/>
              <a:t>Presentation Title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854256"/>
            <a:ext cx="5401233" cy="720080"/>
          </a:xfrm>
        </p:spPr>
        <p:txBody>
          <a:bodyPr anchor="t" anchorCtr="0"/>
          <a:lstStyle>
            <a:lvl1pPr marL="0" indent="0" algn="l">
              <a:lnSpc>
                <a:spcPct val="100000"/>
              </a:lnSpc>
              <a:spcBef>
                <a:spcPts val="0"/>
              </a:spcBef>
              <a:buNone/>
              <a:defRPr sz="2400">
                <a:solidFill>
                  <a:schemeClr val="bg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Insert Subtitle</a:t>
            </a:r>
          </a:p>
        </p:txBody>
      </p:sp>
      <p:sp>
        <p:nvSpPr>
          <p:cNvPr id="25" name="Datumsplatzhalter 24">
            <a:extLst>
              <a:ext uri="{FF2B5EF4-FFF2-40B4-BE49-F238E27FC236}">
                <a16:creationId xmlns:a16="http://schemas.microsoft.com/office/drawing/2014/main" id="{40F3132C-509C-4287-966A-1251244CAE23}"/>
              </a:ext>
            </a:extLst>
          </p:cNvPr>
          <p:cNvSpPr>
            <a:spLocks noGrp="1"/>
          </p:cNvSpPr>
          <p:nvPr>
            <p:ph type="dt" sz="half" idx="10"/>
          </p:nvPr>
        </p:nvSpPr>
        <p:spPr bwMode="white">
          <a:xfrm>
            <a:off x="586817" y="4689140"/>
            <a:ext cx="3529571" cy="288032"/>
          </a:xfrm>
        </p:spPr>
        <p:txBody>
          <a:bodyPr anchor="t"/>
          <a:lstStyle>
            <a:lvl1pPr algn="l">
              <a:lnSpc>
                <a:spcPct val="110000"/>
              </a:lnSpc>
              <a:defRPr sz="1400">
                <a:solidFill>
                  <a:schemeClr val="bg1"/>
                </a:solidFill>
              </a:defRPr>
            </a:lvl1pPr>
          </a:lstStyle>
          <a:p>
            <a:fld id="{E0BB55D8-496C-49CA-A56B-1C636D9A6352}" type="datetime3">
              <a:rPr lang="en-US" noProof="0" smtClean="0"/>
              <a:t>23 February 2026</a:t>
            </a:fld>
            <a:endParaRPr lang="en-US" noProof="0" dirty="0"/>
          </a:p>
        </p:txBody>
      </p:sp>
      <p:sp>
        <p:nvSpPr>
          <p:cNvPr id="13" name="Onlinebild-Platzhalter 12">
            <a:extLst>
              <a:ext uri="{FF2B5EF4-FFF2-40B4-BE49-F238E27FC236}">
                <a16:creationId xmlns:a16="http://schemas.microsoft.com/office/drawing/2014/main" id="{40DD23F9-38CC-47A8-BA35-376C86887867}"/>
              </a:ext>
            </a:extLst>
          </p:cNvPr>
          <p:cNvSpPr>
            <a:spLocks noGrp="1"/>
          </p:cNvSpPr>
          <p:nvPr>
            <p:ph type="clipArt" sz="quarter" idx="14" hasCustomPrompt="1"/>
          </p:nvPr>
        </p:nvSpPr>
        <p:spPr>
          <a:xfrm>
            <a:off x="10800993" y="-487273"/>
            <a:ext cx="816332" cy="1625511"/>
          </a:xfrm>
          <a:blipFill>
            <a:blip r:embed="rId7"/>
            <a:stretch>
              <a:fillRect/>
            </a:stretch>
          </a:blipFill>
        </p:spPr>
        <p:txBody>
          <a:bodyPr/>
          <a:lstStyle/>
          <a:p>
            <a:r>
              <a:rPr lang="en-US" noProof="0"/>
              <a:t> </a:t>
            </a:r>
          </a:p>
        </p:txBody>
      </p:sp>
    </p:spTree>
    <p:extLst>
      <p:ext uri="{BB962C8B-B14F-4D97-AF65-F5344CB8AC3E}">
        <p14:creationId xmlns:p14="http://schemas.microsoft.com/office/powerpoint/2010/main" val="2725509656"/>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 (blau)">
    <p:bg bwMode="auto">
      <p:bgPr>
        <a:solidFill>
          <a:srgbClr val="20175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a:xfrm>
            <a:off x="1566774" y="1923421"/>
            <a:ext cx="5256213" cy="1569887"/>
          </a:xfrm>
        </p:spPr>
        <p:txBody>
          <a:bodyPr/>
          <a:lstStyle>
            <a:lvl1pPr>
              <a:lnSpc>
                <a:spcPct val="100000"/>
              </a:lnSpc>
              <a:defRPr sz="3800" b="1">
                <a:solidFill>
                  <a:schemeClr val="bg1"/>
                </a:solidFill>
              </a:defRPr>
            </a:lvl1pPr>
          </a:lstStyle>
          <a:p>
            <a:r>
              <a:rPr lang="en-US" noProof="0"/>
              <a:t>Click to edit Master title style</a:t>
            </a:r>
          </a:p>
        </p:txBody>
      </p:sp>
      <p:sp>
        <p:nvSpPr>
          <p:cNvPr id="11" name="Textplatzhalter 10">
            <a:extLst>
              <a:ext uri="{FF2B5EF4-FFF2-40B4-BE49-F238E27FC236}">
                <a16:creationId xmlns:a16="http://schemas.microsoft.com/office/drawing/2014/main" id="{C70D1A87-3AA5-49BF-9682-78DA305E8664}"/>
              </a:ext>
            </a:extLst>
          </p:cNvPr>
          <p:cNvSpPr>
            <a:spLocks noGrp="1"/>
          </p:cNvSpPr>
          <p:nvPr>
            <p:ph type="body" sz="quarter" idx="10" hasCustomPrompt="1"/>
          </p:nvPr>
        </p:nvSpPr>
        <p:spPr bwMode="white">
          <a:xfrm>
            <a:off x="587375" y="1736812"/>
            <a:ext cx="971550" cy="1756496"/>
          </a:xfrm>
        </p:spPr>
        <p:txBody>
          <a:bodyPr/>
          <a:lstStyle>
            <a:lvl1pPr marL="0" indent="0">
              <a:lnSpc>
                <a:spcPct val="100000"/>
              </a:lnSpc>
              <a:buNone/>
              <a:defRPr sz="10400" b="1">
                <a:solidFill>
                  <a:schemeClr val="tx2"/>
                </a:solidFill>
              </a:defRPr>
            </a:lvl1pPr>
          </a:lstStyle>
          <a:p>
            <a:pPr lvl="0"/>
            <a:r>
              <a:rPr lang="en-US" noProof="0" dirty="0"/>
              <a:t>0</a:t>
            </a:r>
          </a:p>
        </p:txBody>
      </p:sp>
      <p:pic>
        <p:nvPicPr>
          <p:cNvPr id="15" name="Grafik 14">
            <a:extLst>
              <a:ext uri="{FF2B5EF4-FFF2-40B4-BE49-F238E27FC236}">
                <a16:creationId xmlns:a16="http://schemas.microsoft.com/office/drawing/2014/main" id="{441C4611-834B-4041-91F3-915A77DC6DE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800993" y="-487273"/>
            <a:ext cx="816102" cy="1625346"/>
          </a:xfrm>
          <a:prstGeom prst="rect">
            <a:avLst/>
          </a:prstGeom>
        </p:spPr>
      </p:pic>
      <p:pic>
        <p:nvPicPr>
          <p:cNvPr id="16" name="Grafik 15">
            <a:extLst>
              <a:ext uri="{FF2B5EF4-FFF2-40B4-BE49-F238E27FC236}">
                <a16:creationId xmlns:a16="http://schemas.microsoft.com/office/drawing/2014/main" id="{84EF5AA7-A7AA-4571-AB53-31BB9B697DB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01200" y="6376858"/>
            <a:ext cx="576063" cy="126030"/>
          </a:xfrm>
          <a:prstGeom prst="rect">
            <a:avLst/>
          </a:prstGeom>
        </p:spPr>
      </p:pic>
      <p:grpSp>
        <p:nvGrpSpPr>
          <p:cNvPr id="23" name="Gruppieren 22">
            <a:extLst>
              <a:ext uri="{FF2B5EF4-FFF2-40B4-BE49-F238E27FC236}">
                <a16:creationId xmlns:a16="http://schemas.microsoft.com/office/drawing/2014/main" id="{A7A32B11-6251-44A6-A455-7582171F1494}"/>
              </a:ext>
            </a:extLst>
          </p:cNvPr>
          <p:cNvGrpSpPr>
            <a:grpSpLocks noChangeAspect="1"/>
          </p:cNvGrpSpPr>
          <p:nvPr userDrawn="1"/>
        </p:nvGrpSpPr>
        <p:grpSpPr bwMode="gray">
          <a:xfrm>
            <a:off x="10473990" y="2060575"/>
            <a:ext cx="1718009" cy="2577013"/>
            <a:chOff x="10473990" y="2384884"/>
            <a:chExt cx="1718009" cy="2577013"/>
          </a:xfrm>
        </p:grpSpPr>
        <p:sp>
          <p:nvSpPr>
            <p:cNvPr id="24" name="Freihandform: Form 23">
              <a:extLst>
                <a:ext uri="{FF2B5EF4-FFF2-40B4-BE49-F238E27FC236}">
                  <a16:creationId xmlns:a16="http://schemas.microsoft.com/office/drawing/2014/main" id="{FE4E3F4A-92EE-40B8-83C3-F687E3836A35}"/>
                </a:ext>
              </a:extLst>
            </p:cNvPr>
            <p:cNvSpPr/>
            <p:nvPr/>
          </p:nvSpPr>
          <p:spPr bwMode="gray">
            <a:xfrm>
              <a:off x="10473990" y="4102893"/>
              <a:ext cx="859004" cy="859004"/>
            </a:xfrm>
            <a:custGeom>
              <a:avLst/>
              <a:gdLst>
                <a:gd name="connsiteX0" fmla="*/ 0 w 859004"/>
                <a:gd name="connsiteY0" fmla="*/ 0 h 859004"/>
                <a:gd name="connsiteX1" fmla="*/ 859005 w 859004"/>
                <a:gd name="connsiteY1" fmla="*/ 0 h 859004"/>
                <a:gd name="connsiteX2" fmla="*/ 859005 w 859004"/>
                <a:gd name="connsiteY2" fmla="*/ 859005 h 859004"/>
                <a:gd name="connsiteX3" fmla="*/ 0 w 859004"/>
                <a:gd name="connsiteY3" fmla="*/ 859005 h 859004"/>
              </a:gdLst>
              <a:ahLst/>
              <a:cxnLst>
                <a:cxn ang="0">
                  <a:pos x="connsiteX0" y="connsiteY0"/>
                </a:cxn>
                <a:cxn ang="0">
                  <a:pos x="connsiteX1" y="connsiteY1"/>
                </a:cxn>
                <a:cxn ang="0">
                  <a:pos x="connsiteX2" y="connsiteY2"/>
                </a:cxn>
                <a:cxn ang="0">
                  <a:pos x="connsiteX3" y="connsiteY3"/>
                </a:cxn>
              </a:cxnLst>
              <a:rect l="l" t="t" r="r" b="b"/>
              <a:pathLst>
                <a:path w="859004" h="859004">
                  <a:moveTo>
                    <a:pt x="0" y="0"/>
                  </a:moveTo>
                  <a:lnTo>
                    <a:pt x="859005" y="0"/>
                  </a:lnTo>
                  <a:lnTo>
                    <a:pt x="859005" y="859005"/>
                  </a:lnTo>
                  <a:lnTo>
                    <a:pt x="0" y="859005"/>
                  </a:lnTo>
                  <a:close/>
                </a:path>
              </a:pathLst>
            </a:custGeom>
            <a:solidFill>
              <a:srgbClr val="00CE7D"/>
            </a:solidFill>
            <a:ln w="8572"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ACA577BB-972D-4F24-9540-3277C01DF70D}"/>
                </a:ext>
              </a:extLst>
            </p:cNvPr>
            <p:cNvSpPr/>
            <p:nvPr/>
          </p:nvSpPr>
          <p:spPr bwMode="gray">
            <a:xfrm>
              <a:off x="11332994" y="2384884"/>
              <a:ext cx="859004" cy="859004"/>
            </a:xfrm>
            <a:custGeom>
              <a:avLst/>
              <a:gdLst>
                <a:gd name="connsiteX0" fmla="*/ 859005 w 859004"/>
                <a:gd name="connsiteY0" fmla="*/ 859005 h 859004"/>
                <a:gd name="connsiteX1" fmla="*/ 0 w 859004"/>
                <a:gd name="connsiteY1" fmla="*/ 0 h 859004"/>
                <a:gd name="connsiteX2" fmla="*/ 859005 w 859004"/>
                <a:gd name="connsiteY2" fmla="*/ 0 h 859004"/>
              </a:gdLst>
              <a:ahLst/>
              <a:cxnLst>
                <a:cxn ang="0">
                  <a:pos x="connsiteX0" y="connsiteY0"/>
                </a:cxn>
                <a:cxn ang="0">
                  <a:pos x="connsiteX1" y="connsiteY1"/>
                </a:cxn>
                <a:cxn ang="0">
                  <a:pos x="connsiteX2" y="connsiteY2"/>
                </a:cxn>
              </a:cxnLst>
              <a:rect l="l" t="t" r="r" b="b"/>
              <a:pathLst>
                <a:path w="859004" h="859004">
                  <a:moveTo>
                    <a:pt x="859005" y="859005"/>
                  </a:moveTo>
                  <a:lnTo>
                    <a:pt x="0" y="0"/>
                  </a:lnTo>
                  <a:lnTo>
                    <a:pt x="859005" y="0"/>
                  </a:lnTo>
                  <a:close/>
                </a:path>
              </a:pathLst>
            </a:custGeom>
            <a:solidFill>
              <a:srgbClr val="00CE7D"/>
            </a:solidFill>
            <a:ln w="8572"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9ED901D5-BFA6-429C-BBEF-FF46FC43B6B5}"/>
                </a:ext>
              </a:extLst>
            </p:cNvPr>
            <p:cNvSpPr/>
            <p:nvPr/>
          </p:nvSpPr>
          <p:spPr bwMode="gray">
            <a:xfrm>
              <a:off x="10473990" y="2384884"/>
              <a:ext cx="1718009" cy="1718009"/>
            </a:xfrm>
            <a:custGeom>
              <a:avLst/>
              <a:gdLst>
                <a:gd name="connsiteX0" fmla="*/ 859005 w 1718009"/>
                <a:gd name="connsiteY0" fmla="*/ 859005 h 1718009"/>
                <a:gd name="connsiteX1" fmla="*/ 1718009 w 1718009"/>
                <a:gd name="connsiteY1" fmla="*/ 1718009 h 1718009"/>
                <a:gd name="connsiteX2" fmla="*/ 859005 w 1718009"/>
                <a:gd name="connsiteY2" fmla="*/ 1718009 h 1718009"/>
                <a:gd name="connsiteX3" fmla="*/ 0 w 1718009"/>
                <a:gd name="connsiteY3" fmla="*/ 859005 h 1718009"/>
                <a:gd name="connsiteX4" fmla="*/ 0 w 1718009"/>
                <a:gd name="connsiteY4" fmla="*/ 0 h 1718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8009" h="1718009">
                  <a:moveTo>
                    <a:pt x="859005" y="859005"/>
                  </a:moveTo>
                  <a:lnTo>
                    <a:pt x="1718009" y="1718009"/>
                  </a:lnTo>
                  <a:lnTo>
                    <a:pt x="859005" y="1718009"/>
                  </a:lnTo>
                  <a:lnTo>
                    <a:pt x="0" y="859005"/>
                  </a:lnTo>
                  <a:lnTo>
                    <a:pt x="0" y="0"/>
                  </a:lnTo>
                  <a:close/>
                </a:path>
              </a:pathLst>
            </a:custGeom>
            <a:solidFill>
              <a:srgbClr val="FFFFFF"/>
            </a:solidFill>
            <a:ln w="8572" cap="flat">
              <a:noFill/>
              <a:prstDash val="solid"/>
              <a:miter/>
            </a:ln>
          </p:spPr>
          <p:txBody>
            <a:bodyPr rtlCol="0" anchor="ctr"/>
            <a:lstStyle/>
            <a:p>
              <a:endParaRPr lang="de-DE"/>
            </a:p>
          </p:txBody>
        </p:sp>
      </p:grpSp>
      <p:sp>
        <p:nvSpPr>
          <p:cNvPr id="3" name="Date Placeholder 2">
            <a:extLst>
              <a:ext uri="{FF2B5EF4-FFF2-40B4-BE49-F238E27FC236}">
                <a16:creationId xmlns:a16="http://schemas.microsoft.com/office/drawing/2014/main" id="{CC7E09BA-4FEF-48FD-B8AD-8B50BF94E738}"/>
              </a:ext>
            </a:extLst>
          </p:cNvPr>
          <p:cNvSpPr>
            <a:spLocks noGrp="1"/>
          </p:cNvSpPr>
          <p:nvPr>
            <p:ph type="dt" sz="half" idx="11"/>
          </p:nvPr>
        </p:nvSpPr>
        <p:spPr/>
        <p:txBody>
          <a:bodyPr/>
          <a:lstStyle>
            <a:lvl1pPr>
              <a:defRPr>
                <a:solidFill>
                  <a:schemeClr val="bg1"/>
                </a:solidFill>
              </a:defRPr>
            </a:lvl1pPr>
          </a:lstStyle>
          <a:p>
            <a:fld id="{712A3BE7-7538-4ED6-A67C-2644D387AE0C}" type="datetime3">
              <a:rPr lang="en-US" noProof="0" smtClean="0"/>
              <a:t>23 February 2026</a:t>
            </a:fld>
            <a:endParaRPr lang="en-US" noProof="0"/>
          </a:p>
        </p:txBody>
      </p:sp>
      <p:sp>
        <p:nvSpPr>
          <p:cNvPr id="6" name="Slide Number Placeholder 5">
            <a:extLst>
              <a:ext uri="{FF2B5EF4-FFF2-40B4-BE49-F238E27FC236}">
                <a16:creationId xmlns:a16="http://schemas.microsoft.com/office/drawing/2014/main" id="{9B47D739-476D-4DE4-8BF7-5CCF6A910F43}"/>
              </a:ext>
            </a:extLst>
          </p:cNvPr>
          <p:cNvSpPr>
            <a:spLocks noGrp="1"/>
          </p:cNvSpPr>
          <p:nvPr>
            <p:ph type="sldNum" sz="quarter" idx="12"/>
          </p:nvPr>
        </p:nvSpPr>
        <p:spPr/>
        <p:txBody>
          <a:bodyPr/>
          <a:lstStyle>
            <a:lvl1pPr>
              <a:defRPr>
                <a:solidFill>
                  <a:schemeClr val="bg1"/>
                </a:solidFill>
              </a:defRPr>
            </a:lvl1p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161834524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 (grün)">
    <p:bg bwMode="gray">
      <p:bgPr>
        <a:solidFill>
          <a:srgbClr val="00CE7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white">
          <a:xfrm>
            <a:off x="1566774" y="1923421"/>
            <a:ext cx="5256213" cy="1569887"/>
          </a:xfrm>
        </p:spPr>
        <p:txBody>
          <a:bodyPr/>
          <a:lstStyle>
            <a:lvl1pPr>
              <a:lnSpc>
                <a:spcPct val="100000"/>
              </a:lnSpc>
              <a:defRPr sz="3800" b="1">
                <a:solidFill>
                  <a:schemeClr val="tx1"/>
                </a:solidFill>
              </a:defRPr>
            </a:lvl1pPr>
          </a:lstStyle>
          <a:p>
            <a:r>
              <a:rPr lang="en-US" noProof="0"/>
              <a:t>Click to edit Master title style</a:t>
            </a:r>
            <a:endParaRPr lang="en-US" noProof="0" dirty="0"/>
          </a:p>
        </p:txBody>
      </p:sp>
      <p:sp>
        <p:nvSpPr>
          <p:cNvPr id="11" name="Textplatzhalter 10">
            <a:extLst>
              <a:ext uri="{FF2B5EF4-FFF2-40B4-BE49-F238E27FC236}">
                <a16:creationId xmlns:a16="http://schemas.microsoft.com/office/drawing/2014/main" id="{C70D1A87-3AA5-49BF-9682-78DA305E8664}"/>
              </a:ext>
            </a:extLst>
          </p:cNvPr>
          <p:cNvSpPr>
            <a:spLocks noGrp="1"/>
          </p:cNvSpPr>
          <p:nvPr>
            <p:ph type="body" sz="quarter" idx="10" hasCustomPrompt="1"/>
          </p:nvPr>
        </p:nvSpPr>
        <p:spPr bwMode="gray">
          <a:xfrm>
            <a:off x="587375" y="1736812"/>
            <a:ext cx="971550" cy="1756496"/>
          </a:xfrm>
        </p:spPr>
        <p:txBody>
          <a:bodyPr/>
          <a:lstStyle>
            <a:lvl1pPr marL="0" indent="0">
              <a:lnSpc>
                <a:spcPct val="100000"/>
              </a:lnSpc>
              <a:buNone/>
              <a:defRPr sz="10400" b="1">
                <a:solidFill>
                  <a:schemeClr val="bg1"/>
                </a:solidFill>
              </a:defRPr>
            </a:lvl1pPr>
          </a:lstStyle>
          <a:p>
            <a:pPr lvl="0"/>
            <a:r>
              <a:rPr lang="en-US" noProof="0"/>
              <a:t>0</a:t>
            </a:r>
          </a:p>
        </p:txBody>
      </p:sp>
      <p:pic>
        <p:nvPicPr>
          <p:cNvPr id="15" name="Grafik 14">
            <a:extLst>
              <a:ext uri="{FF2B5EF4-FFF2-40B4-BE49-F238E27FC236}">
                <a16:creationId xmlns:a16="http://schemas.microsoft.com/office/drawing/2014/main" id="{441C4611-834B-4041-91F3-915A77DC6DE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801165" y="-487273"/>
            <a:ext cx="815757" cy="1625346"/>
          </a:xfrm>
          <a:prstGeom prst="rect">
            <a:avLst/>
          </a:prstGeom>
        </p:spPr>
      </p:pic>
      <p:pic>
        <p:nvPicPr>
          <p:cNvPr id="9" name="Grafik 8">
            <a:extLst>
              <a:ext uri="{FF2B5EF4-FFF2-40B4-BE49-F238E27FC236}">
                <a16:creationId xmlns:a16="http://schemas.microsoft.com/office/drawing/2014/main" id="{7EDF4B65-EABB-4FE0-B71C-17F94088B99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601200" y="6376596"/>
            <a:ext cx="576063" cy="126555"/>
          </a:xfrm>
          <a:prstGeom prst="rect">
            <a:avLst/>
          </a:prstGeom>
        </p:spPr>
      </p:pic>
      <p:grpSp>
        <p:nvGrpSpPr>
          <p:cNvPr id="13" name="Gruppieren 12">
            <a:extLst>
              <a:ext uri="{FF2B5EF4-FFF2-40B4-BE49-F238E27FC236}">
                <a16:creationId xmlns:a16="http://schemas.microsoft.com/office/drawing/2014/main" id="{2C2E47A4-CAB6-46B8-BE0C-44B1499FF68C}"/>
              </a:ext>
            </a:extLst>
          </p:cNvPr>
          <p:cNvGrpSpPr/>
          <p:nvPr userDrawn="1"/>
        </p:nvGrpSpPr>
        <p:grpSpPr bwMode="gray">
          <a:xfrm>
            <a:off x="9167664" y="2060848"/>
            <a:ext cx="3024336" cy="1512168"/>
            <a:chOff x="9167664" y="2060848"/>
            <a:chExt cx="3024336" cy="1512168"/>
          </a:xfrm>
        </p:grpSpPr>
        <p:sp>
          <p:nvSpPr>
            <p:cNvPr id="6" name="Freihandform: Form 5">
              <a:extLst>
                <a:ext uri="{FF2B5EF4-FFF2-40B4-BE49-F238E27FC236}">
                  <a16:creationId xmlns:a16="http://schemas.microsoft.com/office/drawing/2014/main" id="{16D54DAA-8AB7-4859-BE73-CA410CA89430}"/>
                </a:ext>
              </a:extLst>
            </p:cNvPr>
            <p:cNvSpPr/>
            <p:nvPr/>
          </p:nvSpPr>
          <p:spPr bwMode="gray">
            <a:xfrm>
              <a:off x="11435916" y="2060848"/>
              <a:ext cx="756084" cy="756084"/>
            </a:xfrm>
            <a:custGeom>
              <a:avLst/>
              <a:gdLst>
                <a:gd name="connsiteX0" fmla="*/ 756084 w 756084"/>
                <a:gd name="connsiteY0" fmla="*/ 0 h 756084"/>
                <a:gd name="connsiteX1" fmla="*/ 756084 w 756084"/>
                <a:gd name="connsiteY1" fmla="*/ 756084 h 756084"/>
                <a:gd name="connsiteX2" fmla="*/ 0 w 756084"/>
                <a:gd name="connsiteY2" fmla="*/ 0 h 756084"/>
              </a:gdLst>
              <a:ahLst/>
              <a:cxnLst>
                <a:cxn ang="0">
                  <a:pos x="connsiteX0" y="connsiteY0"/>
                </a:cxn>
                <a:cxn ang="0">
                  <a:pos x="connsiteX1" y="connsiteY1"/>
                </a:cxn>
                <a:cxn ang="0">
                  <a:pos x="connsiteX2" y="connsiteY2"/>
                </a:cxn>
              </a:cxnLst>
              <a:rect l="l" t="t" r="r" b="b"/>
              <a:pathLst>
                <a:path w="756084" h="756084">
                  <a:moveTo>
                    <a:pt x="756084" y="0"/>
                  </a:moveTo>
                  <a:lnTo>
                    <a:pt x="756084" y="756084"/>
                  </a:lnTo>
                  <a:lnTo>
                    <a:pt x="0" y="0"/>
                  </a:lnTo>
                  <a:close/>
                </a:path>
              </a:pathLst>
            </a:custGeom>
            <a:solidFill>
              <a:srgbClr val="201751"/>
            </a:solidFill>
            <a:ln w="7549" cap="flat">
              <a:noFill/>
              <a:prstDash val="solid"/>
              <a:miter/>
            </a:ln>
          </p:spPr>
          <p:txBody>
            <a:bodyPr rtlCol="0" anchor="ctr"/>
            <a:lstStyle/>
            <a:p>
              <a:endParaRPr lang="de-DE"/>
            </a:p>
          </p:txBody>
        </p:sp>
        <p:sp>
          <p:nvSpPr>
            <p:cNvPr id="7" name="Freihandform: Form 6">
              <a:extLst>
                <a:ext uri="{FF2B5EF4-FFF2-40B4-BE49-F238E27FC236}">
                  <a16:creationId xmlns:a16="http://schemas.microsoft.com/office/drawing/2014/main" id="{BF8DF8B8-D3D5-4E11-A199-7C77DE2D3D27}"/>
                </a:ext>
              </a:extLst>
            </p:cNvPr>
            <p:cNvSpPr/>
            <p:nvPr/>
          </p:nvSpPr>
          <p:spPr bwMode="gray">
            <a:xfrm>
              <a:off x="10679832" y="2060848"/>
              <a:ext cx="1512168" cy="1512168"/>
            </a:xfrm>
            <a:custGeom>
              <a:avLst/>
              <a:gdLst>
                <a:gd name="connsiteX0" fmla="*/ 0 w 1512168"/>
                <a:gd name="connsiteY0" fmla="*/ 0 h 1512168"/>
                <a:gd name="connsiteX1" fmla="*/ 0 w 1512168"/>
                <a:gd name="connsiteY1" fmla="*/ 756084 h 1512168"/>
                <a:gd name="connsiteX2" fmla="*/ 756084 w 1512168"/>
                <a:gd name="connsiteY2" fmla="*/ 1512168 h 1512168"/>
                <a:gd name="connsiteX3" fmla="*/ 1512168 w 1512168"/>
                <a:gd name="connsiteY3" fmla="*/ 1512168 h 1512168"/>
              </a:gdLst>
              <a:ahLst/>
              <a:cxnLst>
                <a:cxn ang="0">
                  <a:pos x="connsiteX0" y="connsiteY0"/>
                </a:cxn>
                <a:cxn ang="0">
                  <a:pos x="connsiteX1" y="connsiteY1"/>
                </a:cxn>
                <a:cxn ang="0">
                  <a:pos x="connsiteX2" y="connsiteY2"/>
                </a:cxn>
                <a:cxn ang="0">
                  <a:pos x="connsiteX3" y="connsiteY3"/>
                </a:cxn>
              </a:cxnLst>
              <a:rect l="l" t="t" r="r" b="b"/>
              <a:pathLst>
                <a:path w="1512168" h="1512168">
                  <a:moveTo>
                    <a:pt x="0" y="0"/>
                  </a:moveTo>
                  <a:lnTo>
                    <a:pt x="0" y="756084"/>
                  </a:lnTo>
                  <a:lnTo>
                    <a:pt x="756084" y="1512168"/>
                  </a:lnTo>
                  <a:lnTo>
                    <a:pt x="1512168" y="1512168"/>
                  </a:lnTo>
                  <a:close/>
                </a:path>
              </a:pathLst>
            </a:custGeom>
            <a:solidFill>
              <a:srgbClr val="FFFFFF"/>
            </a:solidFill>
            <a:ln w="7549" cap="flat">
              <a:noFill/>
              <a:prstDash val="solid"/>
              <a:miter/>
            </a:ln>
          </p:spPr>
          <p:txBody>
            <a:bodyPr rtlCol="0" anchor="ctr"/>
            <a:lstStyle/>
            <a:p>
              <a:endParaRPr lang="de-DE"/>
            </a:p>
          </p:txBody>
        </p:sp>
        <p:sp>
          <p:nvSpPr>
            <p:cNvPr id="12" name="Freihandform: Form 11">
              <a:extLst>
                <a:ext uri="{FF2B5EF4-FFF2-40B4-BE49-F238E27FC236}">
                  <a16:creationId xmlns:a16="http://schemas.microsoft.com/office/drawing/2014/main" id="{56CB23BD-376E-494C-B9BD-49C693E7B475}"/>
                </a:ext>
              </a:extLst>
            </p:cNvPr>
            <p:cNvSpPr/>
            <p:nvPr/>
          </p:nvSpPr>
          <p:spPr bwMode="gray">
            <a:xfrm>
              <a:off x="9167664" y="2060848"/>
              <a:ext cx="1512168" cy="756084"/>
            </a:xfrm>
            <a:custGeom>
              <a:avLst/>
              <a:gdLst>
                <a:gd name="connsiteX0" fmla="*/ 1134126 w 1512168"/>
                <a:gd name="connsiteY0" fmla="*/ 0 h 756084"/>
                <a:gd name="connsiteX1" fmla="*/ 1134126 w 1512168"/>
                <a:gd name="connsiteY1" fmla="*/ 0 h 756084"/>
                <a:gd name="connsiteX2" fmla="*/ 378042 w 1512168"/>
                <a:gd name="connsiteY2" fmla="*/ 0 h 756084"/>
                <a:gd name="connsiteX3" fmla="*/ 0 w 1512168"/>
                <a:gd name="connsiteY3" fmla="*/ 378042 h 756084"/>
                <a:gd name="connsiteX4" fmla="*/ 378042 w 1512168"/>
                <a:gd name="connsiteY4" fmla="*/ 756084 h 756084"/>
                <a:gd name="connsiteX5" fmla="*/ 756084 w 1512168"/>
                <a:gd name="connsiteY5" fmla="*/ 756084 h 756084"/>
                <a:gd name="connsiteX6" fmla="*/ 756084 w 1512168"/>
                <a:gd name="connsiteY6" fmla="*/ 756084 h 756084"/>
                <a:gd name="connsiteX7" fmla="*/ 1512168 w 1512168"/>
                <a:gd name="connsiteY7" fmla="*/ 756084 h 756084"/>
                <a:gd name="connsiteX8" fmla="*/ 1512168 w 1512168"/>
                <a:gd name="connsiteY8" fmla="*/ 0 h 756084"/>
                <a:gd name="connsiteX9" fmla="*/ 1134126 w 1512168"/>
                <a:gd name="connsiteY9" fmla="*/ 0 h 75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2168" h="756084">
                  <a:moveTo>
                    <a:pt x="1134126" y="0"/>
                  </a:moveTo>
                  <a:lnTo>
                    <a:pt x="1134126" y="0"/>
                  </a:lnTo>
                  <a:lnTo>
                    <a:pt x="378042" y="0"/>
                  </a:lnTo>
                  <a:cubicBezTo>
                    <a:pt x="169287" y="0"/>
                    <a:pt x="0" y="169287"/>
                    <a:pt x="0" y="378042"/>
                  </a:cubicBezTo>
                  <a:cubicBezTo>
                    <a:pt x="0" y="586797"/>
                    <a:pt x="169287" y="756084"/>
                    <a:pt x="378042" y="756084"/>
                  </a:cubicBezTo>
                  <a:lnTo>
                    <a:pt x="756084" y="756084"/>
                  </a:lnTo>
                  <a:lnTo>
                    <a:pt x="756084" y="756084"/>
                  </a:lnTo>
                  <a:lnTo>
                    <a:pt x="1512168" y="756084"/>
                  </a:lnTo>
                  <a:lnTo>
                    <a:pt x="1512168" y="0"/>
                  </a:lnTo>
                  <a:lnTo>
                    <a:pt x="1134126" y="0"/>
                  </a:lnTo>
                  <a:close/>
                </a:path>
              </a:pathLst>
            </a:custGeom>
            <a:solidFill>
              <a:srgbClr val="201751"/>
            </a:solidFill>
            <a:ln w="7549" cap="flat">
              <a:noFill/>
              <a:prstDash val="solid"/>
              <a:miter/>
            </a:ln>
          </p:spPr>
          <p:txBody>
            <a:bodyPr rtlCol="0" anchor="ctr"/>
            <a:lstStyle/>
            <a:p>
              <a:endParaRPr lang="de-DE"/>
            </a:p>
          </p:txBody>
        </p:sp>
      </p:grpSp>
      <p:sp>
        <p:nvSpPr>
          <p:cNvPr id="3" name="Date Placeholder 2">
            <a:extLst>
              <a:ext uri="{FF2B5EF4-FFF2-40B4-BE49-F238E27FC236}">
                <a16:creationId xmlns:a16="http://schemas.microsoft.com/office/drawing/2014/main" id="{243169E7-0F2E-4C33-A691-6D5C2B1A4DAE}"/>
              </a:ext>
            </a:extLst>
          </p:cNvPr>
          <p:cNvSpPr>
            <a:spLocks noGrp="1"/>
          </p:cNvSpPr>
          <p:nvPr>
            <p:ph type="dt" sz="half" idx="11"/>
          </p:nvPr>
        </p:nvSpPr>
        <p:spPr bwMode="black"/>
        <p:txBody>
          <a:bodyPr/>
          <a:lstStyle/>
          <a:p>
            <a:fld id="{8755C120-EF72-4B47-B9DD-D088A9F2C1DE}" type="datetime3">
              <a:rPr lang="en-US" noProof="0" smtClean="0"/>
              <a:t>23 February 2026</a:t>
            </a:fld>
            <a:endParaRPr lang="en-US" noProof="0"/>
          </a:p>
        </p:txBody>
      </p:sp>
      <p:sp>
        <p:nvSpPr>
          <p:cNvPr id="8" name="Slide Number Placeholder 7">
            <a:extLst>
              <a:ext uri="{FF2B5EF4-FFF2-40B4-BE49-F238E27FC236}">
                <a16:creationId xmlns:a16="http://schemas.microsoft.com/office/drawing/2014/main" id="{168C6C73-E854-4564-8150-B96B40A316D6}"/>
              </a:ext>
            </a:extLst>
          </p:cNvPr>
          <p:cNvSpPr>
            <a:spLocks noGrp="1"/>
          </p:cNvSpPr>
          <p:nvPr>
            <p:ph type="sldNum" sz="quarter" idx="12"/>
          </p:nvPr>
        </p:nvSpPr>
        <p:spPr bwMode="black"/>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259420244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apitel (hellgrau)">
    <p:bg bwMode="auto">
      <p:bgPr>
        <a:solidFill>
          <a:srgbClr val="F3F3F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a:xfrm>
            <a:off x="1566774" y="1923421"/>
            <a:ext cx="5256213" cy="1569887"/>
          </a:xfrm>
        </p:spPr>
        <p:txBody>
          <a:bodyPr/>
          <a:lstStyle>
            <a:lvl1pPr>
              <a:lnSpc>
                <a:spcPct val="100000"/>
              </a:lnSpc>
              <a:defRPr sz="3800" b="1">
                <a:solidFill>
                  <a:schemeClr val="tx1"/>
                </a:solidFill>
              </a:defRPr>
            </a:lvl1pPr>
          </a:lstStyle>
          <a:p>
            <a:r>
              <a:rPr lang="en-US" noProof="0"/>
              <a:t>Click to edit Master title style</a:t>
            </a:r>
            <a:endParaRPr lang="en-US" noProof="0" dirty="0"/>
          </a:p>
        </p:txBody>
      </p:sp>
      <p:sp>
        <p:nvSpPr>
          <p:cNvPr id="11" name="Textplatzhalter 10">
            <a:extLst>
              <a:ext uri="{FF2B5EF4-FFF2-40B4-BE49-F238E27FC236}">
                <a16:creationId xmlns:a16="http://schemas.microsoft.com/office/drawing/2014/main" id="{C70D1A87-3AA5-49BF-9682-78DA305E8664}"/>
              </a:ext>
            </a:extLst>
          </p:cNvPr>
          <p:cNvSpPr>
            <a:spLocks noGrp="1"/>
          </p:cNvSpPr>
          <p:nvPr>
            <p:ph type="body" sz="quarter" idx="10" hasCustomPrompt="1"/>
          </p:nvPr>
        </p:nvSpPr>
        <p:spPr bwMode="black">
          <a:xfrm>
            <a:off x="587375" y="1736812"/>
            <a:ext cx="971550" cy="1756496"/>
          </a:xfrm>
        </p:spPr>
        <p:txBody>
          <a:bodyPr/>
          <a:lstStyle>
            <a:lvl1pPr marL="0" indent="0">
              <a:lnSpc>
                <a:spcPct val="100000"/>
              </a:lnSpc>
              <a:buNone/>
              <a:defRPr sz="10400" b="1">
                <a:solidFill>
                  <a:schemeClr val="tx2"/>
                </a:solidFill>
              </a:defRPr>
            </a:lvl1pPr>
          </a:lstStyle>
          <a:p>
            <a:pPr lvl="0"/>
            <a:r>
              <a:rPr lang="en-US" noProof="0" dirty="0"/>
              <a:t>0</a:t>
            </a:r>
          </a:p>
        </p:txBody>
      </p:sp>
      <p:pic>
        <p:nvPicPr>
          <p:cNvPr id="9" name="Grafik 8">
            <a:extLst>
              <a:ext uri="{FF2B5EF4-FFF2-40B4-BE49-F238E27FC236}">
                <a16:creationId xmlns:a16="http://schemas.microsoft.com/office/drawing/2014/main" id="{7EDF4B65-EABB-4FE0-B71C-17F94088B9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1200" y="6376596"/>
            <a:ext cx="576063" cy="126555"/>
          </a:xfrm>
          <a:prstGeom prst="rect">
            <a:avLst/>
          </a:prstGeom>
        </p:spPr>
      </p:pic>
      <p:grpSp>
        <p:nvGrpSpPr>
          <p:cNvPr id="16" name="Gruppieren 15">
            <a:extLst>
              <a:ext uri="{FF2B5EF4-FFF2-40B4-BE49-F238E27FC236}">
                <a16:creationId xmlns:a16="http://schemas.microsoft.com/office/drawing/2014/main" id="{71E2CAEB-5D4E-47C0-9BF0-585D66D109D8}"/>
              </a:ext>
            </a:extLst>
          </p:cNvPr>
          <p:cNvGrpSpPr/>
          <p:nvPr userDrawn="1"/>
        </p:nvGrpSpPr>
        <p:grpSpPr>
          <a:xfrm>
            <a:off x="10476600" y="2060848"/>
            <a:ext cx="1715400" cy="3430800"/>
            <a:chOff x="10476600" y="2060848"/>
            <a:chExt cx="1715400" cy="3430800"/>
          </a:xfrm>
        </p:grpSpPr>
        <p:sp>
          <p:nvSpPr>
            <p:cNvPr id="6" name="Freihandform: Form 5">
              <a:extLst>
                <a:ext uri="{FF2B5EF4-FFF2-40B4-BE49-F238E27FC236}">
                  <a16:creationId xmlns:a16="http://schemas.microsoft.com/office/drawing/2014/main" id="{A36AA7D8-79F9-48F8-8D50-76B559AE5B2B}"/>
                </a:ext>
              </a:extLst>
            </p:cNvPr>
            <p:cNvSpPr/>
            <p:nvPr/>
          </p:nvSpPr>
          <p:spPr>
            <a:xfrm>
              <a:off x="10476600" y="3776248"/>
              <a:ext cx="857700" cy="857700"/>
            </a:xfrm>
            <a:custGeom>
              <a:avLst/>
              <a:gdLst>
                <a:gd name="connsiteX0" fmla="*/ 0 w 857700"/>
                <a:gd name="connsiteY0" fmla="*/ 0 h 857700"/>
                <a:gd name="connsiteX1" fmla="*/ 857700 w 857700"/>
                <a:gd name="connsiteY1" fmla="*/ 0 h 857700"/>
                <a:gd name="connsiteX2" fmla="*/ 857700 w 857700"/>
                <a:gd name="connsiteY2" fmla="*/ 857700 h 857700"/>
                <a:gd name="connsiteX3" fmla="*/ 0 w 857700"/>
                <a:gd name="connsiteY3" fmla="*/ 857700 h 857700"/>
              </a:gdLst>
              <a:ahLst/>
              <a:cxnLst>
                <a:cxn ang="0">
                  <a:pos x="connsiteX0" y="connsiteY0"/>
                </a:cxn>
                <a:cxn ang="0">
                  <a:pos x="connsiteX1" y="connsiteY1"/>
                </a:cxn>
                <a:cxn ang="0">
                  <a:pos x="connsiteX2" y="connsiteY2"/>
                </a:cxn>
                <a:cxn ang="0">
                  <a:pos x="connsiteX3" y="connsiteY3"/>
                </a:cxn>
              </a:cxnLst>
              <a:rect l="l" t="t" r="r" b="b"/>
              <a:pathLst>
                <a:path w="857700" h="857700">
                  <a:moveTo>
                    <a:pt x="0" y="0"/>
                  </a:moveTo>
                  <a:lnTo>
                    <a:pt x="857700" y="0"/>
                  </a:lnTo>
                  <a:lnTo>
                    <a:pt x="857700" y="857700"/>
                  </a:lnTo>
                  <a:lnTo>
                    <a:pt x="0" y="857700"/>
                  </a:lnTo>
                  <a:close/>
                </a:path>
              </a:pathLst>
            </a:custGeom>
            <a:solidFill>
              <a:srgbClr val="00CE7D"/>
            </a:solidFill>
            <a:ln w="8572" cap="flat">
              <a:noFill/>
              <a:prstDash val="solid"/>
              <a:miter/>
            </a:ln>
          </p:spPr>
          <p:txBody>
            <a:bodyPr rtlCol="0" anchor="ctr"/>
            <a:lstStyle/>
            <a:p>
              <a:endParaRPr lang="de-DE"/>
            </a:p>
          </p:txBody>
        </p:sp>
        <p:sp>
          <p:nvSpPr>
            <p:cNvPr id="7" name="Freihandform: Form 6">
              <a:extLst>
                <a:ext uri="{FF2B5EF4-FFF2-40B4-BE49-F238E27FC236}">
                  <a16:creationId xmlns:a16="http://schemas.microsoft.com/office/drawing/2014/main" id="{36C21FC3-1FD1-447D-8444-AD56837E0D3B}"/>
                </a:ext>
              </a:extLst>
            </p:cNvPr>
            <p:cNvSpPr/>
            <p:nvPr/>
          </p:nvSpPr>
          <p:spPr>
            <a:xfrm>
              <a:off x="11334300" y="4633948"/>
              <a:ext cx="857700" cy="857700"/>
            </a:xfrm>
            <a:custGeom>
              <a:avLst/>
              <a:gdLst>
                <a:gd name="connsiteX0" fmla="*/ 0 w 857700"/>
                <a:gd name="connsiteY0" fmla="*/ 0 h 857700"/>
                <a:gd name="connsiteX1" fmla="*/ 857700 w 857700"/>
                <a:gd name="connsiteY1" fmla="*/ 0 h 857700"/>
                <a:gd name="connsiteX2" fmla="*/ 857700 w 857700"/>
                <a:gd name="connsiteY2" fmla="*/ 857700 h 857700"/>
                <a:gd name="connsiteX3" fmla="*/ 0 w 857700"/>
                <a:gd name="connsiteY3" fmla="*/ 857700 h 857700"/>
              </a:gdLst>
              <a:ahLst/>
              <a:cxnLst>
                <a:cxn ang="0">
                  <a:pos x="connsiteX0" y="connsiteY0"/>
                </a:cxn>
                <a:cxn ang="0">
                  <a:pos x="connsiteX1" y="connsiteY1"/>
                </a:cxn>
                <a:cxn ang="0">
                  <a:pos x="connsiteX2" y="connsiteY2"/>
                </a:cxn>
                <a:cxn ang="0">
                  <a:pos x="connsiteX3" y="connsiteY3"/>
                </a:cxn>
              </a:cxnLst>
              <a:rect l="l" t="t" r="r" b="b"/>
              <a:pathLst>
                <a:path w="857700" h="857700">
                  <a:moveTo>
                    <a:pt x="0" y="0"/>
                  </a:moveTo>
                  <a:lnTo>
                    <a:pt x="857700" y="0"/>
                  </a:lnTo>
                  <a:lnTo>
                    <a:pt x="857700" y="857700"/>
                  </a:lnTo>
                  <a:lnTo>
                    <a:pt x="0" y="857700"/>
                  </a:lnTo>
                  <a:close/>
                </a:path>
              </a:pathLst>
            </a:custGeom>
            <a:solidFill>
              <a:srgbClr val="00CE7D"/>
            </a:solidFill>
            <a:ln w="8572" cap="flat">
              <a:noFill/>
              <a:prstDash val="solid"/>
              <a:miter/>
            </a:ln>
          </p:spPr>
          <p:txBody>
            <a:bodyPr rtlCol="0" anchor="ctr"/>
            <a:lstStyle/>
            <a:p>
              <a:endParaRPr lang="de-DE"/>
            </a:p>
          </p:txBody>
        </p:sp>
        <p:sp>
          <p:nvSpPr>
            <p:cNvPr id="8" name="Freihandform: Form 7">
              <a:extLst>
                <a:ext uri="{FF2B5EF4-FFF2-40B4-BE49-F238E27FC236}">
                  <a16:creationId xmlns:a16="http://schemas.microsoft.com/office/drawing/2014/main" id="{53FA56F5-25C4-42FE-8D43-E3DC69FCAA4F}"/>
                </a:ext>
              </a:extLst>
            </p:cNvPr>
            <p:cNvSpPr/>
            <p:nvPr/>
          </p:nvSpPr>
          <p:spPr>
            <a:xfrm>
              <a:off x="10476600" y="2060848"/>
              <a:ext cx="1715400" cy="1715400"/>
            </a:xfrm>
            <a:custGeom>
              <a:avLst/>
              <a:gdLst>
                <a:gd name="connsiteX0" fmla="*/ 857700 w 1715400"/>
                <a:gd name="connsiteY0" fmla="*/ 857700 h 1715400"/>
                <a:gd name="connsiteX1" fmla="*/ 1715400 w 1715400"/>
                <a:gd name="connsiteY1" fmla="*/ 1715400 h 1715400"/>
                <a:gd name="connsiteX2" fmla="*/ 857700 w 1715400"/>
                <a:gd name="connsiteY2" fmla="*/ 1715400 h 1715400"/>
                <a:gd name="connsiteX3" fmla="*/ 0 w 1715400"/>
                <a:gd name="connsiteY3" fmla="*/ 857700 h 1715400"/>
                <a:gd name="connsiteX4" fmla="*/ 0 w 1715400"/>
                <a:gd name="connsiteY4" fmla="*/ 0 h 1715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5400" h="1715400">
                  <a:moveTo>
                    <a:pt x="857700" y="857700"/>
                  </a:moveTo>
                  <a:lnTo>
                    <a:pt x="1715400" y="1715400"/>
                  </a:lnTo>
                  <a:lnTo>
                    <a:pt x="857700" y="1715400"/>
                  </a:lnTo>
                  <a:lnTo>
                    <a:pt x="0" y="857700"/>
                  </a:lnTo>
                  <a:lnTo>
                    <a:pt x="0" y="0"/>
                  </a:lnTo>
                  <a:close/>
                </a:path>
              </a:pathLst>
            </a:custGeom>
            <a:solidFill>
              <a:srgbClr val="201751"/>
            </a:solidFill>
            <a:ln w="8572" cap="flat">
              <a:noFill/>
              <a:prstDash val="solid"/>
              <a:miter/>
            </a:ln>
          </p:spPr>
          <p:txBody>
            <a:bodyPr rtlCol="0" anchor="ctr"/>
            <a:lstStyle/>
            <a:p>
              <a:endParaRPr lang="de-DE"/>
            </a:p>
          </p:txBody>
        </p:sp>
      </p:grpSp>
      <p:pic>
        <p:nvPicPr>
          <p:cNvPr id="17" name="Grafik 16">
            <a:extLst>
              <a:ext uri="{FF2B5EF4-FFF2-40B4-BE49-F238E27FC236}">
                <a16:creationId xmlns:a16="http://schemas.microsoft.com/office/drawing/2014/main" id="{FBD0C543-6099-4F52-ACA4-B4C8A841E2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sp>
        <p:nvSpPr>
          <p:cNvPr id="3" name="Date Placeholder 2">
            <a:extLst>
              <a:ext uri="{FF2B5EF4-FFF2-40B4-BE49-F238E27FC236}">
                <a16:creationId xmlns:a16="http://schemas.microsoft.com/office/drawing/2014/main" id="{AD19CB23-D378-4548-9D52-5D434F268FAC}"/>
              </a:ext>
            </a:extLst>
          </p:cNvPr>
          <p:cNvSpPr>
            <a:spLocks noGrp="1"/>
          </p:cNvSpPr>
          <p:nvPr>
            <p:ph type="dt" sz="half" idx="11"/>
          </p:nvPr>
        </p:nvSpPr>
        <p:spPr/>
        <p:txBody>
          <a:bodyPr/>
          <a:lstStyle/>
          <a:p>
            <a:fld id="{60E23543-5D68-4551-B7C0-EBDE71FB9C1A}" type="datetime3">
              <a:rPr lang="en-US" noProof="0" smtClean="0"/>
              <a:t>23 February 2026</a:t>
            </a:fld>
            <a:endParaRPr lang="en-US" noProof="0"/>
          </a:p>
        </p:txBody>
      </p:sp>
      <p:sp>
        <p:nvSpPr>
          <p:cNvPr id="10" name="Slide Number Placeholder 9">
            <a:extLst>
              <a:ext uri="{FF2B5EF4-FFF2-40B4-BE49-F238E27FC236}">
                <a16:creationId xmlns:a16="http://schemas.microsoft.com/office/drawing/2014/main" id="{96F70DAE-5C8B-4EE1-910D-AE01F863E1C2}"/>
              </a:ext>
            </a:extLst>
          </p:cNvPr>
          <p:cNvSpPr>
            <a:spLocks noGrp="1"/>
          </p:cNvSpPr>
          <p:nvPr>
            <p:ph type="sldNum" sz="quarter" idx="12"/>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12140774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apitel einfach (blau)">
    <p:bg bwMode="auto">
      <p:bgPr>
        <a:solidFill>
          <a:srgbClr val="20175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a:xfrm>
            <a:off x="1566774" y="1923421"/>
            <a:ext cx="5256213" cy="1569887"/>
          </a:xfrm>
        </p:spPr>
        <p:txBody>
          <a:bodyPr/>
          <a:lstStyle>
            <a:lvl1pPr>
              <a:lnSpc>
                <a:spcPct val="100000"/>
              </a:lnSpc>
              <a:defRPr sz="3800" b="1">
                <a:solidFill>
                  <a:schemeClr val="bg1"/>
                </a:solidFill>
              </a:defRPr>
            </a:lvl1pPr>
          </a:lstStyle>
          <a:p>
            <a:r>
              <a:rPr lang="en-US" noProof="0"/>
              <a:t>Click to edit Master title style</a:t>
            </a:r>
          </a:p>
        </p:txBody>
      </p:sp>
      <p:sp>
        <p:nvSpPr>
          <p:cNvPr id="11" name="Textplatzhalter 10">
            <a:extLst>
              <a:ext uri="{FF2B5EF4-FFF2-40B4-BE49-F238E27FC236}">
                <a16:creationId xmlns:a16="http://schemas.microsoft.com/office/drawing/2014/main" id="{C70D1A87-3AA5-49BF-9682-78DA305E8664}"/>
              </a:ext>
            </a:extLst>
          </p:cNvPr>
          <p:cNvSpPr>
            <a:spLocks noGrp="1"/>
          </p:cNvSpPr>
          <p:nvPr>
            <p:ph type="body" sz="quarter" idx="10" hasCustomPrompt="1"/>
          </p:nvPr>
        </p:nvSpPr>
        <p:spPr bwMode="white">
          <a:xfrm>
            <a:off x="587375" y="1736812"/>
            <a:ext cx="971550" cy="1756496"/>
          </a:xfrm>
        </p:spPr>
        <p:txBody>
          <a:bodyPr/>
          <a:lstStyle>
            <a:lvl1pPr marL="0" indent="0">
              <a:lnSpc>
                <a:spcPct val="100000"/>
              </a:lnSpc>
              <a:buNone/>
              <a:defRPr sz="10400" b="1">
                <a:solidFill>
                  <a:schemeClr val="tx2"/>
                </a:solidFill>
              </a:defRPr>
            </a:lvl1pPr>
          </a:lstStyle>
          <a:p>
            <a:pPr lvl="0"/>
            <a:r>
              <a:rPr lang="en-US" noProof="0" dirty="0"/>
              <a:t>0</a:t>
            </a:r>
          </a:p>
        </p:txBody>
      </p:sp>
      <p:pic>
        <p:nvPicPr>
          <p:cNvPr id="15" name="Grafik 14">
            <a:extLst>
              <a:ext uri="{FF2B5EF4-FFF2-40B4-BE49-F238E27FC236}">
                <a16:creationId xmlns:a16="http://schemas.microsoft.com/office/drawing/2014/main" id="{441C4611-834B-4041-91F3-915A77DC6DE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800993" y="-487273"/>
            <a:ext cx="816102" cy="1625346"/>
          </a:xfrm>
          <a:prstGeom prst="rect">
            <a:avLst/>
          </a:prstGeom>
        </p:spPr>
      </p:pic>
      <p:pic>
        <p:nvPicPr>
          <p:cNvPr id="16" name="Grafik 15">
            <a:extLst>
              <a:ext uri="{FF2B5EF4-FFF2-40B4-BE49-F238E27FC236}">
                <a16:creationId xmlns:a16="http://schemas.microsoft.com/office/drawing/2014/main" id="{84EF5AA7-A7AA-4571-AB53-31BB9B697DB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01200" y="6376858"/>
            <a:ext cx="576063" cy="126030"/>
          </a:xfrm>
          <a:prstGeom prst="rect">
            <a:avLst/>
          </a:prstGeom>
        </p:spPr>
      </p:pic>
      <p:sp>
        <p:nvSpPr>
          <p:cNvPr id="3" name="Date Placeholder 2">
            <a:extLst>
              <a:ext uri="{FF2B5EF4-FFF2-40B4-BE49-F238E27FC236}">
                <a16:creationId xmlns:a16="http://schemas.microsoft.com/office/drawing/2014/main" id="{391C7DEA-28CE-412D-8B12-D1E97D2E8094}"/>
              </a:ext>
            </a:extLst>
          </p:cNvPr>
          <p:cNvSpPr>
            <a:spLocks noGrp="1"/>
          </p:cNvSpPr>
          <p:nvPr>
            <p:ph type="dt" sz="half" idx="11"/>
          </p:nvPr>
        </p:nvSpPr>
        <p:spPr bwMode="white"/>
        <p:txBody>
          <a:bodyPr/>
          <a:lstStyle>
            <a:lvl1pPr>
              <a:defRPr>
                <a:solidFill>
                  <a:schemeClr val="bg1"/>
                </a:solidFill>
              </a:defRPr>
            </a:lvl1pPr>
          </a:lstStyle>
          <a:p>
            <a:fld id="{44BDEC0B-5070-4FB0-8A74-B4130D280D3A}" type="datetime3">
              <a:rPr lang="en-US" noProof="0" smtClean="0"/>
              <a:t>23 February 2026</a:t>
            </a:fld>
            <a:endParaRPr lang="en-US" noProof="0"/>
          </a:p>
        </p:txBody>
      </p:sp>
      <p:sp>
        <p:nvSpPr>
          <p:cNvPr id="6" name="Slide Number Placeholder 5">
            <a:extLst>
              <a:ext uri="{FF2B5EF4-FFF2-40B4-BE49-F238E27FC236}">
                <a16:creationId xmlns:a16="http://schemas.microsoft.com/office/drawing/2014/main" id="{D2422B42-5B9A-4469-9CF2-A0FF52614933}"/>
              </a:ext>
            </a:extLst>
          </p:cNvPr>
          <p:cNvSpPr>
            <a:spLocks noGrp="1"/>
          </p:cNvSpPr>
          <p:nvPr>
            <p:ph type="sldNum" sz="quarter" idx="12"/>
          </p:nvPr>
        </p:nvSpPr>
        <p:spPr bwMode="white"/>
        <p:txBody>
          <a:bodyPr/>
          <a:lstStyle>
            <a:lvl1pPr>
              <a:defRPr>
                <a:solidFill>
                  <a:schemeClr val="bg1"/>
                </a:solidFill>
              </a:defRPr>
            </a:lvl1p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262722273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apitel einfach (grün)">
    <p:bg bwMode="auto">
      <p:bgPr>
        <a:solidFill>
          <a:srgbClr val="00CE7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white">
          <a:xfrm>
            <a:off x="1566774" y="1923421"/>
            <a:ext cx="5256213" cy="1569887"/>
          </a:xfrm>
        </p:spPr>
        <p:txBody>
          <a:bodyPr/>
          <a:lstStyle>
            <a:lvl1pPr>
              <a:lnSpc>
                <a:spcPct val="100000"/>
              </a:lnSpc>
              <a:defRPr sz="3800" b="1">
                <a:solidFill>
                  <a:schemeClr val="tx1"/>
                </a:solidFill>
              </a:defRPr>
            </a:lvl1pPr>
          </a:lstStyle>
          <a:p>
            <a:r>
              <a:rPr lang="en-US" noProof="0"/>
              <a:t>Click to edit Master title style</a:t>
            </a:r>
          </a:p>
        </p:txBody>
      </p:sp>
      <p:sp>
        <p:nvSpPr>
          <p:cNvPr id="11" name="Textplatzhalter 10">
            <a:extLst>
              <a:ext uri="{FF2B5EF4-FFF2-40B4-BE49-F238E27FC236}">
                <a16:creationId xmlns:a16="http://schemas.microsoft.com/office/drawing/2014/main" id="{C70D1A87-3AA5-49BF-9682-78DA305E8664}"/>
              </a:ext>
            </a:extLst>
          </p:cNvPr>
          <p:cNvSpPr>
            <a:spLocks noGrp="1"/>
          </p:cNvSpPr>
          <p:nvPr>
            <p:ph type="body" sz="quarter" idx="10" hasCustomPrompt="1"/>
          </p:nvPr>
        </p:nvSpPr>
        <p:spPr bwMode="gray">
          <a:xfrm>
            <a:off x="587375" y="1736812"/>
            <a:ext cx="971550" cy="1756496"/>
          </a:xfrm>
        </p:spPr>
        <p:txBody>
          <a:bodyPr/>
          <a:lstStyle>
            <a:lvl1pPr marL="0" indent="0">
              <a:lnSpc>
                <a:spcPct val="100000"/>
              </a:lnSpc>
              <a:buNone/>
              <a:defRPr sz="10400" b="1">
                <a:solidFill>
                  <a:schemeClr val="bg1"/>
                </a:solidFill>
              </a:defRPr>
            </a:lvl1pPr>
          </a:lstStyle>
          <a:p>
            <a:pPr lvl="0"/>
            <a:r>
              <a:rPr lang="en-US" noProof="0"/>
              <a:t>0</a:t>
            </a:r>
          </a:p>
        </p:txBody>
      </p:sp>
      <p:pic>
        <p:nvPicPr>
          <p:cNvPr id="15" name="Grafik 14">
            <a:extLst>
              <a:ext uri="{FF2B5EF4-FFF2-40B4-BE49-F238E27FC236}">
                <a16:creationId xmlns:a16="http://schemas.microsoft.com/office/drawing/2014/main" id="{441C4611-834B-4041-91F3-915A77DC6DE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801165" y="-487273"/>
            <a:ext cx="815757" cy="1625346"/>
          </a:xfrm>
          <a:prstGeom prst="rect">
            <a:avLst/>
          </a:prstGeom>
        </p:spPr>
      </p:pic>
      <p:pic>
        <p:nvPicPr>
          <p:cNvPr id="9" name="Grafik 8">
            <a:extLst>
              <a:ext uri="{FF2B5EF4-FFF2-40B4-BE49-F238E27FC236}">
                <a16:creationId xmlns:a16="http://schemas.microsoft.com/office/drawing/2014/main" id="{7EDF4B65-EABB-4FE0-B71C-17F94088B99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white">
          <a:xfrm>
            <a:off x="601200" y="6376596"/>
            <a:ext cx="576063" cy="126555"/>
          </a:xfrm>
          <a:prstGeom prst="rect">
            <a:avLst/>
          </a:prstGeom>
        </p:spPr>
      </p:pic>
      <p:sp>
        <p:nvSpPr>
          <p:cNvPr id="3" name="Date Placeholder 2">
            <a:extLst>
              <a:ext uri="{FF2B5EF4-FFF2-40B4-BE49-F238E27FC236}">
                <a16:creationId xmlns:a16="http://schemas.microsoft.com/office/drawing/2014/main" id="{4A4738C0-2432-4731-9591-76C52F565581}"/>
              </a:ext>
            </a:extLst>
          </p:cNvPr>
          <p:cNvSpPr>
            <a:spLocks noGrp="1"/>
          </p:cNvSpPr>
          <p:nvPr>
            <p:ph type="dt" sz="half" idx="11"/>
          </p:nvPr>
        </p:nvSpPr>
        <p:spPr bwMode="white"/>
        <p:txBody>
          <a:bodyPr/>
          <a:lstStyle/>
          <a:p>
            <a:fld id="{48C1F022-BE67-42B4-8255-DAFA2FA97668}" type="datetime3">
              <a:rPr lang="en-US" noProof="0" smtClean="0"/>
              <a:t>23 February 2026</a:t>
            </a:fld>
            <a:endParaRPr lang="en-US" noProof="0"/>
          </a:p>
        </p:txBody>
      </p:sp>
      <p:sp>
        <p:nvSpPr>
          <p:cNvPr id="6" name="Slide Number Placeholder 5">
            <a:extLst>
              <a:ext uri="{FF2B5EF4-FFF2-40B4-BE49-F238E27FC236}">
                <a16:creationId xmlns:a16="http://schemas.microsoft.com/office/drawing/2014/main" id="{24826A39-7D18-4E76-9378-6BD419286025}"/>
              </a:ext>
            </a:extLst>
          </p:cNvPr>
          <p:cNvSpPr>
            <a:spLocks noGrp="1"/>
          </p:cNvSpPr>
          <p:nvPr>
            <p:ph type="sldNum" sz="quarter" idx="12"/>
          </p:nvPr>
        </p:nvSpPr>
        <p:spPr bwMode="white"/>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206103040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apitel einfach (hellgrau)">
    <p:bg>
      <p:bgPr>
        <a:solidFill>
          <a:srgbClr val="F3F3F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a:xfrm>
            <a:off x="1566774" y="1923421"/>
            <a:ext cx="5256213" cy="1569887"/>
          </a:xfrm>
        </p:spPr>
        <p:txBody>
          <a:bodyPr/>
          <a:lstStyle>
            <a:lvl1pPr>
              <a:lnSpc>
                <a:spcPct val="100000"/>
              </a:lnSpc>
              <a:defRPr sz="3800" b="1">
                <a:solidFill>
                  <a:schemeClr val="tx1"/>
                </a:solidFill>
              </a:defRPr>
            </a:lvl1pPr>
          </a:lstStyle>
          <a:p>
            <a:r>
              <a:rPr lang="en-US" noProof="0"/>
              <a:t>Click to edit Master title style</a:t>
            </a:r>
          </a:p>
        </p:txBody>
      </p:sp>
      <p:sp>
        <p:nvSpPr>
          <p:cNvPr id="11" name="Textplatzhalter 10">
            <a:extLst>
              <a:ext uri="{FF2B5EF4-FFF2-40B4-BE49-F238E27FC236}">
                <a16:creationId xmlns:a16="http://schemas.microsoft.com/office/drawing/2014/main" id="{C70D1A87-3AA5-49BF-9682-78DA305E8664}"/>
              </a:ext>
            </a:extLst>
          </p:cNvPr>
          <p:cNvSpPr>
            <a:spLocks noGrp="1"/>
          </p:cNvSpPr>
          <p:nvPr>
            <p:ph type="body" sz="quarter" idx="10" hasCustomPrompt="1"/>
          </p:nvPr>
        </p:nvSpPr>
        <p:spPr bwMode="gray">
          <a:xfrm>
            <a:off x="587375" y="1736812"/>
            <a:ext cx="971550" cy="1756496"/>
          </a:xfrm>
        </p:spPr>
        <p:txBody>
          <a:bodyPr/>
          <a:lstStyle>
            <a:lvl1pPr marL="0" indent="0">
              <a:lnSpc>
                <a:spcPct val="100000"/>
              </a:lnSpc>
              <a:buNone/>
              <a:defRPr sz="10400" b="1">
                <a:solidFill>
                  <a:schemeClr val="tx2"/>
                </a:solidFill>
              </a:defRPr>
            </a:lvl1pPr>
          </a:lstStyle>
          <a:p>
            <a:pPr lvl="0"/>
            <a:r>
              <a:rPr lang="en-US" noProof="0"/>
              <a:t>0</a:t>
            </a:r>
          </a:p>
        </p:txBody>
      </p:sp>
      <p:pic>
        <p:nvPicPr>
          <p:cNvPr id="9" name="Grafik 8">
            <a:extLst>
              <a:ext uri="{FF2B5EF4-FFF2-40B4-BE49-F238E27FC236}">
                <a16:creationId xmlns:a16="http://schemas.microsoft.com/office/drawing/2014/main" id="{7EDF4B65-EABB-4FE0-B71C-17F94088B9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1200" y="6376596"/>
            <a:ext cx="576063" cy="126555"/>
          </a:xfrm>
          <a:prstGeom prst="rect">
            <a:avLst/>
          </a:prstGeom>
        </p:spPr>
      </p:pic>
      <p:pic>
        <p:nvPicPr>
          <p:cNvPr id="12" name="Grafik 11">
            <a:extLst>
              <a:ext uri="{FF2B5EF4-FFF2-40B4-BE49-F238E27FC236}">
                <a16:creationId xmlns:a16="http://schemas.microsoft.com/office/drawing/2014/main" id="{28304B8F-32D2-4A56-BFBB-2874A30463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sp>
        <p:nvSpPr>
          <p:cNvPr id="3" name="Date Placeholder 2">
            <a:extLst>
              <a:ext uri="{FF2B5EF4-FFF2-40B4-BE49-F238E27FC236}">
                <a16:creationId xmlns:a16="http://schemas.microsoft.com/office/drawing/2014/main" id="{1876BF7B-94F9-4284-8960-1B3CF28A1218}"/>
              </a:ext>
            </a:extLst>
          </p:cNvPr>
          <p:cNvSpPr>
            <a:spLocks noGrp="1"/>
          </p:cNvSpPr>
          <p:nvPr>
            <p:ph type="dt" sz="half" idx="11"/>
          </p:nvPr>
        </p:nvSpPr>
        <p:spPr/>
        <p:txBody>
          <a:bodyPr/>
          <a:lstStyle/>
          <a:p>
            <a:fld id="{07E58D60-F49B-4096-8B33-AD7E0E48D1CC}" type="datetime3">
              <a:rPr lang="en-US" noProof="0" smtClean="0"/>
              <a:t>23 February 2026</a:t>
            </a:fld>
            <a:endParaRPr lang="en-US" noProof="0"/>
          </a:p>
        </p:txBody>
      </p:sp>
      <p:sp>
        <p:nvSpPr>
          <p:cNvPr id="6" name="Slide Number Placeholder 5">
            <a:extLst>
              <a:ext uri="{FF2B5EF4-FFF2-40B4-BE49-F238E27FC236}">
                <a16:creationId xmlns:a16="http://schemas.microsoft.com/office/drawing/2014/main" id="{871D2B69-DA6B-4F90-8CDA-828B06517B0C}"/>
              </a:ext>
            </a:extLst>
          </p:cNvPr>
          <p:cNvSpPr>
            <a:spLocks noGrp="1"/>
          </p:cNvSpPr>
          <p:nvPr>
            <p:ph type="sldNum" sz="quarter" idx="12"/>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316441192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apitel (Bild)">
    <p:bg>
      <p:bgPr>
        <a:solidFill>
          <a:srgbClr val="F3F3F3"/>
        </a:solidFill>
        <a:effectLst/>
      </p:bgPr>
    </p:bg>
    <p:spTree>
      <p:nvGrpSpPr>
        <p:cNvPr id="1" name=""/>
        <p:cNvGrpSpPr/>
        <p:nvPr/>
      </p:nvGrpSpPr>
      <p:grpSpPr>
        <a:xfrm>
          <a:off x="0" y="0"/>
          <a:ext cx="0" cy="0"/>
          <a:chOff x="0" y="0"/>
          <a:chExt cx="0" cy="0"/>
        </a:xfrm>
      </p:grpSpPr>
      <p:sp>
        <p:nvSpPr>
          <p:cNvPr id="13" name="Bildplatzhalter 5">
            <a:extLst>
              <a:ext uri="{FF2B5EF4-FFF2-40B4-BE49-F238E27FC236}">
                <a16:creationId xmlns:a16="http://schemas.microsoft.com/office/drawing/2014/main" id="{BCEA0176-E50C-4AB0-9E4D-5D46E48581F0}"/>
              </a:ext>
            </a:extLst>
          </p:cNvPr>
          <p:cNvSpPr>
            <a:spLocks noGrp="1"/>
          </p:cNvSpPr>
          <p:nvPr>
            <p:ph type="pic" sz="quarter" idx="15"/>
          </p:nvPr>
        </p:nvSpPr>
        <p:spPr>
          <a:xfrm>
            <a:off x="3175" y="0"/>
            <a:ext cx="12188825" cy="6858000"/>
          </a:xfrm>
          <a:solidFill>
            <a:schemeClr val="bg2">
              <a:lumMod val="50000"/>
            </a:schemeClr>
          </a:solidFill>
        </p:spPr>
        <p:txBody>
          <a:bodyPr anchor="ctr"/>
          <a:lstStyle>
            <a:lvl1pPr algn="ctr">
              <a:defRPr sz="1400">
                <a:solidFill>
                  <a:schemeClr val="bg1"/>
                </a:solidFill>
              </a:defRPr>
            </a:lvl1pPr>
          </a:lstStyle>
          <a:p>
            <a:r>
              <a:rPr lang="en-US" noProof="0"/>
              <a:t>Click icon to add picture</a:t>
            </a:r>
            <a:endParaRPr lang="en-GB" noProof="0"/>
          </a:p>
        </p:txBody>
      </p:sp>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a:xfrm>
            <a:off x="1566774" y="1923421"/>
            <a:ext cx="5256213" cy="1325559"/>
          </a:xfrm>
        </p:spPr>
        <p:txBody>
          <a:bodyPr/>
          <a:lstStyle>
            <a:lvl1pPr>
              <a:lnSpc>
                <a:spcPct val="100000"/>
              </a:lnSpc>
              <a:defRPr sz="3800" b="1">
                <a:solidFill>
                  <a:schemeClr val="bg1"/>
                </a:solidFill>
              </a:defRPr>
            </a:lvl1pPr>
          </a:lstStyle>
          <a:p>
            <a:r>
              <a:rPr lang="en-US" noProof="0"/>
              <a:t>Click to edit Master title style</a:t>
            </a:r>
            <a:endParaRPr lang="en-GB" noProof="0"/>
          </a:p>
        </p:txBody>
      </p:sp>
      <p:sp>
        <p:nvSpPr>
          <p:cNvPr id="11" name="Textplatzhalter 10">
            <a:extLst>
              <a:ext uri="{FF2B5EF4-FFF2-40B4-BE49-F238E27FC236}">
                <a16:creationId xmlns:a16="http://schemas.microsoft.com/office/drawing/2014/main" id="{C70D1A87-3AA5-49BF-9682-78DA305E8664}"/>
              </a:ext>
            </a:extLst>
          </p:cNvPr>
          <p:cNvSpPr>
            <a:spLocks noGrp="1"/>
          </p:cNvSpPr>
          <p:nvPr>
            <p:ph type="body" sz="quarter" idx="10" hasCustomPrompt="1"/>
          </p:nvPr>
        </p:nvSpPr>
        <p:spPr bwMode="white">
          <a:xfrm>
            <a:off x="587375" y="1736812"/>
            <a:ext cx="971550" cy="1512168"/>
          </a:xfrm>
        </p:spPr>
        <p:txBody>
          <a:bodyPr/>
          <a:lstStyle>
            <a:lvl1pPr marL="0" indent="0">
              <a:lnSpc>
                <a:spcPct val="100000"/>
              </a:lnSpc>
              <a:buNone/>
              <a:defRPr sz="10400" b="1">
                <a:solidFill>
                  <a:schemeClr val="tx2"/>
                </a:solidFill>
              </a:defRPr>
            </a:lvl1pPr>
          </a:lstStyle>
          <a:p>
            <a:pPr lvl="0"/>
            <a:r>
              <a:rPr lang="en-GB" noProof="0" dirty="0"/>
              <a:t>0</a:t>
            </a:r>
          </a:p>
        </p:txBody>
      </p:sp>
      <p:sp>
        <p:nvSpPr>
          <p:cNvPr id="4" name="Datumsplatzhalter 3">
            <a:extLst>
              <a:ext uri="{FF2B5EF4-FFF2-40B4-BE49-F238E27FC236}">
                <a16:creationId xmlns:a16="http://schemas.microsoft.com/office/drawing/2014/main" id="{80340F58-28D3-41A4-93C0-B550F7BAFC48}"/>
              </a:ext>
            </a:extLst>
          </p:cNvPr>
          <p:cNvSpPr>
            <a:spLocks noGrp="1"/>
          </p:cNvSpPr>
          <p:nvPr>
            <p:ph type="dt" sz="half" idx="11"/>
          </p:nvPr>
        </p:nvSpPr>
        <p:spPr bwMode="white"/>
        <p:txBody>
          <a:bodyPr/>
          <a:lstStyle>
            <a:lvl1pPr>
              <a:defRPr>
                <a:solidFill>
                  <a:schemeClr val="bg1"/>
                </a:solidFill>
              </a:defRPr>
            </a:lvl1pPr>
          </a:lstStyle>
          <a:p>
            <a:fld id="{7EC688DB-117D-4D9E-AD57-C7BA0BE89790}" type="datetime3">
              <a:rPr lang="en-US" noProof="0" smtClean="0"/>
              <a:t>23 February 2026</a:t>
            </a:fld>
            <a:endParaRPr lang="en-GB" noProof="0"/>
          </a:p>
        </p:txBody>
      </p:sp>
      <p:sp>
        <p:nvSpPr>
          <p:cNvPr id="5" name="Foliennummernplatzhalter 4">
            <a:extLst>
              <a:ext uri="{FF2B5EF4-FFF2-40B4-BE49-F238E27FC236}">
                <a16:creationId xmlns:a16="http://schemas.microsoft.com/office/drawing/2014/main" id="{17D8599A-CBD4-4BCE-90EB-575D8BF042DE}"/>
              </a:ext>
            </a:extLst>
          </p:cNvPr>
          <p:cNvSpPr>
            <a:spLocks noGrp="1"/>
          </p:cNvSpPr>
          <p:nvPr>
            <p:ph type="sldNum" sz="quarter" idx="12"/>
          </p:nvPr>
        </p:nvSpPr>
        <p:spPr bwMode="white"/>
        <p:txBody>
          <a:bodyPr/>
          <a:lstStyle>
            <a:lvl1pPr>
              <a:defRPr>
                <a:solidFill>
                  <a:schemeClr val="bg1"/>
                </a:solidFill>
              </a:defRPr>
            </a:lvl1pPr>
          </a:lstStyle>
          <a:p>
            <a:fld id="{62CB3E74-FC4B-418A-B5F6-72ED80208EB2}" type="slidenum">
              <a:rPr lang="en-GB" noProof="0" smtClean="0"/>
              <a:pPr/>
              <a:t>‹#›</a:t>
            </a:fld>
            <a:endParaRPr lang="en-GB" noProof="0"/>
          </a:p>
        </p:txBody>
      </p:sp>
      <p:sp>
        <p:nvSpPr>
          <p:cNvPr id="10" name="Onlinebild-Platzhalter 12">
            <a:extLst>
              <a:ext uri="{FF2B5EF4-FFF2-40B4-BE49-F238E27FC236}">
                <a16:creationId xmlns:a16="http://schemas.microsoft.com/office/drawing/2014/main" id="{8DE525E5-41F3-4230-B9C6-F61EE9820C0E}"/>
              </a:ext>
            </a:extLst>
          </p:cNvPr>
          <p:cNvSpPr>
            <a:spLocks noGrp="1"/>
          </p:cNvSpPr>
          <p:nvPr>
            <p:ph type="clipArt" sz="quarter" idx="14" hasCustomPrompt="1"/>
          </p:nvPr>
        </p:nvSpPr>
        <p:spPr>
          <a:xfrm>
            <a:off x="10800993" y="-487273"/>
            <a:ext cx="816332" cy="1625511"/>
          </a:xfrm>
          <a:blipFill>
            <a:blip r:embed="rId2"/>
            <a:stretch>
              <a:fillRect/>
            </a:stretch>
          </a:blipFill>
        </p:spPr>
        <p:txBody>
          <a:bodyPr/>
          <a:lstStyle/>
          <a:p>
            <a:r>
              <a:rPr lang="en-GB" noProof="0"/>
              <a:t> </a:t>
            </a:r>
          </a:p>
        </p:txBody>
      </p:sp>
      <p:sp>
        <p:nvSpPr>
          <p:cNvPr id="15" name="Onlinebild-Platzhalter 13">
            <a:extLst>
              <a:ext uri="{FF2B5EF4-FFF2-40B4-BE49-F238E27FC236}">
                <a16:creationId xmlns:a16="http://schemas.microsoft.com/office/drawing/2014/main" id="{DF4D06C3-CA03-4029-B8E9-B5341708E749}"/>
              </a:ext>
            </a:extLst>
          </p:cNvPr>
          <p:cNvSpPr>
            <a:spLocks noGrp="1"/>
          </p:cNvSpPr>
          <p:nvPr>
            <p:ph type="clipArt" sz="quarter" idx="16" hasCustomPrompt="1"/>
          </p:nvPr>
        </p:nvSpPr>
        <p:spPr>
          <a:xfrm>
            <a:off x="601200" y="6376595"/>
            <a:ext cx="576063" cy="126555"/>
          </a:xfrm>
          <a:blipFill>
            <a:blip r:embed="rId3"/>
            <a:stretch>
              <a:fillRect/>
            </a:stretch>
          </a:blipFill>
        </p:spPr>
        <p:txBody>
          <a:bodyPr/>
          <a:lstStyle>
            <a:lvl1pPr>
              <a:defRPr sz="500"/>
            </a:lvl1pPr>
          </a:lstStyle>
          <a:p>
            <a:r>
              <a:rPr lang="en-GB" noProof="0"/>
              <a:t> </a:t>
            </a:r>
          </a:p>
        </p:txBody>
      </p:sp>
    </p:spTree>
    <p:extLst>
      <p:ext uri="{BB962C8B-B14F-4D97-AF65-F5344CB8AC3E}">
        <p14:creationId xmlns:p14="http://schemas.microsoft.com/office/powerpoint/2010/main" val="137102163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renner (Bild)">
    <p:spTree>
      <p:nvGrpSpPr>
        <p:cNvPr id="1" name=""/>
        <p:cNvGrpSpPr/>
        <p:nvPr/>
      </p:nvGrpSpPr>
      <p:grpSpPr>
        <a:xfrm>
          <a:off x="0" y="0"/>
          <a:ext cx="0" cy="0"/>
          <a:chOff x="0" y="0"/>
          <a:chExt cx="0" cy="0"/>
        </a:xfrm>
      </p:grpSpPr>
      <p:sp>
        <p:nvSpPr>
          <p:cNvPr id="10" name="Bildplatzhalter 9">
            <a:extLst>
              <a:ext uri="{FF2B5EF4-FFF2-40B4-BE49-F238E27FC236}">
                <a16:creationId xmlns:a16="http://schemas.microsoft.com/office/drawing/2014/main" id="{40D36231-6BF7-424C-94BD-F68C6DE3A0A0}"/>
              </a:ext>
            </a:extLst>
          </p:cNvPr>
          <p:cNvSpPr>
            <a:spLocks noGrp="1"/>
          </p:cNvSpPr>
          <p:nvPr>
            <p:ph type="pic" sz="quarter" idx="11"/>
          </p:nvPr>
        </p:nvSpPr>
        <p:spPr bwMode="gray">
          <a:xfrm>
            <a:off x="0" y="0"/>
            <a:ext cx="12192000" cy="6858000"/>
          </a:xfrm>
          <a:prstGeom prst="rect">
            <a:avLst/>
          </a:prstGeom>
          <a:solidFill>
            <a:schemeClr val="bg2">
              <a:lumMod val="50000"/>
            </a:schemeClr>
          </a:solidFill>
        </p:spPr>
        <p:txBody>
          <a:bodyPr wrap="square" anchor="ctr">
            <a:noAutofit/>
          </a:bodyPr>
          <a:lstStyle>
            <a:lvl1pPr marL="0" indent="0" algn="ctr">
              <a:buNone/>
              <a:defRPr sz="1000">
                <a:solidFill>
                  <a:schemeClr val="tx1"/>
                </a:solidFill>
              </a:defRPr>
            </a:lvl1pPr>
          </a:lstStyle>
          <a:p>
            <a:r>
              <a:rPr lang="en-US" noProof="0"/>
              <a:t>Click icon to add picture</a:t>
            </a:r>
          </a:p>
        </p:txBody>
      </p:sp>
      <p:sp>
        <p:nvSpPr>
          <p:cNvPr id="8" name="Textplatzhalter 7">
            <a:extLst>
              <a:ext uri="{FF2B5EF4-FFF2-40B4-BE49-F238E27FC236}">
                <a16:creationId xmlns:a16="http://schemas.microsoft.com/office/drawing/2014/main" id="{50780820-289F-4789-9D44-E16EE5CFF39D}"/>
              </a:ext>
            </a:extLst>
          </p:cNvPr>
          <p:cNvSpPr>
            <a:spLocks noGrp="1"/>
          </p:cNvSpPr>
          <p:nvPr>
            <p:ph type="body" sz="quarter" idx="12" hasCustomPrompt="1"/>
          </p:nvPr>
        </p:nvSpPr>
        <p:spPr bwMode="white">
          <a:xfrm>
            <a:off x="587375" y="836712"/>
            <a:ext cx="7272338" cy="2304951"/>
          </a:xfrm>
        </p:spPr>
        <p:txBody>
          <a:bodyPr/>
          <a:lstStyle>
            <a:lvl1pPr>
              <a:lnSpc>
                <a:spcPct val="100000"/>
              </a:lnSpc>
              <a:spcAft>
                <a:spcPts val="2000"/>
              </a:spcAft>
              <a:defRPr sz="4400" b="1">
                <a:solidFill>
                  <a:schemeClr val="bg1"/>
                </a:solidFill>
              </a:defRPr>
            </a:lvl1pPr>
            <a:lvl2pPr marL="0" indent="0">
              <a:lnSpc>
                <a:spcPct val="100000"/>
              </a:lnSpc>
              <a:spcAft>
                <a:spcPts val="0"/>
              </a:spcAft>
              <a:buNone/>
              <a:defRPr>
                <a:solidFill>
                  <a:schemeClr val="bg1"/>
                </a:solidFill>
              </a:defRPr>
            </a:lvl2pPr>
          </a:lstStyle>
          <a:p>
            <a:pPr lvl="0"/>
            <a:r>
              <a:rPr lang="en-US" noProof="0" dirty="0"/>
              <a:t>“Insert Quote (max. 44 </a:t>
            </a:r>
            <a:r>
              <a:rPr lang="en-US" noProof="0" dirty="0" err="1"/>
              <a:t>pt</a:t>
            </a:r>
            <a:r>
              <a:rPr lang="en-US" noProof="0" dirty="0"/>
              <a:t>, min 28 </a:t>
            </a:r>
            <a:r>
              <a:rPr lang="en-US" noProof="0" dirty="0" err="1"/>
              <a:t>pt</a:t>
            </a:r>
            <a:r>
              <a:rPr lang="en-US" noProof="0" dirty="0"/>
              <a:t>, source level 2)”</a:t>
            </a:r>
          </a:p>
          <a:p>
            <a:pPr lvl="1"/>
            <a:r>
              <a:rPr lang="en-US" noProof="0" dirty="0"/>
              <a:t>Source</a:t>
            </a:r>
          </a:p>
        </p:txBody>
      </p:sp>
      <p:sp>
        <p:nvSpPr>
          <p:cNvPr id="11" name="Onlinebild-Platzhalter 13">
            <a:extLst>
              <a:ext uri="{FF2B5EF4-FFF2-40B4-BE49-F238E27FC236}">
                <a16:creationId xmlns:a16="http://schemas.microsoft.com/office/drawing/2014/main" id="{C7B4EDC6-DFF3-4F74-A1BC-8ECEEEE65C05}"/>
              </a:ext>
            </a:extLst>
          </p:cNvPr>
          <p:cNvSpPr>
            <a:spLocks noGrp="1"/>
          </p:cNvSpPr>
          <p:nvPr>
            <p:ph type="clipArt" sz="quarter" idx="16" hasCustomPrompt="1"/>
          </p:nvPr>
        </p:nvSpPr>
        <p:spPr>
          <a:xfrm>
            <a:off x="601200" y="6376595"/>
            <a:ext cx="576063" cy="126555"/>
          </a:xfrm>
          <a:blipFill>
            <a:blip r:embed="rId2"/>
            <a:stretch>
              <a:fillRect/>
            </a:stretch>
          </a:blipFill>
        </p:spPr>
        <p:txBody>
          <a:bodyPr/>
          <a:lstStyle>
            <a:lvl1pPr>
              <a:defRPr sz="500"/>
            </a:lvl1pPr>
          </a:lstStyle>
          <a:p>
            <a:r>
              <a:rPr lang="en-US" noProof="0"/>
              <a:t> </a:t>
            </a:r>
          </a:p>
        </p:txBody>
      </p:sp>
      <p:sp>
        <p:nvSpPr>
          <p:cNvPr id="2" name="Date Placeholder 1">
            <a:extLst>
              <a:ext uri="{FF2B5EF4-FFF2-40B4-BE49-F238E27FC236}">
                <a16:creationId xmlns:a16="http://schemas.microsoft.com/office/drawing/2014/main" id="{8C172601-F2D8-4756-9014-EE2AA98B1EF3}"/>
              </a:ext>
            </a:extLst>
          </p:cNvPr>
          <p:cNvSpPr>
            <a:spLocks noGrp="1"/>
          </p:cNvSpPr>
          <p:nvPr>
            <p:ph type="dt" sz="half" idx="17"/>
          </p:nvPr>
        </p:nvSpPr>
        <p:spPr bwMode="white"/>
        <p:txBody>
          <a:bodyPr/>
          <a:lstStyle>
            <a:lvl1pPr>
              <a:defRPr>
                <a:solidFill>
                  <a:schemeClr val="bg1"/>
                </a:solidFill>
              </a:defRPr>
            </a:lvl1pPr>
          </a:lstStyle>
          <a:p>
            <a:fld id="{CF4D7822-092B-423E-B626-F14BA52D0737}" type="datetime3">
              <a:rPr lang="en-US" noProof="0" smtClean="0"/>
              <a:t>23 February 2026</a:t>
            </a:fld>
            <a:endParaRPr lang="en-US" noProof="0"/>
          </a:p>
        </p:txBody>
      </p:sp>
      <p:sp>
        <p:nvSpPr>
          <p:cNvPr id="3" name="Slide Number Placeholder 2">
            <a:extLst>
              <a:ext uri="{FF2B5EF4-FFF2-40B4-BE49-F238E27FC236}">
                <a16:creationId xmlns:a16="http://schemas.microsoft.com/office/drawing/2014/main" id="{485843BC-3D7B-43A3-B54D-54DC4DCCD76F}"/>
              </a:ext>
            </a:extLst>
          </p:cNvPr>
          <p:cNvSpPr>
            <a:spLocks noGrp="1"/>
          </p:cNvSpPr>
          <p:nvPr>
            <p:ph type="sldNum" sz="quarter" idx="18"/>
          </p:nvPr>
        </p:nvSpPr>
        <p:spPr bwMode="white"/>
        <p:txBody>
          <a:bodyPr/>
          <a:lstStyle>
            <a:lvl1pPr>
              <a:defRPr>
                <a:solidFill>
                  <a:schemeClr val="bg1"/>
                </a:solidFill>
              </a:defRPr>
            </a:lvl1p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412865488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enner (Text)">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50780820-289F-4789-9D44-E16EE5CFF39D}"/>
              </a:ext>
            </a:extLst>
          </p:cNvPr>
          <p:cNvSpPr>
            <a:spLocks noGrp="1"/>
          </p:cNvSpPr>
          <p:nvPr>
            <p:ph type="body" sz="quarter" idx="12" hasCustomPrompt="1"/>
          </p:nvPr>
        </p:nvSpPr>
        <p:spPr>
          <a:xfrm>
            <a:off x="587375" y="981075"/>
            <a:ext cx="7272338" cy="2160588"/>
          </a:xfrm>
        </p:spPr>
        <p:txBody>
          <a:bodyPr/>
          <a:lstStyle>
            <a:lvl1pPr>
              <a:defRPr sz="4400" b="1">
                <a:solidFill>
                  <a:schemeClr val="tx1"/>
                </a:solidFill>
              </a:defRPr>
            </a:lvl1pPr>
          </a:lstStyle>
          <a:p>
            <a:pPr lvl="0"/>
            <a:r>
              <a:rPr lang="en-US" noProof="0" dirty="0"/>
              <a:t>“Insert Quote (max. 44 </a:t>
            </a:r>
            <a:r>
              <a:rPr lang="en-US" noProof="0" dirty="0" err="1"/>
              <a:t>pt</a:t>
            </a:r>
            <a:r>
              <a:rPr lang="en-US" noProof="0" dirty="0"/>
              <a:t>, min 28 </a:t>
            </a:r>
            <a:r>
              <a:rPr lang="en-US" noProof="0" dirty="0" err="1"/>
              <a:t>pt</a:t>
            </a:r>
            <a:r>
              <a:rPr lang="en-US" noProof="0" dirty="0"/>
              <a:t>)”</a:t>
            </a:r>
          </a:p>
        </p:txBody>
      </p:sp>
      <p:sp>
        <p:nvSpPr>
          <p:cNvPr id="4" name="Date Placeholder 3">
            <a:extLst>
              <a:ext uri="{FF2B5EF4-FFF2-40B4-BE49-F238E27FC236}">
                <a16:creationId xmlns:a16="http://schemas.microsoft.com/office/drawing/2014/main" id="{0EB1BFA5-F1DE-439D-8292-1985FFB11ECB}"/>
              </a:ext>
            </a:extLst>
          </p:cNvPr>
          <p:cNvSpPr>
            <a:spLocks noGrp="1"/>
          </p:cNvSpPr>
          <p:nvPr>
            <p:ph type="dt" sz="half" idx="13"/>
          </p:nvPr>
        </p:nvSpPr>
        <p:spPr/>
        <p:txBody>
          <a:bodyPr/>
          <a:lstStyle/>
          <a:p>
            <a:fld id="{76568F23-EE56-4FE6-BCFC-833502C46027}" type="datetime3">
              <a:rPr lang="en-US" noProof="0" smtClean="0"/>
              <a:t>23 February 2026</a:t>
            </a:fld>
            <a:endParaRPr lang="en-US" noProof="0"/>
          </a:p>
        </p:txBody>
      </p:sp>
      <p:sp>
        <p:nvSpPr>
          <p:cNvPr id="5" name="Slide Number Placeholder 4">
            <a:extLst>
              <a:ext uri="{FF2B5EF4-FFF2-40B4-BE49-F238E27FC236}">
                <a16:creationId xmlns:a16="http://schemas.microsoft.com/office/drawing/2014/main" id="{0001AB10-363B-4F98-9D35-518F027490A0}"/>
              </a:ext>
            </a:extLst>
          </p:cNvPr>
          <p:cNvSpPr>
            <a:spLocks noGrp="1"/>
          </p:cNvSpPr>
          <p:nvPr>
            <p:ph type="sldNum" sz="quarter" idx="14"/>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931179092"/>
      </p:ext>
    </p:extLst>
  </p:cSld>
  <p:clrMapOvr>
    <a:masterClrMapping/>
  </p:clrMapOvr>
  <p:extLst>
    <p:ext uri="{DCECCB84-F9BA-43D5-87BE-67443E8EF086}">
      <p15:sldGuideLst xmlns:p15="http://schemas.microsoft.com/office/powerpoint/2012/main">
        <p15:guide id="1" orient="horz" pos="61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0C82C-C608-4908-8693-7A25B3D09F6A}"/>
              </a:ext>
            </a:extLst>
          </p:cNvPr>
          <p:cNvSpPr>
            <a:spLocks noGrp="1"/>
          </p:cNvSpPr>
          <p:nvPr>
            <p:ph type="title" hasCustomPrompt="1"/>
          </p:nvPr>
        </p:nvSpPr>
        <p:spPr bwMode="gray"/>
        <p:txBody>
          <a:bodyPr/>
          <a:lstStyle>
            <a:lvl1pPr>
              <a:defRPr/>
            </a:lvl1pPr>
          </a:lstStyle>
          <a:p>
            <a:r>
              <a:rPr lang="en-US" noProof="0"/>
              <a:t>Insert Slide Title</a:t>
            </a:r>
          </a:p>
        </p:txBody>
      </p:sp>
      <p:sp>
        <p:nvSpPr>
          <p:cNvPr id="3" name="Inhaltsplatzhalter 2">
            <a:extLst>
              <a:ext uri="{FF2B5EF4-FFF2-40B4-BE49-F238E27FC236}">
                <a16:creationId xmlns:a16="http://schemas.microsoft.com/office/drawing/2014/main" id="{292FDBA4-6CA2-4F8A-9360-55639C5C5F60}"/>
              </a:ext>
            </a:extLst>
          </p:cNvPr>
          <p:cNvSpPr>
            <a:spLocks noGrp="1"/>
          </p:cNvSpPr>
          <p:nvPr>
            <p:ph idx="1" hasCustomPrompt="1"/>
          </p:nvPr>
        </p:nvSpPr>
        <p:spPr bwMode="gray">
          <a:xfrm>
            <a:off x="587376" y="1700213"/>
            <a:ext cx="11017250" cy="4429125"/>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Date Placeholder 5">
            <a:extLst>
              <a:ext uri="{FF2B5EF4-FFF2-40B4-BE49-F238E27FC236}">
                <a16:creationId xmlns:a16="http://schemas.microsoft.com/office/drawing/2014/main" id="{93FF9AC7-EBBE-4495-9469-91BA126FC731}"/>
              </a:ext>
            </a:extLst>
          </p:cNvPr>
          <p:cNvSpPr>
            <a:spLocks noGrp="1"/>
          </p:cNvSpPr>
          <p:nvPr>
            <p:ph type="dt" sz="half" idx="10"/>
          </p:nvPr>
        </p:nvSpPr>
        <p:spPr/>
        <p:txBody>
          <a:bodyPr/>
          <a:lstStyle/>
          <a:p>
            <a:fld id="{A9A0D247-8106-49ED-BD76-3CEF61A41586}" type="datetime3">
              <a:rPr lang="en-US" noProof="0" smtClean="0"/>
              <a:t>23 February 2026</a:t>
            </a:fld>
            <a:endParaRPr lang="en-US" noProof="0"/>
          </a:p>
        </p:txBody>
      </p:sp>
      <p:sp>
        <p:nvSpPr>
          <p:cNvPr id="7" name="Slide Number Placeholder 6">
            <a:extLst>
              <a:ext uri="{FF2B5EF4-FFF2-40B4-BE49-F238E27FC236}">
                <a16:creationId xmlns:a16="http://schemas.microsoft.com/office/drawing/2014/main" id="{82BC12CC-1E69-4455-A765-9ECE97FA3A7C}"/>
              </a:ext>
            </a:extLst>
          </p:cNvPr>
          <p:cNvSpPr>
            <a:spLocks noGrp="1"/>
          </p:cNvSpPr>
          <p:nvPr>
            <p:ph type="sldNum" sz="quarter" idx="11"/>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293778644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und 2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0C82C-C608-4908-8693-7A25B3D09F6A}"/>
              </a:ext>
            </a:extLst>
          </p:cNvPr>
          <p:cNvSpPr>
            <a:spLocks noGrp="1"/>
          </p:cNvSpPr>
          <p:nvPr>
            <p:ph type="title"/>
          </p:nvPr>
        </p:nvSpPr>
        <p:spPr bwMode="gray"/>
        <p:txBody>
          <a:bodyPr/>
          <a:lstStyle/>
          <a:p>
            <a:r>
              <a:rPr lang="en-US" noProof="0"/>
              <a:t>Click to edit Master title style</a:t>
            </a:r>
          </a:p>
        </p:txBody>
      </p:sp>
      <p:sp>
        <p:nvSpPr>
          <p:cNvPr id="9" name="Inhaltsplatzhalter 8">
            <a:extLst>
              <a:ext uri="{FF2B5EF4-FFF2-40B4-BE49-F238E27FC236}">
                <a16:creationId xmlns:a16="http://schemas.microsoft.com/office/drawing/2014/main" id="{9498EFB6-F28B-4075-959C-D80C299D8C5E}"/>
              </a:ext>
            </a:extLst>
          </p:cNvPr>
          <p:cNvSpPr>
            <a:spLocks noGrp="1"/>
          </p:cNvSpPr>
          <p:nvPr>
            <p:ph sz="quarter" idx="16" hasCustomPrompt="1"/>
          </p:nvPr>
        </p:nvSpPr>
        <p:spPr>
          <a:xfrm>
            <a:off x="587375" y="1700213"/>
            <a:ext cx="5400675" cy="4429125"/>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Inhaltsplatzhalter 10">
            <a:extLst>
              <a:ext uri="{FF2B5EF4-FFF2-40B4-BE49-F238E27FC236}">
                <a16:creationId xmlns:a16="http://schemas.microsoft.com/office/drawing/2014/main" id="{ED1B5D5A-F9B8-4256-8DD8-396956155A1B}"/>
              </a:ext>
            </a:extLst>
          </p:cNvPr>
          <p:cNvSpPr>
            <a:spLocks noGrp="1"/>
          </p:cNvSpPr>
          <p:nvPr>
            <p:ph sz="quarter" idx="17" hasCustomPrompt="1"/>
          </p:nvPr>
        </p:nvSpPr>
        <p:spPr>
          <a:xfrm>
            <a:off x="6203950" y="1700213"/>
            <a:ext cx="5400675" cy="44291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Date Placeholder 2">
            <a:extLst>
              <a:ext uri="{FF2B5EF4-FFF2-40B4-BE49-F238E27FC236}">
                <a16:creationId xmlns:a16="http://schemas.microsoft.com/office/drawing/2014/main" id="{0B1A8501-2127-4A03-A204-7BE81284643B}"/>
              </a:ext>
            </a:extLst>
          </p:cNvPr>
          <p:cNvSpPr>
            <a:spLocks noGrp="1"/>
          </p:cNvSpPr>
          <p:nvPr>
            <p:ph type="dt" sz="half" idx="18"/>
          </p:nvPr>
        </p:nvSpPr>
        <p:spPr/>
        <p:txBody>
          <a:bodyPr/>
          <a:lstStyle/>
          <a:p>
            <a:fld id="{BA98C31B-793D-40F5-B015-C41BAF7E185F}" type="datetime3">
              <a:rPr lang="en-US" noProof="0" smtClean="0"/>
              <a:t>23 February 2026</a:t>
            </a:fld>
            <a:endParaRPr lang="en-US" noProof="0"/>
          </a:p>
        </p:txBody>
      </p:sp>
      <p:sp>
        <p:nvSpPr>
          <p:cNvPr id="6" name="Slide Number Placeholder 5">
            <a:extLst>
              <a:ext uri="{FF2B5EF4-FFF2-40B4-BE49-F238E27FC236}">
                <a16:creationId xmlns:a16="http://schemas.microsoft.com/office/drawing/2014/main" id="{E1294DA3-4BD3-4274-9371-47EB990F8D81}"/>
              </a:ext>
            </a:extLst>
          </p:cNvPr>
          <p:cNvSpPr>
            <a:spLocks noGrp="1"/>
          </p:cNvSpPr>
          <p:nvPr>
            <p:ph type="sldNum" sz="quarter" idx="19"/>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1699556452"/>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und 3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0C82C-C608-4908-8693-7A25B3D09F6A}"/>
              </a:ext>
            </a:extLst>
          </p:cNvPr>
          <p:cNvSpPr>
            <a:spLocks noGrp="1"/>
          </p:cNvSpPr>
          <p:nvPr>
            <p:ph type="title"/>
          </p:nvPr>
        </p:nvSpPr>
        <p:spPr bwMode="gray"/>
        <p:txBody>
          <a:bodyPr/>
          <a:lstStyle/>
          <a:p>
            <a:r>
              <a:rPr lang="en-US" noProof="0"/>
              <a:t>Click to edit Master title style</a:t>
            </a:r>
          </a:p>
        </p:txBody>
      </p:sp>
      <p:sp>
        <p:nvSpPr>
          <p:cNvPr id="9" name="Inhaltsplatzhalter 8">
            <a:extLst>
              <a:ext uri="{FF2B5EF4-FFF2-40B4-BE49-F238E27FC236}">
                <a16:creationId xmlns:a16="http://schemas.microsoft.com/office/drawing/2014/main" id="{69D571FC-BA96-4CAF-A727-A635D4576025}"/>
              </a:ext>
            </a:extLst>
          </p:cNvPr>
          <p:cNvSpPr>
            <a:spLocks noGrp="1"/>
          </p:cNvSpPr>
          <p:nvPr>
            <p:ph sz="quarter" idx="17" hasCustomPrompt="1"/>
          </p:nvPr>
        </p:nvSpPr>
        <p:spPr>
          <a:xfrm>
            <a:off x="587375" y="1700213"/>
            <a:ext cx="3529013" cy="4429125"/>
          </a:xfrm>
        </p:spPr>
        <p:txBody>
          <a:bodyPr/>
          <a:lstStyle>
            <a:lvl1pPr>
              <a:defRPr sz="1600"/>
            </a:lvl1pPr>
            <a:lvl2pPr marL="180000" indent="-180000">
              <a:defRPr sz="1600"/>
            </a:lvl2pPr>
            <a:lvl3pPr>
              <a:defRPr sz="1600"/>
            </a:lvl3pPr>
            <a:lvl4pPr>
              <a:defRPr sz="1600"/>
            </a:lvl4pPr>
            <a:lvl5pPr>
              <a:defRPr sz="1600"/>
            </a:lvl5pPr>
            <a:lvl6pPr>
              <a:defRPr sz="1200"/>
            </a:lvl6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Inhaltsplatzhalter 8">
            <a:extLst>
              <a:ext uri="{FF2B5EF4-FFF2-40B4-BE49-F238E27FC236}">
                <a16:creationId xmlns:a16="http://schemas.microsoft.com/office/drawing/2014/main" id="{E05B939F-D767-408F-A43E-2B6FD79A4DDA}"/>
              </a:ext>
            </a:extLst>
          </p:cNvPr>
          <p:cNvSpPr>
            <a:spLocks noGrp="1"/>
          </p:cNvSpPr>
          <p:nvPr>
            <p:ph sz="quarter" idx="18" hasCustomPrompt="1"/>
          </p:nvPr>
        </p:nvSpPr>
        <p:spPr>
          <a:xfrm>
            <a:off x="4332288" y="1700213"/>
            <a:ext cx="3529013" cy="4429125"/>
          </a:xfrm>
        </p:spPr>
        <p:txBody>
          <a:bodyPr/>
          <a:lstStyle>
            <a:lvl1pPr>
              <a:defRPr sz="1600"/>
            </a:lvl1pPr>
            <a:lvl2pPr marL="180000" indent="-180000">
              <a:defRPr sz="1600"/>
            </a:lvl2pPr>
            <a:lvl3pPr>
              <a:defRPr sz="1600"/>
            </a:lvl3pPr>
            <a:lvl4pPr>
              <a:defRPr sz="1600"/>
            </a:lvl4pPr>
            <a:lvl5pPr>
              <a:defRPr sz="1600"/>
            </a:lvl5pPr>
            <a:lvl6pPr>
              <a:defRPr sz="1200"/>
            </a:lvl6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Inhaltsplatzhalter 8">
            <a:extLst>
              <a:ext uri="{FF2B5EF4-FFF2-40B4-BE49-F238E27FC236}">
                <a16:creationId xmlns:a16="http://schemas.microsoft.com/office/drawing/2014/main" id="{BA6ACEF6-A2C9-4708-BF76-02325C9F1C52}"/>
              </a:ext>
            </a:extLst>
          </p:cNvPr>
          <p:cNvSpPr>
            <a:spLocks noGrp="1"/>
          </p:cNvSpPr>
          <p:nvPr>
            <p:ph sz="quarter" idx="19" hasCustomPrompt="1"/>
          </p:nvPr>
        </p:nvSpPr>
        <p:spPr>
          <a:xfrm>
            <a:off x="8075613" y="1700213"/>
            <a:ext cx="3529013" cy="4429125"/>
          </a:xfrm>
        </p:spPr>
        <p:txBody>
          <a:bodyPr/>
          <a:lstStyle>
            <a:lvl1pPr>
              <a:defRPr sz="1600"/>
            </a:lvl1pPr>
            <a:lvl2pPr marL="180000" indent="-180000">
              <a:defRPr sz="1600"/>
            </a:lvl2pPr>
            <a:lvl3pPr>
              <a:defRPr sz="1600"/>
            </a:lvl3pPr>
            <a:lvl4pPr>
              <a:defRPr sz="1600"/>
            </a:lvl4pPr>
            <a:lvl5pPr>
              <a:defRPr sz="1600"/>
            </a:lvl5pPr>
            <a:lvl6pPr>
              <a:defRPr sz="1200"/>
            </a:lvl6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Date Placeholder 2">
            <a:extLst>
              <a:ext uri="{FF2B5EF4-FFF2-40B4-BE49-F238E27FC236}">
                <a16:creationId xmlns:a16="http://schemas.microsoft.com/office/drawing/2014/main" id="{8D5D0483-414C-4F51-843F-44544332E387}"/>
              </a:ext>
            </a:extLst>
          </p:cNvPr>
          <p:cNvSpPr>
            <a:spLocks noGrp="1"/>
          </p:cNvSpPr>
          <p:nvPr>
            <p:ph type="dt" sz="half" idx="20"/>
          </p:nvPr>
        </p:nvSpPr>
        <p:spPr/>
        <p:txBody>
          <a:bodyPr/>
          <a:lstStyle/>
          <a:p>
            <a:fld id="{4DBEE8C2-E27A-443E-BFF3-9C8509FC91AE}" type="datetime3">
              <a:rPr lang="en-US" noProof="0" smtClean="0"/>
              <a:t>23 February 2026</a:t>
            </a:fld>
            <a:endParaRPr lang="en-US" noProof="0"/>
          </a:p>
        </p:txBody>
      </p:sp>
      <p:sp>
        <p:nvSpPr>
          <p:cNvPr id="6" name="Slide Number Placeholder 5">
            <a:extLst>
              <a:ext uri="{FF2B5EF4-FFF2-40B4-BE49-F238E27FC236}">
                <a16:creationId xmlns:a16="http://schemas.microsoft.com/office/drawing/2014/main" id="{AF1929E3-53FE-4AD5-9603-46F552CACE1D}"/>
              </a:ext>
            </a:extLst>
          </p:cNvPr>
          <p:cNvSpPr>
            <a:spLocks noGrp="1"/>
          </p:cNvSpPr>
          <p:nvPr>
            <p:ph type="sldNum" sz="quarter" idx="21"/>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337537207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Inhalt und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0C82C-C608-4908-8693-7A25B3D09F6A}"/>
              </a:ext>
            </a:extLst>
          </p:cNvPr>
          <p:cNvSpPr>
            <a:spLocks noGrp="1"/>
          </p:cNvSpPr>
          <p:nvPr>
            <p:ph type="title"/>
          </p:nvPr>
        </p:nvSpPr>
        <p:spPr bwMode="gray">
          <a:xfrm>
            <a:off x="587376" y="368301"/>
            <a:ext cx="5400674" cy="466899"/>
          </a:xfrm>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292FDBA4-6CA2-4F8A-9360-55639C5C5F60}"/>
              </a:ext>
            </a:extLst>
          </p:cNvPr>
          <p:cNvSpPr>
            <a:spLocks noGrp="1"/>
          </p:cNvSpPr>
          <p:nvPr>
            <p:ph idx="1" hasCustomPrompt="1"/>
          </p:nvPr>
        </p:nvSpPr>
        <p:spPr bwMode="gray">
          <a:xfrm>
            <a:off x="587377" y="1700213"/>
            <a:ext cx="5400673" cy="4429125"/>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Bildplatzhalter 6">
            <a:extLst>
              <a:ext uri="{FF2B5EF4-FFF2-40B4-BE49-F238E27FC236}">
                <a16:creationId xmlns:a16="http://schemas.microsoft.com/office/drawing/2014/main" id="{00D65DE6-22B8-49FA-AE8B-AB79B8531731}"/>
              </a:ext>
            </a:extLst>
          </p:cNvPr>
          <p:cNvSpPr>
            <a:spLocks noGrp="1"/>
          </p:cNvSpPr>
          <p:nvPr>
            <p:ph type="pic" sz="quarter" idx="11"/>
          </p:nvPr>
        </p:nvSpPr>
        <p:spPr bwMode="gray">
          <a:xfrm>
            <a:off x="6203950" y="0"/>
            <a:ext cx="5988050" cy="6129339"/>
          </a:xfrm>
          <a:prstGeom prst="rect">
            <a:avLst/>
          </a:prstGeom>
          <a:solidFill>
            <a:schemeClr val="accent6"/>
          </a:solidFill>
        </p:spPr>
        <p:txBody>
          <a:bodyPr wrap="square" anchor="ctr">
            <a:noAutofit/>
          </a:bodyPr>
          <a:lstStyle>
            <a:lvl1pPr marL="0" indent="0" algn="ctr">
              <a:buNone/>
              <a:defRPr sz="1400">
                <a:solidFill>
                  <a:schemeClr val="bg1"/>
                </a:solidFill>
              </a:defRPr>
            </a:lvl1pPr>
          </a:lstStyle>
          <a:p>
            <a:r>
              <a:rPr lang="en-US" noProof="0"/>
              <a:t>Click icon to add picture</a:t>
            </a:r>
            <a:endParaRPr lang="en-US" noProof="0" dirty="0"/>
          </a:p>
        </p:txBody>
      </p:sp>
      <p:sp>
        <p:nvSpPr>
          <p:cNvPr id="6" name="Date Placeholder 5">
            <a:extLst>
              <a:ext uri="{FF2B5EF4-FFF2-40B4-BE49-F238E27FC236}">
                <a16:creationId xmlns:a16="http://schemas.microsoft.com/office/drawing/2014/main" id="{6672B7DE-4CE2-48D8-9E83-B1655F427CE5}"/>
              </a:ext>
            </a:extLst>
          </p:cNvPr>
          <p:cNvSpPr>
            <a:spLocks noGrp="1"/>
          </p:cNvSpPr>
          <p:nvPr>
            <p:ph type="dt" sz="half" idx="12"/>
          </p:nvPr>
        </p:nvSpPr>
        <p:spPr/>
        <p:txBody>
          <a:bodyPr/>
          <a:lstStyle/>
          <a:p>
            <a:fld id="{C95928E4-03DA-4799-AB48-C0ABBB1FF87E}" type="datetime3">
              <a:rPr lang="en-US" smtClean="0"/>
              <a:t>23 February 2026</a:t>
            </a:fld>
            <a:endParaRPr lang="en-US" dirty="0"/>
          </a:p>
        </p:txBody>
      </p:sp>
      <p:sp>
        <p:nvSpPr>
          <p:cNvPr id="8" name="Slide Number Placeholder 7">
            <a:extLst>
              <a:ext uri="{FF2B5EF4-FFF2-40B4-BE49-F238E27FC236}">
                <a16:creationId xmlns:a16="http://schemas.microsoft.com/office/drawing/2014/main" id="{4706D15E-D4F6-4294-A987-444ED4989563}"/>
              </a:ext>
            </a:extLst>
          </p:cNvPr>
          <p:cNvSpPr>
            <a:spLocks noGrp="1"/>
          </p:cNvSpPr>
          <p:nvPr>
            <p:ph type="sldNum" sz="quarter" idx="13"/>
          </p:nvPr>
        </p:nvSpPr>
        <p:spPr/>
        <p:txBody>
          <a:bodyPr/>
          <a:lstStyle/>
          <a:p>
            <a:fld id="{62CB3E74-FC4B-418A-B5F6-72ED80208EB2}" type="slidenum">
              <a:rPr lang="en-US" noProof="0" smtClean="0"/>
              <a:pPr/>
              <a:t>‹#›</a:t>
            </a:fld>
            <a:endParaRPr lang="en-US" noProof="0" dirty="0"/>
          </a:p>
        </p:txBody>
      </p:sp>
    </p:spTree>
    <p:extLst>
      <p:ext uri="{BB962C8B-B14F-4D97-AF65-F5344CB8AC3E}">
        <p14:creationId xmlns:p14="http://schemas.microsoft.com/office/powerpoint/2010/main" val="890066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p:txBody>
          <a:bodyPr/>
          <a:lstStyle/>
          <a:p>
            <a:r>
              <a:rPr lang="en-US" noProof="0"/>
              <a:t>Click to edit Master title style</a:t>
            </a:r>
          </a:p>
        </p:txBody>
      </p:sp>
      <p:sp>
        <p:nvSpPr>
          <p:cNvPr id="3" name="Date Placeholder 2">
            <a:extLst>
              <a:ext uri="{FF2B5EF4-FFF2-40B4-BE49-F238E27FC236}">
                <a16:creationId xmlns:a16="http://schemas.microsoft.com/office/drawing/2014/main" id="{521B5917-CBB4-4162-8067-EF80AC06BE52}"/>
              </a:ext>
            </a:extLst>
          </p:cNvPr>
          <p:cNvSpPr>
            <a:spLocks noGrp="1"/>
          </p:cNvSpPr>
          <p:nvPr>
            <p:ph type="dt" sz="half" idx="10"/>
          </p:nvPr>
        </p:nvSpPr>
        <p:spPr/>
        <p:txBody>
          <a:bodyPr/>
          <a:lstStyle/>
          <a:p>
            <a:fld id="{36A480C6-9A9A-4F38-8409-97AB8F835432}" type="datetime3">
              <a:rPr lang="en-US" noProof="0" smtClean="0"/>
              <a:t>23 February 2026</a:t>
            </a:fld>
            <a:endParaRPr lang="en-US" noProof="0"/>
          </a:p>
        </p:txBody>
      </p:sp>
      <p:sp>
        <p:nvSpPr>
          <p:cNvPr id="4" name="Slide Number Placeholder 3">
            <a:extLst>
              <a:ext uri="{FF2B5EF4-FFF2-40B4-BE49-F238E27FC236}">
                <a16:creationId xmlns:a16="http://schemas.microsoft.com/office/drawing/2014/main" id="{BA3E2A66-7F5E-4326-9BBB-FB60EEAEAB72}"/>
              </a:ext>
            </a:extLst>
          </p:cNvPr>
          <p:cNvSpPr>
            <a:spLocks noGrp="1"/>
          </p:cNvSpPr>
          <p:nvPr>
            <p:ph type="sldNum" sz="quarter" idx="11"/>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15241923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A540A6E-44B3-452A-8635-81299E742E92}"/>
              </a:ext>
            </a:extLst>
          </p:cNvPr>
          <p:cNvSpPr>
            <a:spLocks noGrp="1"/>
          </p:cNvSpPr>
          <p:nvPr>
            <p:ph type="dt" sz="half" idx="10"/>
          </p:nvPr>
        </p:nvSpPr>
        <p:spPr/>
        <p:txBody>
          <a:bodyPr/>
          <a:lstStyle/>
          <a:p>
            <a:fld id="{6C136201-5B7C-46B0-8408-1F09E7937261}" type="datetime3">
              <a:rPr lang="en-US" noProof="0" smtClean="0"/>
              <a:t>23 February 2026</a:t>
            </a:fld>
            <a:endParaRPr lang="en-US" noProof="0"/>
          </a:p>
        </p:txBody>
      </p:sp>
      <p:sp>
        <p:nvSpPr>
          <p:cNvPr id="5" name="Slide Number Placeholder 4">
            <a:extLst>
              <a:ext uri="{FF2B5EF4-FFF2-40B4-BE49-F238E27FC236}">
                <a16:creationId xmlns:a16="http://schemas.microsoft.com/office/drawing/2014/main" id="{3C49F892-46C7-44B5-8A70-4419895B07C9}"/>
              </a:ext>
            </a:extLst>
          </p:cNvPr>
          <p:cNvSpPr>
            <a:spLocks noGrp="1"/>
          </p:cNvSpPr>
          <p:nvPr>
            <p:ph type="sldNum" sz="quarter" idx="11"/>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2353564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ontakte (große Bilder)">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29C4A31-57DD-4A63-A985-356DA24CCEFA}"/>
              </a:ext>
            </a:extLst>
          </p:cNvPr>
          <p:cNvSpPr>
            <a:spLocks noGrp="1"/>
          </p:cNvSpPr>
          <p:nvPr>
            <p:ph type="pic" sz="quarter" idx="13"/>
          </p:nvPr>
        </p:nvSpPr>
        <p:spPr>
          <a:xfrm>
            <a:off x="0" y="0"/>
            <a:ext cx="5627688" cy="6129338"/>
          </a:xfrm>
          <a:solidFill>
            <a:schemeClr val="bg2">
              <a:lumMod val="50000"/>
            </a:schemeClr>
          </a:solidFill>
        </p:spPr>
        <p:txBody>
          <a:bodyPr anchor="ctr"/>
          <a:lstStyle>
            <a:lvl1pPr algn="ctr">
              <a:defRPr sz="1400">
                <a:solidFill>
                  <a:schemeClr val="bg1"/>
                </a:solidFill>
              </a:defRPr>
            </a:lvl1pPr>
          </a:lstStyle>
          <a:p>
            <a:r>
              <a:rPr lang="en-US" noProof="0"/>
              <a:t>Click icon to add picture</a:t>
            </a:r>
          </a:p>
        </p:txBody>
      </p:sp>
      <p:sp>
        <p:nvSpPr>
          <p:cNvPr id="30" name="Bildplatzhalter 4">
            <a:extLst>
              <a:ext uri="{FF2B5EF4-FFF2-40B4-BE49-F238E27FC236}">
                <a16:creationId xmlns:a16="http://schemas.microsoft.com/office/drawing/2014/main" id="{1D6410BD-4A55-4357-845E-282A5C95EF8A}"/>
              </a:ext>
            </a:extLst>
          </p:cNvPr>
          <p:cNvSpPr>
            <a:spLocks noGrp="1"/>
          </p:cNvSpPr>
          <p:nvPr>
            <p:ph type="pic" sz="quarter" idx="15"/>
          </p:nvPr>
        </p:nvSpPr>
        <p:spPr>
          <a:xfrm>
            <a:off x="5627688" y="0"/>
            <a:ext cx="5976937" cy="6129338"/>
          </a:xfrm>
          <a:solidFill>
            <a:schemeClr val="bg2">
              <a:lumMod val="50000"/>
            </a:schemeClr>
          </a:solidFill>
        </p:spPr>
        <p:txBody>
          <a:bodyPr anchor="ctr"/>
          <a:lstStyle>
            <a:lvl1pPr algn="ctr">
              <a:defRPr sz="1400">
                <a:solidFill>
                  <a:schemeClr val="bg1"/>
                </a:solidFill>
              </a:defRPr>
            </a:lvl1pPr>
          </a:lstStyle>
          <a:p>
            <a:r>
              <a:rPr lang="en-US" noProof="0"/>
              <a:t>Click icon to add picture</a:t>
            </a:r>
          </a:p>
        </p:txBody>
      </p:sp>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p:txBody>
          <a:bodyPr/>
          <a:lstStyle>
            <a:lvl1pPr>
              <a:defRPr>
                <a:solidFill>
                  <a:schemeClr val="bg1"/>
                </a:solidFill>
              </a:defRPr>
            </a:lvl1pPr>
          </a:lstStyle>
          <a:p>
            <a:r>
              <a:rPr lang="en-US" noProof="0"/>
              <a:t>Click to edit Master title style</a:t>
            </a:r>
          </a:p>
        </p:txBody>
      </p:sp>
      <p:sp>
        <p:nvSpPr>
          <p:cNvPr id="4" name="Textplatzhalter 3">
            <a:extLst>
              <a:ext uri="{FF2B5EF4-FFF2-40B4-BE49-F238E27FC236}">
                <a16:creationId xmlns:a16="http://schemas.microsoft.com/office/drawing/2014/main" id="{48FD4666-616B-4A5C-8DA3-25B2D5366EC0}"/>
              </a:ext>
            </a:extLst>
          </p:cNvPr>
          <p:cNvSpPr>
            <a:spLocks noGrp="1"/>
          </p:cNvSpPr>
          <p:nvPr>
            <p:ph type="body" sz="quarter" idx="12" hasCustomPrompt="1"/>
          </p:nvPr>
        </p:nvSpPr>
        <p:spPr bwMode="white">
          <a:xfrm>
            <a:off x="587375" y="1484313"/>
            <a:ext cx="2664000" cy="2160587"/>
          </a:xfrm>
        </p:spPr>
        <p:txBody>
          <a:bodyPr/>
          <a:lstStyle>
            <a:lvl1pPr marL="0" indent="0">
              <a:spcAft>
                <a:spcPts val="0"/>
              </a:spcAft>
              <a:buFont typeface="Arial" panose="020B0604020202020204" pitchFamily="34" charset="0"/>
              <a:buNone/>
              <a:tabLst>
                <a:tab pos="449263" algn="l"/>
              </a:tabLst>
              <a:defRPr sz="1400">
                <a:solidFill>
                  <a:schemeClr val="bg1"/>
                </a:solidFill>
              </a:defRPr>
            </a:lvl1pPr>
            <a:lvl2pPr marL="0" indent="0">
              <a:spcAft>
                <a:spcPts val="0"/>
              </a:spcAft>
              <a:buNone/>
              <a:tabLst>
                <a:tab pos="449263" algn="l"/>
              </a:tabLst>
              <a:defRPr sz="1400" b="1">
                <a:solidFill>
                  <a:schemeClr val="bg1"/>
                </a:solidFill>
              </a:defRPr>
            </a:lvl2pPr>
            <a:lvl3pPr marL="0" indent="0">
              <a:spcAft>
                <a:spcPts val="0"/>
              </a:spcAft>
              <a:buNone/>
              <a:tabLst>
                <a:tab pos="449263" algn="l"/>
              </a:tabLst>
              <a:defRPr sz="1400">
                <a:solidFill>
                  <a:schemeClr val="tx2"/>
                </a:solidFill>
              </a:defRPr>
            </a:lvl3pPr>
          </a:lstStyle>
          <a:p>
            <a:pPr lvl="0"/>
            <a:r>
              <a:rPr lang="en-US" noProof="0" dirty="0"/>
              <a:t>Level 1</a:t>
            </a:r>
          </a:p>
          <a:p>
            <a:pPr lvl="1"/>
            <a:r>
              <a:rPr lang="en-US" noProof="0" dirty="0"/>
              <a:t>Level 2</a:t>
            </a:r>
          </a:p>
          <a:p>
            <a:pPr lvl="2"/>
            <a:r>
              <a:rPr lang="en-US" noProof="0" dirty="0"/>
              <a:t>Level 3</a:t>
            </a:r>
          </a:p>
        </p:txBody>
      </p:sp>
      <p:sp>
        <p:nvSpPr>
          <p:cNvPr id="29" name="Textplatzhalter 3">
            <a:extLst>
              <a:ext uri="{FF2B5EF4-FFF2-40B4-BE49-F238E27FC236}">
                <a16:creationId xmlns:a16="http://schemas.microsoft.com/office/drawing/2014/main" id="{5D08A6FF-66CD-491D-8B19-37E7A221F46A}"/>
              </a:ext>
            </a:extLst>
          </p:cNvPr>
          <p:cNvSpPr>
            <a:spLocks noGrp="1"/>
          </p:cNvSpPr>
          <p:nvPr>
            <p:ph type="body" sz="quarter" idx="14" hasCustomPrompt="1"/>
          </p:nvPr>
        </p:nvSpPr>
        <p:spPr bwMode="white">
          <a:xfrm>
            <a:off x="6203950" y="1484313"/>
            <a:ext cx="2664000" cy="2160587"/>
          </a:xfrm>
        </p:spPr>
        <p:txBody>
          <a:bodyPr/>
          <a:lstStyle>
            <a:lvl1pPr marL="0" indent="0">
              <a:spcAft>
                <a:spcPts val="0"/>
              </a:spcAft>
              <a:buFont typeface="Arial" panose="020B0604020202020204" pitchFamily="34" charset="0"/>
              <a:buNone/>
              <a:tabLst>
                <a:tab pos="449263" algn="l"/>
              </a:tabLst>
              <a:defRPr sz="1400">
                <a:solidFill>
                  <a:schemeClr val="bg1"/>
                </a:solidFill>
              </a:defRPr>
            </a:lvl1pPr>
            <a:lvl2pPr marL="0" indent="0">
              <a:spcAft>
                <a:spcPts val="0"/>
              </a:spcAft>
              <a:buNone/>
              <a:tabLst>
                <a:tab pos="449263" algn="l"/>
              </a:tabLst>
              <a:defRPr sz="1400" b="1">
                <a:solidFill>
                  <a:schemeClr val="bg1"/>
                </a:solidFill>
              </a:defRPr>
            </a:lvl2pPr>
            <a:lvl3pPr marL="0" indent="0">
              <a:spcAft>
                <a:spcPts val="0"/>
              </a:spcAft>
              <a:buNone/>
              <a:tabLst>
                <a:tab pos="449263" algn="l"/>
              </a:tabLst>
              <a:defRPr sz="1400">
                <a:solidFill>
                  <a:schemeClr val="tx2"/>
                </a:solidFill>
              </a:defRPr>
            </a:lvl3pPr>
          </a:lstStyle>
          <a:p>
            <a:pPr lvl="0"/>
            <a:r>
              <a:rPr lang="en-US" noProof="0"/>
              <a:t>Level 1</a:t>
            </a:r>
          </a:p>
          <a:p>
            <a:pPr lvl="1"/>
            <a:r>
              <a:rPr lang="en-US" noProof="0"/>
              <a:t>Level 2</a:t>
            </a:r>
          </a:p>
          <a:p>
            <a:pPr lvl="2"/>
            <a:r>
              <a:rPr lang="en-US" noProof="0"/>
              <a:t>Level 3</a:t>
            </a:r>
          </a:p>
        </p:txBody>
      </p:sp>
      <p:sp>
        <p:nvSpPr>
          <p:cNvPr id="3" name="Date Placeholder 2">
            <a:extLst>
              <a:ext uri="{FF2B5EF4-FFF2-40B4-BE49-F238E27FC236}">
                <a16:creationId xmlns:a16="http://schemas.microsoft.com/office/drawing/2014/main" id="{875268E5-76E9-487E-9024-A97441E2BB65}"/>
              </a:ext>
            </a:extLst>
          </p:cNvPr>
          <p:cNvSpPr>
            <a:spLocks noGrp="1"/>
          </p:cNvSpPr>
          <p:nvPr>
            <p:ph type="dt" sz="half" idx="16"/>
          </p:nvPr>
        </p:nvSpPr>
        <p:spPr/>
        <p:txBody>
          <a:bodyPr/>
          <a:lstStyle/>
          <a:p>
            <a:fld id="{C7E4B7FF-8808-4FD1-B803-CBFE340D2399}" type="datetime3">
              <a:rPr lang="en-US" noProof="0" smtClean="0"/>
              <a:t>23 February 2026</a:t>
            </a:fld>
            <a:endParaRPr lang="en-US" noProof="0"/>
          </a:p>
        </p:txBody>
      </p:sp>
      <p:sp>
        <p:nvSpPr>
          <p:cNvPr id="8" name="Slide Number Placeholder 7">
            <a:extLst>
              <a:ext uri="{FF2B5EF4-FFF2-40B4-BE49-F238E27FC236}">
                <a16:creationId xmlns:a16="http://schemas.microsoft.com/office/drawing/2014/main" id="{D5A4B27C-A892-4022-8BEF-3D68BA6C44BE}"/>
              </a:ext>
            </a:extLst>
          </p:cNvPr>
          <p:cNvSpPr>
            <a:spLocks noGrp="1"/>
          </p:cNvSpPr>
          <p:nvPr>
            <p:ph type="sldNum" sz="quarter" idx="17"/>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88038861"/>
      </p:ext>
    </p:extLst>
  </p:cSld>
  <p:clrMapOvr>
    <a:masterClrMapping/>
  </p:clrMapOvr>
  <p:extLst>
    <p:ext uri="{DCECCB84-F9BA-43D5-87BE-67443E8EF086}">
      <p15:sldGuideLst xmlns:p15="http://schemas.microsoft.com/office/powerpoint/2012/main">
        <p15:guide id="1" pos="1549">
          <p15:clr>
            <a:srgbClr val="FBAE40"/>
          </p15:clr>
        </p15:guide>
        <p15:guide id="2" pos="3545" userDrawn="1">
          <p15:clr>
            <a:srgbClr val="FBAE40"/>
          </p15:clr>
        </p15:guide>
        <p15:guide id="3" pos="5360">
          <p15:clr>
            <a:srgbClr val="FBAE40"/>
          </p15:clr>
        </p15:guide>
        <p15:guide id="5" orient="horz" pos="229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ontakte (kleine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FFA6D0-AB8A-4F44-9727-A1CE86F10CC6}"/>
              </a:ext>
            </a:extLst>
          </p:cNvPr>
          <p:cNvSpPr>
            <a:spLocks noGrp="1"/>
          </p:cNvSpPr>
          <p:nvPr>
            <p:ph type="title"/>
          </p:nvPr>
        </p:nvSpPr>
        <p:spPr bwMode="gray"/>
        <p:txBody>
          <a:bodyPr/>
          <a:lstStyle/>
          <a:p>
            <a:r>
              <a:rPr lang="en-US" noProof="0"/>
              <a:t>Click to edit Master title style</a:t>
            </a:r>
          </a:p>
        </p:txBody>
      </p:sp>
      <p:sp>
        <p:nvSpPr>
          <p:cNvPr id="4" name="Textplatzhalter 3">
            <a:extLst>
              <a:ext uri="{FF2B5EF4-FFF2-40B4-BE49-F238E27FC236}">
                <a16:creationId xmlns:a16="http://schemas.microsoft.com/office/drawing/2014/main" id="{48FD4666-616B-4A5C-8DA3-25B2D5366EC0}"/>
              </a:ext>
            </a:extLst>
          </p:cNvPr>
          <p:cNvSpPr>
            <a:spLocks noGrp="1"/>
          </p:cNvSpPr>
          <p:nvPr>
            <p:ph type="body" sz="quarter" idx="12" hasCustomPrompt="1"/>
          </p:nvPr>
        </p:nvSpPr>
        <p:spPr>
          <a:xfrm>
            <a:off x="2892424" y="1484313"/>
            <a:ext cx="2664000" cy="2160587"/>
          </a:xfrm>
        </p:spPr>
        <p:txBody>
          <a:bodyPr/>
          <a:lstStyle>
            <a:lvl1pPr marL="0" indent="0">
              <a:spcAft>
                <a:spcPts val="0"/>
              </a:spcAft>
              <a:buFont typeface="Arial" panose="020B0604020202020204" pitchFamily="34" charset="0"/>
              <a:buNone/>
              <a:tabLst>
                <a:tab pos="449263" algn="l"/>
              </a:tabLst>
              <a:defRPr sz="1400"/>
            </a:lvl1pPr>
            <a:lvl2pPr marL="0" indent="0">
              <a:spcAft>
                <a:spcPts val="0"/>
              </a:spcAft>
              <a:buNone/>
              <a:tabLst>
                <a:tab pos="449263" algn="l"/>
              </a:tabLst>
              <a:defRPr sz="1400" b="1"/>
            </a:lvl2pPr>
            <a:lvl3pPr marL="0" indent="0">
              <a:spcAft>
                <a:spcPts val="0"/>
              </a:spcAft>
              <a:buNone/>
              <a:tabLst>
                <a:tab pos="449263" algn="l"/>
              </a:tabLst>
              <a:defRPr sz="1400">
                <a:solidFill>
                  <a:schemeClr val="tx2"/>
                </a:solidFill>
              </a:defRPr>
            </a:lvl3pPr>
          </a:lstStyle>
          <a:p>
            <a:pPr lvl="0"/>
            <a:r>
              <a:rPr lang="en-US" noProof="0" dirty="0"/>
              <a:t>Level 1</a:t>
            </a:r>
          </a:p>
          <a:p>
            <a:pPr lvl="1"/>
            <a:r>
              <a:rPr lang="en-US" noProof="0" dirty="0"/>
              <a:t>Level 2</a:t>
            </a:r>
          </a:p>
          <a:p>
            <a:pPr lvl="2"/>
            <a:r>
              <a:rPr lang="en-US" noProof="0" dirty="0"/>
              <a:t>Level 3</a:t>
            </a:r>
          </a:p>
        </p:txBody>
      </p:sp>
      <p:sp>
        <p:nvSpPr>
          <p:cNvPr id="5" name="Bildplatzhalter 4">
            <a:extLst>
              <a:ext uri="{FF2B5EF4-FFF2-40B4-BE49-F238E27FC236}">
                <a16:creationId xmlns:a16="http://schemas.microsoft.com/office/drawing/2014/main" id="{E29C4A31-57DD-4A63-A985-356DA24CCEFA}"/>
              </a:ext>
            </a:extLst>
          </p:cNvPr>
          <p:cNvSpPr>
            <a:spLocks noGrp="1"/>
          </p:cNvSpPr>
          <p:nvPr>
            <p:ph type="pic" sz="quarter" idx="13"/>
          </p:nvPr>
        </p:nvSpPr>
        <p:spPr>
          <a:xfrm>
            <a:off x="587374" y="1484313"/>
            <a:ext cx="1872221" cy="2160587"/>
          </a:xfrm>
          <a:solidFill>
            <a:schemeClr val="bg2">
              <a:lumMod val="50000"/>
            </a:schemeClr>
          </a:solidFill>
        </p:spPr>
        <p:txBody>
          <a:bodyPr anchor="ctr"/>
          <a:lstStyle>
            <a:lvl1pPr algn="ctr">
              <a:defRPr sz="1400">
                <a:solidFill>
                  <a:schemeClr val="bg1"/>
                </a:solidFill>
              </a:defRPr>
            </a:lvl1pPr>
          </a:lstStyle>
          <a:p>
            <a:r>
              <a:rPr lang="en-US" noProof="0"/>
              <a:t>Click icon to add picture</a:t>
            </a:r>
          </a:p>
        </p:txBody>
      </p:sp>
      <p:grpSp>
        <p:nvGrpSpPr>
          <p:cNvPr id="25" name="Gruppieren 24">
            <a:extLst>
              <a:ext uri="{FF2B5EF4-FFF2-40B4-BE49-F238E27FC236}">
                <a16:creationId xmlns:a16="http://schemas.microsoft.com/office/drawing/2014/main" id="{AA95A97E-1E87-4F79-A043-06CBF137AABE}"/>
              </a:ext>
            </a:extLst>
          </p:cNvPr>
          <p:cNvGrpSpPr>
            <a:grpSpLocks noChangeAspect="1"/>
          </p:cNvGrpSpPr>
          <p:nvPr userDrawn="1"/>
        </p:nvGrpSpPr>
        <p:grpSpPr>
          <a:xfrm>
            <a:off x="7716180" y="4437112"/>
            <a:ext cx="2420888" cy="2420888"/>
            <a:chOff x="7378960" y="4000500"/>
            <a:chExt cx="2857500" cy="2857500"/>
          </a:xfrm>
        </p:grpSpPr>
        <p:sp>
          <p:nvSpPr>
            <p:cNvPr id="26" name="Freihandform: Form 25">
              <a:extLst>
                <a:ext uri="{FF2B5EF4-FFF2-40B4-BE49-F238E27FC236}">
                  <a16:creationId xmlns:a16="http://schemas.microsoft.com/office/drawing/2014/main" id="{AEB79B26-1FBB-479D-8E44-92841E4D7A6D}"/>
                </a:ext>
              </a:extLst>
            </p:cNvPr>
            <p:cNvSpPr/>
            <p:nvPr/>
          </p:nvSpPr>
          <p:spPr>
            <a:xfrm>
              <a:off x="9283960" y="5905500"/>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solidFill>
              <a:srgbClr val="00CE7D"/>
            </a:solidFill>
            <a:ln w="9525" cap="flat">
              <a:noFill/>
              <a:prstDash val="solid"/>
              <a:miter/>
            </a:ln>
          </p:spPr>
          <p:txBody>
            <a:bodyPr rtlCol="0" anchor="ctr"/>
            <a:lstStyle/>
            <a:p>
              <a:endParaRPr lang="en-US" noProof="0"/>
            </a:p>
          </p:txBody>
        </p:sp>
        <p:sp>
          <p:nvSpPr>
            <p:cNvPr id="27" name="Freihandform: Form 26">
              <a:extLst>
                <a:ext uri="{FF2B5EF4-FFF2-40B4-BE49-F238E27FC236}">
                  <a16:creationId xmlns:a16="http://schemas.microsoft.com/office/drawing/2014/main" id="{D90B509A-F979-4F50-9148-2866300B9974}"/>
                </a:ext>
              </a:extLst>
            </p:cNvPr>
            <p:cNvSpPr/>
            <p:nvPr/>
          </p:nvSpPr>
          <p:spPr>
            <a:xfrm>
              <a:off x="7378960" y="4953000"/>
              <a:ext cx="1905000" cy="1905000"/>
            </a:xfrm>
            <a:custGeom>
              <a:avLst/>
              <a:gdLst>
                <a:gd name="connsiteX0" fmla="*/ 952500 w 1905000"/>
                <a:gd name="connsiteY0" fmla="*/ 952500 h 1905000"/>
                <a:gd name="connsiteX1" fmla="*/ 0 w 1905000"/>
                <a:gd name="connsiteY1" fmla="*/ 1905000 h 1905000"/>
                <a:gd name="connsiteX2" fmla="*/ 952500 w 1905000"/>
                <a:gd name="connsiteY2" fmla="*/ 1905000 h 1905000"/>
                <a:gd name="connsiteX3" fmla="*/ 1905000 w 1905000"/>
                <a:gd name="connsiteY3" fmla="*/ 952500 h 1905000"/>
                <a:gd name="connsiteX4" fmla="*/ 1905000 w 1905000"/>
                <a:gd name="connsiteY4" fmla="*/ 0 h 190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905000">
                  <a:moveTo>
                    <a:pt x="952500" y="952500"/>
                  </a:moveTo>
                  <a:lnTo>
                    <a:pt x="0" y="1905000"/>
                  </a:lnTo>
                  <a:lnTo>
                    <a:pt x="952500" y="1905000"/>
                  </a:lnTo>
                  <a:lnTo>
                    <a:pt x="1905000" y="952500"/>
                  </a:lnTo>
                  <a:lnTo>
                    <a:pt x="1905000" y="0"/>
                  </a:lnTo>
                  <a:close/>
                </a:path>
              </a:pathLst>
            </a:custGeom>
            <a:solidFill>
              <a:srgbClr val="201751"/>
            </a:solidFill>
            <a:ln w="9525" cap="flat">
              <a:noFill/>
              <a:prstDash val="solid"/>
              <a:miter/>
            </a:ln>
          </p:spPr>
          <p:txBody>
            <a:bodyPr rtlCol="0" anchor="ctr"/>
            <a:lstStyle/>
            <a:p>
              <a:endParaRPr lang="en-US" noProof="0"/>
            </a:p>
          </p:txBody>
        </p:sp>
        <p:sp>
          <p:nvSpPr>
            <p:cNvPr id="28" name="Freihandform: Form 27">
              <a:extLst>
                <a:ext uri="{FF2B5EF4-FFF2-40B4-BE49-F238E27FC236}">
                  <a16:creationId xmlns:a16="http://schemas.microsoft.com/office/drawing/2014/main" id="{21039803-5438-4B81-BE01-7A4EED98821A}"/>
                </a:ext>
              </a:extLst>
            </p:cNvPr>
            <p:cNvSpPr/>
            <p:nvPr/>
          </p:nvSpPr>
          <p:spPr>
            <a:xfrm>
              <a:off x="8331460" y="4000500"/>
              <a:ext cx="952500" cy="1905000"/>
            </a:xfrm>
            <a:custGeom>
              <a:avLst/>
              <a:gdLst>
                <a:gd name="connsiteX0" fmla="*/ 0 w 952500"/>
                <a:gd name="connsiteY0" fmla="*/ 0 h 1905000"/>
                <a:gd name="connsiteX1" fmla="*/ 0 w 952500"/>
                <a:gd name="connsiteY1" fmla="*/ 1905000 h 1905000"/>
                <a:gd name="connsiteX2" fmla="*/ 952500 w 952500"/>
                <a:gd name="connsiteY2" fmla="*/ 952500 h 1905000"/>
              </a:gdLst>
              <a:ahLst/>
              <a:cxnLst>
                <a:cxn ang="0">
                  <a:pos x="connsiteX0" y="connsiteY0"/>
                </a:cxn>
                <a:cxn ang="0">
                  <a:pos x="connsiteX1" y="connsiteY1"/>
                </a:cxn>
                <a:cxn ang="0">
                  <a:pos x="connsiteX2" y="connsiteY2"/>
                </a:cxn>
              </a:cxnLst>
              <a:rect l="l" t="t" r="r" b="b"/>
              <a:pathLst>
                <a:path w="952500" h="1905000">
                  <a:moveTo>
                    <a:pt x="0" y="0"/>
                  </a:moveTo>
                  <a:lnTo>
                    <a:pt x="0" y="1905000"/>
                  </a:lnTo>
                  <a:lnTo>
                    <a:pt x="952500" y="952500"/>
                  </a:lnTo>
                  <a:close/>
                </a:path>
              </a:pathLst>
            </a:custGeom>
            <a:solidFill>
              <a:srgbClr val="00CE7D"/>
            </a:solidFill>
            <a:ln w="9525" cap="flat">
              <a:noFill/>
              <a:prstDash val="solid"/>
              <a:miter/>
            </a:ln>
          </p:spPr>
          <p:txBody>
            <a:bodyPr rtlCol="0" anchor="ctr"/>
            <a:lstStyle/>
            <a:p>
              <a:endParaRPr lang="en-US" noProof="0"/>
            </a:p>
          </p:txBody>
        </p:sp>
      </p:grpSp>
      <p:sp>
        <p:nvSpPr>
          <p:cNvPr id="29" name="Textplatzhalter 3">
            <a:extLst>
              <a:ext uri="{FF2B5EF4-FFF2-40B4-BE49-F238E27FC236}">
                <a16:creationId xmlns:a16="http://schemas.microsoft.com/office/drawing/2014/main" id="{5D08A6FF-66CD-491D-8B19-37E7A221F46A}"/>
              </a:ext>
            </a:extLst>
          </p:cNvPr>
          <p:cNvSpPr>
            <a:spLocks noGrp="1"/>
          </p:cNvSpPr>
          <p:nvPr>
            <p:ph type="body" sz="quarter" idx="14" hasCustomPrompt="1"/>
          </p:nvPr>
        </p:nvSpPr>
        <p:spPr>
          <a:xfrm>
            <a:off x="8510028" y="1484313"/>
            <a:ext cx="2664000" cy="2160587"/>
          </a:xfrm>
        </p:spPr>
        <p:txBody>
          <a:bodyPr/>
          <a:lstStyle>
            <a:lvl1pPr marL="0" indent="0">
              <a:spcAft>
                <a:spcPts val="0"/>
              </a:spcAft>
              <a:buFont typeface="Arial" panose="020B0604020202020204" pitchFamily="34" charset="0"/>
              <a:buNone/>
              <a:tabLst>
                <a:tab pos="449263" algn="l"/>
              </a:tabLst>
              <a:defRPr sz="1400"/>
            </a:lvl1pPr>
            <a:lvl2pPr marL="0" indent="0">
              <a:spcAft>
                <a:spcPts val="0"/>
              </a:spcAft>
              <a:buNone/>
              <a:tabLst>
                <a:tab pos="449263" algn="l"/>
              </a:tabLst>
              <a:defRPr sz="1400" b="1"/>
            </a:lvl2pPr>
            <a:lvl3pPr marL="0" indent="0">
              <a:spcAft>
                <a:spcPts val="0"/>
              </a:spcAft>
              <a:buNone/>
              <a:tabLst>
                <a:tab pos="449263" algn="l"/>
              </a:tabLst>
              <a:defRPr sz="1400">
                <a:solidFill>
                  <a:schemeClr val="tx2"/>
                </a:solidFill>
              </a:defRPr>
            </a:lvl3pPr>
          </a:lstStyle>
          <a:p>
            <a:pPr lvl="0"/>
            <a:r>
              <a:rPr lang="en-US" noProof="0" dirty="0"/>
              <a:t>Level 1</a:t>
            </a:r>
          </a:p>
          <a:p>
            <a:pPr lvl="1"/>
            <a:r>
              <a:rPr lang="en-US" noProof="0" dirty="0"/>
              <a:t>Level 2</a:t>
            </a:r>
          </a:p>
          <a:p>
            <a:pPr lvl="2"/>
            <a:r>
              <a:rPr lang="en-US" noProof="0" dirty="0"/>
              <a:t>Level 3</a:t>
            </a:r>
          </a:p>
        </p:txBody>
      </p:sp>
      <p:sp>
        <p:nvSpPr>
          <p:cNvPr id="30" name="Bildplatzhalter 4">
            <a:extLst>
              <a:ext uri="{FF2B5EF4-FFF2-40B4-BE49-F238E27FC236}">
                <a16:creationId xmlns:a16="http://schemas.microsoft.com/office/drawing/2014/main" id="{1D6410BD-4A55-4357-845E-282A5C95EF8A}"/>
              </a:ext>
            </a:extLst>
          </p:cNvPr>
          <p:cNvSpPr>
            <a:spLocks noGrp="1"/>
          </p:cNvSpPr>
          <p:nvPr>
            <p:ph type="pic" sz="quarter" idx="15"/>
          </p:nvPr>
        </p:nvSpPr>
        <p:spPr>
          <a:xfrm>
            <a:off x="6204978" y="1484313"/>
            <a:ext cx="1872221" cy="2160587"/>
          </a:xfrm>
          <a:solidFill>
            <a:schemeClr val="bg2">
              <a:lumMod val="50000"/>
            </a:schemeClr>
          </a:solidFill>
        </p:spPr>
        <p:txBody>
          <a:bodyPr anchor="ctr"/>
          <a:lstStyle>
            <a:lvl1pPr algn="ctr">
              <a:defRPr sz="1400">
                <a:solidFill>
                  <a:schemeClr val="bg1"/>
                </a:solidFill>
              </a:defRPr>
            </a:lvl1pPr>
          </a:lstStyle>
          <a:p>
            <a:r>
              <a:rPr lang="en-US" noProof="0"/>
              <a:t>Click icon to add picture</a:t>
            </a:r>
          </a:p>
        </p:txBody>
      </p:sp>
      <p:sp>
        <p:nvSpPr>
          <p:cNvPr id="3" name="Date Placeholder 2">
            <a:extLst>
              <a:ext uri="{FF2B5EF4-FFF2-40B4-BE49-F238E27FC236}">
                <a16:creationId xmlns:a16="http://schemas.microsoft.com/office/drawing/2014/main" id="{25D2422E-C4CD-4A3A-B69D-25D6B4463A3A}"/>
              </a:ext>
            </a:extLst>
          </p:cNvPr>
          <p:cNvSpPr>
            <a:spLocks noGrp="1"/>
          </p:cNvSpPr>
          <p:nvPr>
            <p:ph type="dt" sz="half" idx="16"/>
          </p:nvPr>
        </p:nvSpPr>
        <p:spPr/>
        <p:txBody>
          <a:bodyPr/>
          <a:lstStyle/>
          <a:p>
            <a:fld id="{4AE729CA-5E3E-492A-9757-010E41590E98}" type="datetime3">
              <a:rPr lang="en-US" noProof="0" smtClean="0"/>
              <a:t>23 February 2026</a:t>
            </a:fld>
            <a:endParaRPr lang="en-US" noProof="0"/>
          </a:p>
        </p:txBody>
      </p:sp>
      <p:sp>
        <p:nvSpPr>
          <p:cNvPr id="8" name="Slide Number Placeholder 7">
            <a:extLst>
              <a:ext uri="{FF2B5EF4-FFF2-40B4-BE49-F238E27FC236}">
                <a16:creationId xmlns:a16="http://schemas.microsoft.com/office/drawing/2014/main" id="{8A0EBEF7-6725-4947-A407-42CDE302FDD3}"/>
              </a:ext>
            </a:extLst>
          </p:cNvPr>
          <p:cNvSpPr>
            <a:spLocks noGrp="1"/>
          </p:cNvSpPr>
          <p:nvPr>
            <p:ph type="sldNum" sz="quarter" idx="17"/>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2264249676"/>
      </p:ext>
    </p:extLst>
  </p:cSld>
  <p:clrMapOvr>
    <a:masterClrMapping/>
  </p:clrMapOvr>
  <p:extLst>
    <p:ext uri="{DCECCB84-F9BA-43D5-87BE-67443E8EF086}">
      <p15:sldGuideLst xmlns:p15="http://schemas.microsoft.com/office/powerpoint/2012/main">
        <p15:guide id="1" pos="1549" userDrawn="1">
          <p15:clr>
            <a:srgbClr val="FBAE40"/>
          </p15:clr>
        </p15:guide>
        <p15:guide id="2" pos="1822" userDrawn="1">
          <p15:clr>
            <a:srgbClr val="FBAE40"/>
          </p15:clr>
        </p15:guide>
        <p15:guide id="3" pos="5360" userDrawn="1">
          <p15:clr>
            <a:srgbClr val="FBAE40"/>
          </p15:clr>
        </p15:guide>
        <p15:guide id="5" orient="horz" pos="229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Schlussfolie 1 (blau)">
    <p:bg bwMode="auto">
      <p:bgPr>
        <a:solidFill>
          <a:srgbClr val="20175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4222417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828092"/>
          </a:xfrm>
        </p:spPr>
        <p:txBody>
          <a:bodyPr anchor="t" anchorCtr="0"/>
          <a:lstStyle>
            <a:lvl1pPr algn="l">
              <a:lnSpc>
                <a:spcPct val="100000"/>
              </a:lnSpc>
              <a:spcBef>
                <a:spcPts val="0"/>
              </a:spcBef>
              <a:defRPr sz="4300" b="1">
                <a:solidFill>
                  <a:schemeClr val="bg1"/>
                </a:solidFill>
              </a:defRPr>
            </a:lvl1pPr>
          </a:lstStyle>
          <a:p>
            <a:r>
              <a:rPr lang="en-US" noProof="0"/>
              <a:t>Insert Closing Phrase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284538"/>
            <a:ext cx="5401233" cy="2844800"/>
          </a:xfrm>
        </p:spPr>
        <p:txBody>
          <a:bodyPr anchor="t" anchorCtr="0"/>
          <a:lstStyle>
            <a:lvl1pPr marL="0" indent="0" algn="l">
              <a:lnSpc>
                <a:spcPct val="100000"/>
              </a:lnSpc>
              <a:spcBef>
                <a:spcPts val="0"/>
              </a:spcBef>
              <a:spcAft>
                <a:spcPts val="0"/>
              </a:spcAft>
              <a:buNone/>
              <a:defRPr sz="1400">
                <a:solidFill>
                  <a:schemeClr val="bg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Insert Contact Data</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800993" y="-487273"/>
            <a:ext cx="816102" cy="1625346"/>
          </a:xfrm>
          <a:prstGeom prst="rect">
            <a:avLst/>
          </a:prstGeom>
        </p:spPr>
      </p:pic>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604973" y="476936"/>
            <a:ext cx="3630623" cy="329870"/>
          </a:xfrm>
          <a:prstGeom prst="rect">
            <a:avLst/>
          </a:prstGeom>
        </p:spPr>
      </p:pic>
      <p:grpSp>
        <p:nvGrpSpPr>
          <p:cNvPr id="23" name="Gruppieren 22">
            <a:extLst>
              <a:ext uri="{FF2B5EF4-FFF2-40B4-BE49-F238E27FC236}">
                <a16:creationId xmlns:a16="http://schemas.microsoft.com/office/drawing/2014/main" id="{2B7CD771-7FC5-43BF-BFEA-E91B045375DA}"/>
              </a:ext>
            </a:extLst>
          </p:cNvPr>
          <p:cNvGrpSpPr>
            <a:grpSpLocks noChangeAspect="1"/>
          </p:cNvGrpSpPr>
          <p:nvPr userDrawn="1"/>
        </p:nvGrpSpPr>
        <p:grpSpPr bwMode="gray">
          <a:xfrm>
            <a:off x="6793836" y="2059632"/>
            <a:ext cx="5398164" cy="4798368"/>
            <a:chOff x="1631504" y="1916832"/>
            <a:chExt cx="4286250" cy="3810000"/>
          </a:xfrm>
        </p:grpSpPr>
        <p:sp>
          <p:nvSpPr>
            <p:cNvPr id="24" name="Freihandform: Form 23">
              <a:extLst>
                <a:ext uri="{FF2B5EF4-FFF2-40B4-BE49-F238E27FC236}">
                  <a16:creationId xmlns:a16="http://schemas.microsoft.com/office/drawing/2014/main" id="{CB87BE1D-5BCC-4B2D-A157-B5B82572D2D4}"/>
                </a:ext>
              </a:extLst>
            </p:cNvPr>
            <p:cNvSpPr/>
            <p:nvPr/>
          </p:nvSpPr>
          <p:spPr bwMode="gray">
            <a:xfrm>
              <a:off x="3536504" y="2393082"/>
              <a:ext cx="952500" cy="952500"/>
            </a:xfrm>
            <a:custGeom>
              <a:avLst/>
              <a:gdLst>
                <a:gd name="connsiteX0" fmla="*/ 0 w 952500"/>
                <a:gd name="connsiteY0" fmla="*/ 0 h 952500"/>
                <a:gd name="connsiteX1" fmla="*/ 952500 w 952500"/>
                <a:gd name="connsiteY1" fmla="*/ 0 h 952500"/>
                <a:gd name="connsiteX2" fmla="*/ 0 w 952500"/>
                <a:gd name="connsiteY2" fmla="*/ 952500 h 952500"/>
              </a:gdLst>
              <a:ahLst/>
              <a:cxnLst>
                <a:cxn ang="0">
                  <a:pos x="connsiteX0" y="connsiteY0"/>
                </a:cxn>
                <a:cxn ang="0">
                  <a:pos x="connsiteX1" y="connsiteY1"/>
                </a:cxn>
                <a:cxn ang="0">
                  <a:pos x="connsiteX2" y="connsiteY2"/>
                </a:cxn>
              </a:cxnLst>
              <a:rect l="l" t="t" r="r" b="b"/>
              <a:pathLst>
                <a:path w="952500" h="952500">
                  <a:moveTo>
                    <a:pt x="0" y="0"/>
                  </a:moveTo>
                  <a:lnTo>
                    <a:pt x="952500" y="0"/>
                  </a:lnTo>
                  <a:lnTo>
                    <a:pt x="0" y="952500"/>
                  </a:lnTo>
                  <a:close/>
                </a:path>
              </a:pathLst>
            </a:custGeom>
            <a:solidFill>
              <a:srgbClr val="FFFFFF"/>
            </a:solidFill>
            <a:ln w="9525" cap="flat">
              <a:noFill/>
              <a:prstDash val="solid"/>
              <a:miter/>
            </a:ln>
          </p:spPr>
          <p:txBody>
            <a:bodyPr rtlCol="0" anchor="ctr"/>
            <a:lstStyle/>
            <a:p>
              <a:endParaRPr lang="en-US" noProof="0"/>
            </a:p>
          </p:txBody>
        </p:sp>
        <p:sp>
          <p:nvSpPr>
            <p:cNvPr id="26" name="Freihandform: Form 25">
              <a:extLst>
                <a:ext uri="{FF2B5EF4-FFF2-40B4-BE49-F238E27FC236}">
                  <a16:creationId xmlns:a16="http://schemas.microsoft.com/office/drawing/2014/main" id="{9114E78E-1106-48E6-A1F0-2DFA201B8635}"/>
                </a:ext>
              </a:extLst>
            </p:cNvPr>
            <p:cNvSpPr/>
            <p:nvPr/>
          </p:nvSpPr>
          <p:spPr bwMode="gray">
            <a:xfrm>
              <a:off x="1631504" y="2869332"/>
              <a:ext cx="952500" cy="1428750"/>
            </a:xfrm>
            <a:custGeom>
              <a:avLst/>
              <a:gdLst>
                <a:gd name="connsiteX0" fmla="*/ 476250 w 952500"/>
                <a:gd name="connsiteY0" fmla="*/ 0 h 1428750"/>
                <a:gd name="connsiteX1" fmla="*/ 0 w 952500"/>
                <a:gd name="connsiteY1" fmla="*/ 476250 h 1428750"/>
                <a:gd name="connsiteX2" fmla="*/ 0 w 952500"/>
                <a:gd name="connsiteY2" fmla="*/ 1428750 h 1428750"/>
                <a:gd name="connsiteX3" fmla="*/ 952500 w 952500"/>
                <a:gd name="connsiteY3" fmla="*/ 1428750 h 1428750"/>
                <a:gd name="connsiteX4" fmla="*/ 952500 w 952500"/>
                <a:gd name="connsiteY4" fmla="*/ 476250 h 1428750"/>
                <a:gd name="connsiteX5" fmla="*/ 476250 w 952500"/>
                <a:gd name="connsiteY5"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428750">
                  <a:moveTo>
                    <a:pt x="476250" y="0"/>
                  </a:moveTo>
                  <a:cubicBezTo>
                    <a:pt x="213265" y="0"/>
                    <a:pt x="0" y="213265"/>
                    <a:pt x="0" y="476250"/>
                  </a:cubicBezTo>
                  <a:lnTo>
                    <a:pt x="0" y="1428750"/>
                  </a:lnTo>
                  <a:lnTo>
                    <a:pt x="952500" y="1428750"/>
                  </a:lnTo>
                  <a:lnTo>
                    <a:pt x="952500" y="476250"/>
                  </a:lnTo>
                  <a:cubicBezTo>
                    <a:pt x="952500" y="213265"/>
                    <a:pt x="739235" y="0"/>
                    <a:pt x="476250" y="0"/>
                  </a:cubicBezTo>
                  <a:close/>
                </a:path>
              </a:pathLst>
            </a:custGeom>
            <a:gradFill>
              <a:gsLst>
                <a:gs pos="20000">
                  <a:srgbClr val="00CE7D"/>
                </a:gs>
                <a:gs pos="100000">
                  <a:srgbClr val="201751"/>
                </a:gs>
              </a:gsLst>
              <a:lin ang="5400000" scaled="1"/>
            </a:gradFill>
            <a:ln w="9525" cap="flat">
              <a:noFill/>
              <a:prstDash val="solid"/>
              <a:miter/>
            </a:ln>
          </p:spPr>
          <p:txBody>
            <a:bodyPr rtlCol="0" anchor="ctr"/>
            <a:lstStyle/>
            <a:p>
              <a:endParaRPr lang="en-US" noProof="0"/>
            </a:p>
          </p:txBody>
        </p:sp>
        <p:sp>
          <p:nvSpPr>
            <p:cNvPr id="27" name="Freihandform: Form 26">
              <a:extLst>
                <a:ext uri="{FF2B5EF4-FFF2-40B4-BE49-F238E27FC236}">
                  <a16:creationId xmlns:a16="http://schemas.microsoft.com/office/drawing/2014/main" id="{0C316EA6-55AF-40C5-AC64-E996B2E4C425}"/>
                </a:ext>
              </a:extLst>
            </p:cNvPr>
            <p:cNvSpPr/>
            <p:nvPr/>
          </p:nvSpPr>
          <p:spPr bwMode="gray">
            <a:xfrm>
              <a:off x="1631504" y="4298082"/>
              <a:ext cx="1428750" cy="1428750"/>
            </a:xfrm>
            <a:custGeom>
              <a:avLst/>
              <a:gdLst>
                <a:gd name="connsiteX0" fmla="*/ 1428750 w 1428750"/>
                <a:gd name="connsiteY0" fmla="*/ 1428750 h 1428750"/>
                <a:gd name="connsiteX1" fmla="*/ 0 w 1428750"/>
                <a:gd name="connsiteY1" fmla="*/ 0 h 1428750"/>
                <a:gd name="connsiteX2" fmla="*/ 0 w 1428750"/>
                <a:gd name="connsiteY2" fmla="*/ 952500 h 1428750"/>
                <a:gd name="connsiteX3" fmla="*/ 476250 w 1428750"/>
                <a:gd name="connsiteY3" fmla="*/ 1428750 h 1428750"/>
              </a:gdLst>
              <a:ahLst/>
              <a:cxnLst>
                <a:cxn ang="0">
                  <a:pos x="connsiteX0" y="connsiteY0"/>
                </a:cxn>
                <a:cxn ang="0">
                  <a:pos x="connsiteX1" y="connsiteY1"/>
                </a:cxn>
                <a:cxn ang="0">
                  <a:pos x="connsiteX2" y="connsiteY2"/>
                </a:cxn>
                <a:cxn ang="0">
                  <a:pos x="connsiteX3" y="connsiteY3"/>
                </a:cxn>
              </a:cxnLst>
              <a:rect l="l" t="t" r="r" b="b"/>
              <a:pathLst>
                <a:path w="1428750" h="1428750">
                  <a:moveTo>
                    <a:pt x="1428750" y="1428750"/>
                  </a:moveTo>
                  <a:lnTo>
                    <a:pt x="0" y="0"/>
                  </a:lnTo>
                  <a:lnTo>
                    <a:pt x="0" y="952500"/>
                  </a:lnTo>
                  <a:lnTo>
                    <a:pt x="476250" y="1428750"/>
                  </a:lnTo>
                  <a:close/>
                </a:path>
              </a:pathLst>
            </a:custGeom>
            <a:solidFill>
              <a:srgbClr val="FFFFFF"/>
            </a:solidFill>
            <a:ln w="9525" cap="flat">
              <a:noFill/>
              <a:prstDash val="solid"/>
              <a:miter/>
            </a:ln>
          </p:spPr>
          <p:txBody>
            <a:bodyPr rtlCol="0" anchor="ctr"/>
            <a:lstStyle/>
            <a:p>
              <a:endParaRPr lang="en-US" noProof="0"/>
            </a:p>
          </p:txBody>
        </p:sp>
        <p:sp>
          <p:nvSpPr>
            <p:cNvPr id="28" name="Freihandform: Form 27">
              <a:extLst>
                <a:ext uri="{FF2B5EF4-FFF2-40B4-BE49-F238E27FC236}">
                  <a16:creationId xmlns:a16="http://schemas.microsoft.com/office/drawing/2014/main" id="{1A4E63AB-059C-4C37-96CB-B9EB5192C533}"/>
                </a:ext>
              </a:extLst>
            </p:cNvPr>
            <p:cNvSpPr/>
            <p:nvPr/>
          </p:nvSpPr>
          <p:spPr bwMode="gray">
            <a:xfrm>
              <a:off x="2584004" y="1916832"/>
              <a:ext cx="3333750" cy="3333750"/>
            </a:xfrm>
            <a:custGeom>
              <a:avLst/>
              <a:gdLst>
                <a:gd name="connsiteX0" fmla="*/ 3333750 w 3333750"/>
                <a:gd name="connsiteY0" fmla="*/ 0 h 3333750"/>
                <a:gd name="connsiteX1" fmla="*/ 952500 w 3333750"/>
                <a:gd name="connsiteY1" fmla="*/ 2381250 h 3333750"/>
                <a:gd name="connsiteX2" fmla="*/ 0 w 3333750"/>
                <a:gd name="connsiteY2" fmla="*/ 2381250 h 3333750"/>
                <a:gd name="connsiteX3" fmla="*/ 952500 w 3333750"/>
                <a:gd name="connsiteY3" fmla="*/ 3333750 h 3333750"/>
                <a:gd name="connsiteX4" fmla="*/ 3333750 w 3333750"/>
                <a:gd name="connsiteY4" fmla="*/ 952500 h 3333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50" h="3333750">
                  <a:moveTo>
                    <a:pt x="3333750" y="0"/>
                  </a:moveTo>
                  <a:lnTo>
                    <a:pt x="952500" y="2381250"/>
                  </a:lnTo>
                  <a:lnTo>
                    <a:pt x="0" y="2381250"/>
                  </a:lnTo>
                  <a:lnTo>
                    <a:pt x="952500" y="3333750"/>
                  </a:lnTo>
                  <a:lnTo>
                    <a:pt x="3333750" y="952500"/>
                  </a:lnTo>
                  <a:close/>
                </a:path>
              </a:pathLst>
            </a:custGeom>
            <a:gradFill flip="none" rotWithShape="1">
              <a:gsLst>
                <a:gs pos="20000">
                  <a:srgbClr val="00CE7D"/>
                </a:gs>
                <a:gs pos="100000">
                  <a:srgbClr val="201751"/>
                </a:gs>
              </a:gsLst>
              <a:lin ang="16200000" scaled="1"/>
              <a:tileRect/>
            </a:gradFill>
            <a:ln w="9525" cap="flat">
              <a:noFill/>
              <a:prstDash val="solid"/>
              <a:miter/>
            </a:ln>
          </p:spPr>
          <p:txBody>
            <a:bodyPr rtlCol="0" anchor="ctr"/>
            <a:lstStyle/>
            <a:p>
              <a:endParaRPr lang="en-US" noProof="0"/>
            </a:p>
          </p:txBody>
        </p:sp>
        <p:sp>
          <p:nvSpPr>
            <p:cNvPr id="29" name="Freihandform: Form 28">
              <a:extLst>
                <a:ext uri="{FF2B5EF4-FFF2-40B4-BE49-F238E27FC236}">
                  <a16:creationId xmlns:a16="http://schemas.microsoft.com/office/drawing/2014/main" id="{DF69AC47-7EBD-4D7A-9F50-9933AE315AED}"/>
                </a:ext>
              </a:extLst>
            </p:cNvPr>
            <p:cNvSpPr/>
            <p:nvPr/>
          </p:nvSpPr>
          <p:spPr bwMode="gray">
            <a:xfrm>
              <a:off x="4012754" y="3821832"/>
              <a:ext cx="1905000" cy="1905000"/>
            </a:xfrm>
            <a:custGeom>
              <a:avLst/>
              <a:gdLst>
                <a:gd name="connsiteX0" fmla="*/ 1905000 w 1905000"/>
                <a:gd name="connsiteY0" fmla="*/ 0 h 1905000"/>
                <a:gd name="connsiteX1" fmla="*/ 0 w 1905000"/>
                <a:gd name="connsiteY1" fmla="*/ 1905000 h 1905000"/>
                <a:gd name="connsiteX2" fmla="*/ 952500 w 1905000"/>
                <a:gd name="connsiteY2" fmla="*/ 1905000 h 1905000"/>
                <a:gd name="connsiteX3" fmla="*/ 1905000 w 1905000"/>
                <a:gd name="connsiteY3" fmla="*/ 952500 h 1905000"/>
              </a:gdLst>
              <a:ahLst/>
              <a:cxnLst>
                <a:cxn ang="0">
                  <a:pos x="connsiteX0" y="connsiteY0"/>
                </a:cxn>
                <a:cxn ang="0">
                  <a:pos x="connsiteX1" y="connsiteY1"/>
                </a:cxn>
                <a:cxn ang="0">
                  <a:pos x="connsiteX2" y="connsiteY2"/>
                </a:cxn>
                <a:cxn ang="0">
                  <a:pos x="connsiteX3" y="connsiteY3"/>
                </a:cxn>
              </a:cxnLst>
              <a:rect l="l" t="t" r="r" b="b"/>
              <a:pathLst>
                <a:path w="1905000" h="1905000">
                  <a:moveTo>
                    <a:pt x="1905000" y="0"/>
                  </a:moveTo>
                  <a:lnTo>
                    <a:pt x="0" y="1905000"/>
                  </a:lnTo>
                  <a:lnTo>
                    <a:pt x="952500" y="1905000"/>
                  </a:lnTo>
                  <a:lnTo>
                    <a:pt x="1905000" y="952500"/>
                  </a:lnTo>
                  <a:close/>
                </a:path>
              </a:pathLst>
            </a:custGeom>
            <a:gradFill flip="none" rotWithShape="1">
              <a:gsLst>
                <a:gs pos="20000">
                  <a:srgbClr val="00CE7D"/>
                </a:gs>
                <a:gs pos="100000">
                  <a:srgbClr val="201751"/>
                </a:gs>
              </a:gsLst>
              <a:lin ang="5400000" scaled="1"/>
              <a:tileRect/>
            </a:gradFill>
            <a:ln w="9525" cap="flat">
              <a:noFill/>
              <a:prstDash val="solid"/>
              <a:miter/>
            </a:ln>
          </p:spPr>
          <p:txBody>
            <a:bodyPr rtlCol="0" anchor="ctr"/>
            <a:lstStyle/>
            <a:p>
              <a:endParaRPr lang="en-US" noProof="0"/>
            </a:p>
          </p:txBody>
        </p:sp>
      </p:grpSp>
      <p:sp>
        <p:nvSpPr>
          <p:cNvPr id="15" name="Rechteck 14">
            <a:extLst>
              <a:ext uri="{FF2B5EF4-FFF2-40B4-BE49-F238E27FC236}">
                <a16:creationId xmlns:a16="http://schemas.microsoft.com/office/drawing/2014/main" id="{4EB0CB7E-9718-4DF4-BB58-8D22CBEA24FC}"/>
              </a:ext>
            </a:extLst>
          </p:cNvPr>
          <p:cNvSpPr/>
          <p:nvPr userDrawn="1"/>
        </p:nvSpPr>
        <p:spPr bwMode="white">
          <a:xfrm>
            <a:off x="1566654" y="6286127"/>
            <a:ext cx="1019831" cy="295337"/>
          </a:xfrm>
          <a:prstGeom prst="rect">
            <a:avLst/>
          </a:prstGeom>
        </p:spPr>
        <p:txBody>
          <a:bodyPr wrap="none">
            <a:spAutoFit/>
          </a:bodyPr>
          <a:lstStyle/>
          <a:p>
            <a:pPr>
              <a:lnSpc>
                <a:spcPct val="110000"/>
              </a:lnSpc>
            </a:pPr>
            <a:r>
              <a:rPr lang="en-US" sz="1300" b="1" noProof="0" dirty="0">
                <a:solidFill>
                  <a:schemeClr val="bg1"/>
                </a:solidFill>
                <a:cs typeface="Arial"/>
              </a:rPr>
              <a:t>eurex.com</a:t>
            </a:r>
          </a:p>
        </p:txBody>
      </p:sp>
      <p:grpSp>
        <p:nvGrpSpPr>
          <p:cNvPr id="16" name="Gruppieren 15">
            <a:extLst>
              <a:ext uri="{FF2B5EF4-FFF2-40B4-BE49-F238E27FC236}">
                <a16:creationId xmlns:a16="http://schemas.microsoft.com/office/drawing/2014/main" id="{1908C5A1-8AEE-45B3-A12E-0DF0CFA757E0}"/>
              </a:ext>
            </a:extLst>
          </p:cNvPr>
          <p:cNvGrpSpPr/>
          <p:nvPr userDrawn="1"/>
        </p:nvGrpSpPr>
        <p:grpSpPr>
          <a:xfrm>
            <a:off x="579960" y="6286127"/>
            <a:ext cx="893303" cy="292571"/>
            <a:chOff x="2553599" y="5821406"/>
            <a:chExt cx="1319408" cy="432127"/>
          </a:xfrm>
        </p:grpSpPr>
        <p:pic>
          <p:nvPicPr>
            <p:cNvPr id="17" name="Grafik 16">
              <a:extLst>
                <a:ext uri="{FF2B5EF4-FFF2-40B4-BE49-F238E27FC236}">
                  <a16:creationId xmlns:a16="http://schemas.microsoft.com/office/drawing/2014/main" id="{03B475B9-4DAA-48B0-986A-7C1D27A9CB6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23753" y="5872533"/>
              <a:ext cx="381000" cy="381000"/>
            </a:xfrm>
            <a:prstGeom prst="rect">
              <a:avLst/>
            </a:prstGeom>
          </p:spPr>
        </p:pic>
        <p:pic>
          <p:nvPicPr>
            <p:cNvPr id="18" name="Grafik 17">
              <a:extLst>
                <a:ext uri="{FF2B5EF4-FFF2-40B4-BE49-F238E27FC236}">
                  <a16:creationId xmlns:a16="http://schemas.microsoft.com/office/drawing/2014/main" id="{43527209-1CE9-45C8-B64A-C97F252A753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53599" y="5821406"/>
              <a:ext cx="381000" cy="381000"/>
            </a:xfrm>
            <a:prstGeom prst="rect">
              <a:avLst/>
            </a:prstGeom>
          </p:spPr>
        </p:pic>
        <p:pic>
          <p:nvPicPr>
            <p:cNvPr id="19" name="Grafik 18">
              <a:extLst>
                <a:ext uri="{FF2B5EF4-FFF2-40B4-BE49-F238E27FC236}">
                  <a16:creationId xmlns:a16="http://schemas.microsoft.com/office/drawing/2014/main" id="{B01DB67E-B8A2-4332-BEB0-3A023616DC3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83366" y="5826891"/>
              <a:ext cx="389641" cy="389641"/>
            </a:xfrm>
            <a:prstGeom prst="rect">
              <a:avLst/>
            </a:prstGeom>
          </p:spPr>
        </p:pic>
      </p:grpSp>
    </p:spTree>
    <p:extLst>
      <p:ext uri="{BB962C8B-B14F-4D97-AF65-F5344CB8AC3E}">
        <p14:creationId xmlns:p14="http://schemas.microsoft.com/office/powerpoint/2010/main" val="837534379"/>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Schlussfolie 1">
    <p:bg>
      <p:bgPr>
        <a:solidFill>
          <a:srgbClr val="F3F3F3"/>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39679118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828092"/>
          </a:xfrm>
        </p:spPr>
        <p:txBody>
          <a:bodyPr anchor="t" anchorCtr="0"/>
          <a:lstStyle>
            <a:lvl1pPr algn="l">
              <a:lnSpc>
                <a:spcPct val="100000"/>
              </a:lnSpc>
              <a:spcBef>
                <a:spcPts val="0"/>
              </a:spcBef>
              <a:defRPr sz="4300" b="1">
                <a:solidFill>
                  <a:schemeClr val="tx1"/>
                </a:solidFill>
              </a:defRPr>
            </a:lvl1pPr>
          </a:lstStyle>
          <a:p>
            <a:r>
              <a:rPr lang="en-US" noProof="0"/>
              <a:t>Insert Closing Phrase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284538"/>
            <a:ext cx="5401233" cy="2844800"/>
          </a:xfrm>
        </p:spPr>
        <p:txBody>
          <a:bodyPr anchor="t" anchorCtr="0"/>
          <a:lstStyle>
            <a:lvl1pPr marL="0" indent="0" algn="l">
              <a:lnSpc>
                <a:spcPct val="100000"/>
              </a:lnSpc>
              <a:spcBef>
                <a:spcPts val="0"/>
              </a:spcBef>
              <a:spcAft>
                <a:spcPts val="0"/>
              </a:spcAft>
              <a:buNone/>
              <a:defRPr sz="1400">
                <a:solidFill>
                  <a:schemeClr val="tx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Insert Contact Data</a:t>
            </a:r>
          </a:p>
        </p:txBody>
      </p:sp>
      <p:sp>
        <p:nvSpPr>
          <p:cNvPr id="15" name="Rechteck 14">
            <a:extLst>
              <a:ext uri="{FF2B5EF4-FFF2-40B4-BE49-F238E27FC236}">
                <a16:creationId xmlns:a16="http://schemas.microsoft.com/office/drawing/2014/main" id="{4EB0CB7E-9718-4DF4-BB58-8D22CBEA24FC}"/>
              </a:ext>
            </a:extLst>
          </p:cNvPr>
          <p:cNvSpPr/>
          <p:nvPr userDrawn="1"/>
        </p:nvSpPr>
        <p:spPr>
          <a:xfrm>
            <a:off x="1566654" y="6286127"/>
            <a:ext cx="1019831" cy="295337"/>
          </a:xfrm>
          <a:prstGeom prst="rect">
            <a:avLst/>
          </a:prstGeom>
        </p:spPr>
        <p:txBody>
          <a:bodyPr wrap="none">
            <a:spAutoFit/>
          </a:bodyPr>
          <a:lstStyle/>
          <a:p>
            <a:pPr>
              <a:lnSpc>
                <a:spcPct val="110000"/>
              </a:lnSpc>
            </a:pPr>
            <a:r>
              <a:rPr lang="en-US" sz="1300" b="1" noProof="0">
                <a:solidFill>
                  <a:schemeClr val="tx1"/>
                </a:solidFill>
                <a:cs typeface="Arial"/>
              </a:rPr>
              <a:t>eurex.com</a:t>
            </a:r>
          </a:p>
        </p:txBody>
      </p:sp>
      <p:grpSp>
        <p:nvGrpSpPr>
          <p:cNvPr id="20" name="Gruppieren 19">
            <a:extLst>
              <a:ext uri="{FF2B5EF4-FFF2-40B4-BE49-F238E27FC236}">
                <a16:creationId xmlns:a16="http://schemas.microsoft.com/office/drawing/2014/main" id="{2E8658D4-18AC-47E1-BB05-BD6E4F684844}"/>
              </a:ext>
            </a:extLst>
          </p:cNvPr>
          <p:cNvGrpSpPr>
            <a:grpSpLocks noChangeAspect="1"/>
          </p:cNvGrpSpPr>
          <p:nvPr userDrawn="1"/>
        </p:nvGrpSpPr>
        <p:grpSpPr>
          <a:xfrm>
            <a:off x="6795737" y="2061321"/>
            <a:ext cx="5396263" cy="4796679"/>
            <a:chOff x="1523492" y="1772816"/>
            <a:chExt cx="4286250" cy="3810000"/>
          </a:xfrm>
        </p:grpSpPr>
        <p:sp>
          <p:nvSpPr>
            <p:cNvPr id="21" name="Freihandform: Form 20">
              <a:extLst>
                <a:ext uri="{FF2B5EF4-FFF2-40B4-BE49-F238E27FC236}">
                  <a16:creationId xmlns:a16="http://schemas.microsoft.com/office/drawing/2014/main" id="{B80A6452-C4C0-4689-9D82-D012C6062047}"/>
                </a:ext>
              </a:extLst>
            </p:cNvPr>
            <p:cNvSpPr/>
            <p:nvPr/>
          </p:nvSpPr>
          <p:spPr>
            <a:xfrm>
              <a:off x="3428492" y="2249066"/>
              <a:ext cx="952500" cy="952500"/>
            </a:xfrm>
            <a:custGeom>
              <a:avLst/>
              <a:gdLst>
                <a:gd name="connsiteX0" fmla="*/ 0 w 952500"/>
                <a:gd name="connsiteY0" fmla="*/ 0 h 952500"/>
                <a:gd name="connsiteX1" fmla="*/ 952500 w 952500"/>
                <a:gd name="connsiteY1" fmla="*/ 0 h 952500"/>
                <a:gd name="connsiteX2" fmla="*/ 0 w 952500"/>
                <a:gd name="connsiteY2" fmla="*/ 952500 h 952500"/>
              </a:gdLst>
              <a:ahLst/>
              <a:cxnLst>
                <a:cxn ang="0">
                  <a:pos x="connsiteX0" y="connsiteY0"/>
                </a:cxn>
                <a:cxn ang="0">
                  <a:pos x="connsiteX1" y="connsiteY1"/>
                </a:cxn>
                <a:cxn ang="0">
                  <a:pos x="connsiteX2" y="connsiteY2"/>
                </a:cxn>
              </a:cxnLst>
              <a:rect l="l" t="t" r="r" b="b"/>
              <a:pathLst>
                <a:path w="952500" h="952500">
                  <a:moveTo>
                    <a:pt x="0" y="0"/>
                  </a:moveTo>
                  <a:lnTo>
                    <a:pt x="952500" y="0"/>
                  </a:lnTo>
                  <a:lnTo>
                    <a:pt x="0" y="952500"/>
                  </a:lnTo>
                  <a:close/>
                </a:path>
              </a:pathLst>
            </a:custGeom>
            <a:solidFill>
              <a:srgbClr val="201751"/>
            </a:solidFill>
            <a:ln w="9525" cap="flat">
              <a:noFill/>
              <a:prstDash val="solid"/>
              <a:miter/>
            </a:ln>
          </p:spPr>
          <p:txBody>
            <a:bodyPr rtlCol="0" anchor="ctr"/>
            <a:lstStyle/>
            <a:p>
              <a:endParaRPr lang="en-US" noProof="0"/>
            </a:p>
          </p:txBody>
        </p:sp>
        <p:sp>
          <p:nvSpPr>
            <p:cNvPr id="22" name="Freihandform: Form 21">
              <a:extLst>
                <a:ext uri="{FF2B5EF4-FFF2-40B4-BE49-F238E27FC236}">
                  <a16:creationId xmlns:a16="http://schemas.microsoft.com/office/drawing/2014/main" id="{C6B87D13-2E44-488B-8720-15BDDC34C439}"/>
                </a:ext>
              </a:extLst>
            </p:cNvPr>
            <p:cNvSpPr/>
            <p:nvPr/>
          </p:nvSpPr>
          <p:spPr>
            <a:xfrm>
              <a:off x="1523492" y="2725316"/>
              <a:ext cx="952500" cy="1428750"/>
            </a:xfrm>
            <a:custGeom>
              <a:avLst/>
              <a:gdLst>
                <a:gd name="connsiteX0" fmla="*/ 476250 w 952500"/>
                <a:gd name="connsiteY0" fmla="*/ 0 h 1428750"/>
                <a:gd name="connsiteX1" fmla="*/ 0 w 952500"/>
                <a:gd name="connsiteY1" fmla="*/ 476250 h 1428750"/>
                <a:gd name="connsiteX2" fmla="*/ 0 w 952500"/>
                <a:gd name="connsiteY2" fmla="*/ 1428750 h 1428750"/>
                <a:gd name="connsiteX3" fmla="*/ 952500 w 952500"/>
                <a:gd name="connsiteY3" fmla="*/ 1428750 h 1428750"/>
                <a:gd name="connsiteX4" fmla="*/ 952500 w 952500"/>
                <a:gd name="connsiteY4" fmla="*/ 476250 h 1428750"/>
                <a:gd name="connsiteX5" fmla="*/ 476250 w 952500"/>
                <a:gd name="connsiteY5" fmla="*/ 0 h 142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428750">
                  <a:moveTo>
                    <a:pt x="476250" y="0"/>
                  </a:moveTo>
                  <a:cubicBezTo>
                    <a:pt x="213265" y="0"/>
                    <a:pt x="0" y="213265"/>
                    <a:pt x="0" y="476250"/>
                  </a:cubicBezTo>
                  <a:lnTo>
                    <a:pt x="0" y="1428750"/>
                  </a:lnTo>
                  <a:lnTo>
                    <a:pt x="952500" y="1428750"/>
                  </a:lnTo>
                  <a:lnTo>
                    <a:pt x="952500" y="476250"/>
                  </a:lnTo>
                  <a:cubicBezTo>
                    <a:pt x="952500" y="213265"/>
                    <a:pt x="739235" y="0"/>
                    <a:pt x="476250" y="0"/>
                  </a:cubicBezTo>
                  <a:close/>
                </a:path>
              </a:pathLst>
            </a:custGeom>
            <a:gradFill>
              <a:gsLst>
                <a:gs pos="20000">
                  <a:srgbClr val="201751"/>
                </a:gs>
                <a:gs pos="100000">
                  <a:srgbClr val="F3F3F3"/>
                </a:gs>
              </a:gsLst>
              <a:lin ang="5400000" scaled="1"/>
            </a:gradFill>
            <a:ln w="9525" cap="flat">
              <a:noFill/>
              <a:prstDash val="solid"/>
              <a:miter/>
            </a:ln>
          </p:spPr>
          <p:txBody>
            <a:bodyPr rtlCol="0" anchor="ctr"/>
            <a:lstStyle/>
            <a:p>
              <a:endParaRPr lang="en-US" noProof="0"/>
            </a:p>
          </p:txBody>
        </p:sp>
        <p:sp>
          <p:nvSpPr>
            <p:cNvPr id="25" name="Freihandform: Form 24">
              <a:extLst>
                <a:ext uri="{FF2B5EF4-FFF2-40B4-BE49-F238E27FC236}">
                  <a16:creationId xmlns:a16="http://schemas.microsoft.com/office/drawing/2014/main" id="{8E2F3DBB-D667-4CFF-A200-6DE864AE4012}"/>
                </a:ext>
              </a:extLst>
            </p:cNvPr>
            <p:cNvSpPr/>
            <p:nvPr/>
          </p:nvSpPr>
          <p:spPr>
            <a:xfrm>
              <a:off x="1523492" y="4154066"/>
              <a:ext cx="1428750" cy="1428750"/>
            </a:xfrm>
            <a:custGeom>
              <a:avLst/>
              <a:gdLst>
                <a:gd name="connsiteX0" fmla="*/ 1428750 w 1428750"/>
                <a:gd name="connsiteY0" fmla="*/ 1428750 h 1428750"/>
                <a:gd name="connsiteX1" fmla="*/ 0 w 1428750"/>
                <a:gd name="connsiteY1" fmla="*/ 0 h 1428750"/>
                <a:gd name="connsiteX2" fmla="*/ 0 w 1428750"/>
                <a:gd name="connsiteY2" fmla="*/ 952500 h 1428750"/>
                <a:gd name="connsiteX3" fmla="*/ 476250 w 1428750"/>
                <a:gd name="connsiteY3" fmla="*/ 1428750 h 1428750"/>
              </a:gdLst>
              <a:ahLst/>
              <a:cxnLst>
                <a:cxn ang="0">
                  <a:pos x="connsiteX0" y="connsiteY0"/>
                </a:cxn>
                <a:cxn ang="0">
                  <a:pos x="connsiteX1" y="connsiteY1"/>
                </a:cxn>
                <a:cxn ang="0">
                  <a:pos x="connsiteX2" y="connsiteY2"/>
                </a:cxn>
                <a:cxn ang="0">
                  <a:pos x="connsiteX3" y="connsiteY3"/>
                </a:cxn>
              </a:cxnLst>
              <a:rect l="l" t="t" r="r" b="b"/>
              <a:pathLst>
                <a:path w="1428750" h="1428750">
                  <a:moveTo>
                    <a:pt x="1428750" y="1428750"/>
                  </a:moveTo>
                  <a:lnTo>
                    <a:pt x="0" y="0"/>
                  </a:lnTo>
                  <a:lnTo>
                    <a:pt x="0" y="952500"/>
                  </a:lnTo>
                  <a:lnTo>
                    <a:pt x="476250" y="1428750"/>
                  </a:lnTo>
                  <a:close/>
                </a:path>
              </a:pathLst>
            </a:custGeom>
            <a:solidFill>
              <a:srgbClr val="201751"/>
            </a:solidFill>
            <a:ln w="9525" cap="flat">
              <a:noFill/>
              <a:prstDash val="solid"/>
              <a:miter/>
            </a:ln>
          </p:spPr>
          <p:txBody>
            <a:bodyPr rtlCol="0" anchor="ctr"/>
            <a:lstStyle/>
            <a:p>
              <a:endParaRPr lang="en-US" noProof="0"/>
            </a:p>
          </p:txBody>
        </p:sp>
        <p:sp>
          <p:nvSpPr>
            <p:cNvPr id="30" name="Freihandform: Form 29">
              <a:extLst>
                <a:ext uri="{FF2B5EF4-FFF2-40B4-BE49-F238E27FC236}">
                  <a16:creationId xmlns:a16="http://schemas.microsoft.com/office/drawing/2014/main" id="{AC59F40D-BFD8-4484-B9DB-E0B4B94CBD66}"/>
                </a:ext>
              </a:extLst>
            </p:cNvPr>
            <p:cNvSpPr/>
            <p:nvPr/>
          </p:nvSpPr>
          <p:spPr>
            <a:xfrm>
              <a:off x="2475992" y="1772816"/>
              <a:ext cx="3333750" cy="3333750"/>
            </a:xfrm>
            <a:custGeom>
              <a:avLst/>
              <a:gdLst>
                <a:gd name="connsiteX0" fmla="*/ 3333750 w 3333750"/>
                <a:gd name="connsiteY0" fmla="*/ 0 h 3333750"/>
                <a:gd name="connsiteX1" fmla="*/ 952500 w 3333750"/>
                <a:gd name="connsiteY1" fmla="*/ 2381250 h 3333750"/>
                <a:gd name="connsiteX2" fmla="*/ 0 w 3333750"/>
                <a:gd name="connsiteY2" fmla="*/ 2381250 h 3333750"/>
                <a:gd name="connsiteX3" fmla="*/ 952500 w 3333750"/>
                <a:gd name="connsiteY3" fmla="*/ 3333750 h 3333750"/>
                <a:gd name="connsiteX4" fmla="*/ 3333750 w 3333750"/>
                <a:gd name="connsiteY4" fmla="*/ 952500 h 3333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50" h="3333750">
                  <a:moveTo>
                    <a:pt x="3333750" y="0"/>
                  </a:moveTo>
                  <a:lnTo>
                    <a:pt x="952500" y="2381250"/>
                  </a:lnTo>
                  <a:lnTo>
                    <a:pt x="0" y="2381250"/>
                  </a:lnTo>
                  <a:lnTo>
                    <a:pt x="952500" y="3333750"/>
                  </a:lnTo>
                  <a:lnTo>
                    <a:pt x="3333750" y="952500"/>
                  </a:lnTo>
                  <a:close/>
                </a:path>
              </a:pathLst>
            </a:custGeom>
            <a:gradFill flip="none" rotWithShape="1">
              <a:gsLst>
                <a:gs pos="0">
                  <a:srgbClr val="F3F3F3"/>
                </a:gs>
                <a:gs pos="40000">
                  <a:srgbClr val="00CE7D"/>
                </a:gs>
              </a:gsLst>
              <a:lin ang="10800000" scaled="1"/>
              <a:tileRect/>
            </a:gradFill>
            <a:ln w="9525" cap="flat">
              <a:noFill/>
              <a:prstDash val="solid"/>
              <a:miter/>
            </a:ln>
          </p:spPr>
          <p:txBody>
            <a:bodyPr rtlCol="0" anchor="ctr"/>
            <a:lstStyle/>
            <a:p>
              <a:endParaRPr lang="en-US" noProof="0"/>
            </a:p>
          </p:txBody>
        </p:sp>
        <p:sp>
          <p:nvSpPr>
            <p:cNvPr id="31" name="Freihandform: Form 30">
              <a:extLst>
                <a:ext uri="{FF2B5EF4-FFF2-40B4-BE49-F238E27FC236}">
                  <a16:creationId xmlns:a16="http://schemas.microsoft.com/office/drawing/2014/main" id="{B9386CE8-8182-4603-A8F8-3E0FDA3C35AF}"/>
                </a:ext>
              </a:extLst>
            </p:cNvPr>
            <p:cNvSpPr/>
            <p:nvPr/>
          </p:nvSpPr>
          <p:spPr>
            <a:xfrm>
              <a:off x="3904742" y="3677816"/>
              <a:ext cx="1905000" cy="1905000"/>
            </a:xfrm>
            <a:custGeom>
              <a:avLst/>
              <a:gdLst>
                <a:gd name="connsiteX0" fmla="*/ 1905000 w 1905000"/>
                <a:gd name="connsiteY0" fmla="*/ 0 h 1905000"/>
                <a:gd name="connsiteX1" fmla="*/ 0 w 1905000"/>
                <a:gd name="connsiteY1" fmla="*/ 1905000 h 1905000"/>
                <a:gd name="connsiteX2" fmla="*/ 952500 w 1905000"/>
                <a:gd name="connsiteY2" fmla="*/ 1905000 h 1905000"/>
                <a:gd name="connsiteX3" fmla="*/ 1905000 w 1905000"/>
                <a:gd name="connsiteY3" fmla="*/ 952500 h 1905000"/>
              </a:gdLst>
              <a:ahLst/>
              <a:cxnLst>
                <a:cxn ang="0">
                  <a:pos x="connsiteX0" y="connsiteY0"/>
                </a:cxn>
                <a:cxn ang="0">
                  <a:pos x="connsiteX1" y="connsiteY1"/>
                </a:cxn>
                <a:cxn ang="0">
                  <a:pos x="connsiteX2" y="connsiteY2"/>
                </a:cxn>
                <a:cxn ang="0">
                  <a:pos x="connsiteX3" y="connsiteY3"/>
                </a:cxn>
              </a:cxnLst>
              <a:rect l="l" t="t" r="r" b="b"/>
              <a:pathLst>
                <a:path w="1905000" h="1905000">
                  <a:moveTo>
                    <a:pt x="1905000" y="0"/>
                  </a:moveTo>
                  <a:lnTo>
                    <a:pt x="0" y="1905000"/>
                  </a:lnTo>
                  <a:lnTo>
                    <a:pt x="952500" y="1905000"/>
                  </a:lnTo>
                  <a:lnTo>
                    <a:pt x="1905000" y="952500"/>
                  </a:lnTo>
                  <a:close/>
                </a:path>
              </a:pathLst>
            </a:custGeom>
            <a:gradFill flip="none" rotWithShape="1">
              <a:gsLst>
                <a:gs pos="0">
                  <a:srgbClr val="F3F3F3"/>
                </a:gs>
                <a:gs pos="60000">
                  <a:srgbClr val="201751"/>
                </a:gs>
              </a:gsLst>
              <a:lin ang="10800000" scaled="1"/>
              <a:tileRect/>
            </a:gradFill>
            <a:ln w="9525" cap="flat">
              <a:noFill/>
              <a:prstDash val="solid"/>
              <a:miter/>
            </a:ln>
          </p:spPr>
          <p:txBody>
            <a:bodyPr rtlCol="0" anchor="ctr"/>
            <a:lstStyle/>
            <a:p>
              <a:endParaRPr lang="en-US" noProof="0"/>
            </a:p>
          </p:txBody>
        </p:sp>
      </p:grpSp>
      <p:pic>
        <p:nvPicPr>
          <p:cNvPr id="32" name="Grafik 31">
            <a:extLst>
              <a:ext uri="{FF2B5EF4-FFF2-40B4-BE49-F238E27FC236}">
                <a16:creationId xmlns:a16="http://schemas.microsoft.com/office/drawing/2014/main" id="{1B4BDD7B-50B5-45C0-BC46-F37AF837D173}"/>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pic>
        <p:nvPicPr>
          <p:cNvPr id="33" name="Grafik 32">
            <a:extLst>
              <a:ext uri="{FF2B5EF4-FFF2-40B4-BE49-F238E27FC236}">
                <a16:creationId xmlns:a16="http://schemas.microsoft.com/office/drawing/2014/main" id="{0E1A2CB0-6D74-448A-80A4-4DC1F573C46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1200" y="476936"/>
            <a:ext cx="3638169" cy="329870"/>
          </a:xfrm>
          <a:prstGeom prst="rect">
            <a:avLst/>
          </a:prstGeom>
        </p:spPr>
      </p:pic>
      <p:grpSp>
        <p:nvGrpSpPr>
          <p:cNvPr id="39" name="Gruppieren 38">
            <a:extLst>
              <a:ext uri="{FF2B5EF4-FFF2-40B4-BE49-F238E27FC236}">
                <a16:creationId xmlns:a16="http://schemas.microsoft.com/office/drawing/2014/main" id="{D6C8C546-39C1-4CD3-B645-B9538B73CCFC}"/>
              </a:ext>
            </a:extLst>
          </p:cNvPr>
          <p:cNvGrpSpPr/>
          <p:nvPr userDrawn="1"/>
        </p:nvGrpSpPr>
        <p:grpSpPr>
          <a:xfrm>
            <a:off x="579960" y="6286132"/>
            <a:ext cx="893303" cy="292570"/>
            <a:chOff x="2553599" y="5821406"/>
            <a:chExt cx="1319408" cy="432125"/>
          </a:xfrm>
        </p:grpSpPr>
        <p:pic>
          <p:nvPicPr>
            <p:cNvPr id="40" name="Grafik 39">
              <a:extLst>
                <a:ext uri="{FF2B5EF4-FFF2-40B4-BE49-F238E27FC236}">
                  <a16:creationId xmlns:a16="http://schemas.microsoft.com/office/drawing/2014/main" id="{6DDA673D-2640-4A92-A0DE-A0590EF39FE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23753" y="5872532"/>
              <a:ext cx="380999" cy="380999"/>
            </a:xfrm>
            <a:prstGeom prst="rect">
              <a:avLst/>
            </a:prstGeom>
          </p:spPr>
        </p:pic>
        <p:pic>
          <p:nvPicPr>
            <p:cNvPr id="41" name="Grafik 40">
              <a:extLst>
                <a:ext uri="{FF2B5EF4-FFF2-40B4-BE49-F238E27FC236}">
                  <a16:creationId xmlns:a16="http://schemas.microsoft.com/office/drawing/2014/main" id="{C7C24929-B316-4465-BCDD-3C0FD35B798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553599" y="5821406"/>
              <a:ext cx="380999" cy="380999"/>
            </a:xfrm>
            <a:prstGeom prst="rect">
              <a:avLst/>
            </a:prstGeom>
          </p:spPr>
        </p:pic>
        <p:pic>
          <p:nvPicPr>
            <p:cNvPr id="42" name="Grafik 41">
              <a:extLst>
                <a:ext uri="{FF2B5EF4-FFF2-40B4-BE49-F238E27FC236}">
                  <a16:creationId xmlns:a16="http://schemas.microsoft.com/office/drawing/2014/main" id="{468E6E72-9D75-4733-8EB5-260EA76DF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483366" y="5826892"/>
              <a:ext cx="389641" cy="389641"/>
            </a:xfrm>
            <a:prstGeom prst="rect">
              <a:avLst/>
            </a:prstGeom>
          </p:spPr>
        </p:pic>
      </p:grpSp>
    </p:spTree>
    <p:extLst>
      <p:ext uri="{BB962C8B-B14F-4D97-AF65-F5344CB8AC3E}">
        <p14:creationId xmlns:p14="http://schemas.microsoft.com/office/powerpoint/2010/main" val="3032647696"/>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Schlussfolie 2 (blau)">
    <p:bg bwMode="auto">
      <p:bgPr>
        <a:solidFill>
          <a:srgbClr val="20175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7756565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828092"/>
          </a:xfrm>
        </p:spPr>
        <p:txBody>
          <a:bodyPr anchor="t" anchorCtr="0"/>
          <a:lstStyle>
            <a:lvl1pPr algn="l">
              <a:lnSpc>
                <a:spcPct val="100000"/>
              </a:lnSpc>
              <a:spcBef>
                <a:spcPts val="0"/>
              </a:spcBef>
              <a:defRPr sz="4300" b="1">
                <a:solidFill>
                  <a:schemeClr val="bg1"/>
                </a:solidFill>
              </a:defRPr>
            </a:lvl1pPr>
          </a:lstStyle>
          <a:p>
            <a:r>
              <a:rPr lang="en-US" noProof="0"/>
              <a:t>Insert Closing Phrase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284538"/>
            <a:ext cx="5401233" cy="2844800"/>
          </a:xfrm>
        </p:spPr>
        <p:txBody>
          <a:bodyPr anchor="t" anchorCtr="0"/>
          <a:lstStyle>
            <a:lvl1pPr marL="0" indent="0" algn="l">
              <a:lnSpc>
                <a:spcPct val="100000"/>
              </a:lnSpc>
              <a:spcBef>
                <a:spcPts val="0"/>
              </a:spcBef>
              <a:spcAft>
                <a:spcPts val="0"/>
              </a:spcAft>
              <a:buNone/>
              <a:defRPr sz="1400">
                <a:solidFill>
                  <a:schemeClr val="bg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Insert Contact Data</a:t>
            </a:r>
          </a:p>
        </p:txBody>
      </p:sp>
      <p:pic>
        <p:nvPicPr>
          <p:cNvPr id="14" name="Grafik 13">
            <a:extLst>
              <a:ext uri="{FF2B5EF4-FFF2-40B4-BE49-F238E27FC236}">
                <a16:creationId xmlns:a16="http://schemas.microsoft.com/office/drawing/2014/main" id="{B69EFF50-DC8F-4D45-B659-61221D419A3B}"/>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800993" y="-487273"/>
            <a:ext cx="816102" cy="1625346"/>
          </a:xfrm>
          <a:prstGeom prst="rect">
            <a:avLst/>
          </a:prstGeom>
        </p:spPr>
      </p:pic>
      <p:pic>
        <p:nvPicPr>
          <p:cNvPr id="38" name="Grafik 37">
            <a:extLst>
              <a:ext uri="{FF2B5EF4-FFF2-40B4-BE49-F238E27FC236}">
                <a16:creationId xmlns:a16="http://schemas.microsoft.com/office/drawing/2014/main" id="{7E81EE69-1B45-4EBF-B7F2-9648BE3DB9D8}"/>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604973" y="476936"/>
            <a:ext cx="3630623" cy="329870"/>
          </a:xfrm>
          <a:prstGeom prst="rect">
            <a:avLst/>
          </a:prstGeom>
        </p:spPr>
      </p:pic>
      <p:sp>
        <p:nvSpPr>
          <p:cNvPr id="15" name="Rechteck 14">
            <a:extLst>
              <a:ext uri="{FF2B5EF4-FFF2-40B4-BE49-F238E27FC236}">
                <a16:creationId xmlns:a16="http://schemas.microsoft.com/office/drawing/2014/main" id="{4EB0CB7E-9718-4DF4-BB58-8D22CBEA24FC}"/>
              </a:ext>
            </a:extLst>
          </p:cNvPr>
          <p:cNvSpPr/>
          <p:nvPr userDrawn="1"/>
        </p:nvSpPr>
        <p:spPr bwMode="white">
          <a:xfrm>
            <a:off x="1566654" y="6286127"/>
            <a:ext cx="1019831" cy="295337"/>
          </a:xfrm>
          <a:prstGeom prst="rect">
            <a:avLst/>
          </a:prstGeom>
        </p:spPr>
        <p:txBody>
          <a:bodyPr wrap="none">
            <a:spAutoFit/>
          </a:bodyPr>
          <a:lstStyle/>
          <a:p>
            <a:pPr>
              <a:lnSpc>
                <a:spcPct val="110000"/>
              </a:lnSpc>
            </a:pPr>
            <a:r>
              <a:rPr lang="en-US" sz="1300" b="1" noProof="0" dirty="0">
                <a:solidFill>
                  <a:schemeClr val="bg1"/>
                </a:solidFill>
                <a:cs typeface="Arial"/>
              </a:rPr>
              <a:t>eurex.com</a:t>
            </a:r>
          </a:p>
        </p:txBody>
      </p:sp>
      <p:grpSp>
        <p:nvGrpSpPr>
          <p:cNvPr id="16" name="Gruppieren 15">
            <a:extLst>
              <a:ext uri="{FF2B5EF4-FFF2-40B4-BE49-F238E27FC236}">
                <a16:creationId xmlns:a16="http://schemas.microsoft.com/office/drawing/2014/main" id="{1908C5A1-8AEE-45B3-A12E-0DF0CFA757E0}"/>
              </a:ext>
            </a:extLst>
          </p:cNvPr>
          <p:cNvGrpSpPr/>
          <p:nvPr userDrawn="1"/>
        </p:nvGrpSpPr>
        <p:grpSpPr>
          <a:xfrm>
            <a:off x="579960" y="6286127"/>
            <a:ext cx="893303" cy="292571"/>
            <a:chOff x="2553599" y="5821406"/>
            <a:chExt cx="1319408" cy="432127"/>
          </a:xfrm>
        </p:grpSpPr>
        <p:pic>
          <p:nvPicPr>
            <p:cNvPr id="17" name="Grafik 16">
              <a:extLst>
                <a:ext uri="{FF2B5EF4-FFF2-40B4-BE49-F238E27FC236}">
                  <a16:creationId xmlns:a16="http://schemas.microsoft.com/office/drawing/2014/main" id="{03B475B9-4DAA-48B0-986A-7C1D27A9CB6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23753" y="5872533"/>
              <a:ext cx="381000" cy="381000"/>
            </a:xfrm>
            <a:prstGeom prst="rect">
              <a:avLst/>
            </a:prstGeom>
          </p:spPr>
        </p:pic>
        <p:pic>
          <p:nvPicPr>
            <p:cNvPr id="18" name="Grafik 17">
              <a:extLst>
                <a:ext uri="{FF2B5EF4-FFF2-40B4-BE49-F238E27FC236}">
                  <a16:creationId xmlns:a16="http://schemas.microsoft.com/office/drawing/2014/main" id="{43527209-1CE9-45C8-B64A-C97F252A753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53599" y="5821406"/>
              <a:ext cx="381000" cy="381000"/>
            </a:xfrm>
            <a:prstGeom prst="rect">
              <a:avLst/>
            </a:prstGeom>
          </p:spPr>
        </p:pic>
        <p:pic>
          <p:nvPicPr>
            <p:cNvPr id="19" name="Grafik 18">
              <a:extLst>
                <a:ext uri="{FF2B5EF4-FFF2-40B4-BE49-F238E27FC236}">
                  <a16:creationId xmlns:a16="http://schemas.microsoft.com/office/drawing/2014/main" id="{B01DB67E-B8A2-4332-BEB0-3A023616DC3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83366" y="5826891"/>
              <a:ext cx="389641" cy="389641"/>
            </a:xfrm>
            <a:prstGeom prst="rect">
              <a:avLst/>
            </a:prstGeom>
          </p:spPr>
        </p:pic>
      </p:grpSp>
      <p:grpSp>
        <p:nvGrpSpPr>
          <p:cNvPr id="20" name="Gruppieren 19">
            <a:extLst>
              <a:ext uri="{FF2B5EF4-FFF2-40B4-BE49-F238E27FC236}">
                <a16:creationId xmlns:a16="http://schemas.microsoft.com/office/drawing/2014/main" id="{6769E7C5-C0E1-48CD-9388-6F2008D55272}"/>
              </a:ext>
            </a:extLst>
          </p:cNvPr>
          <p:cNvGrpSpPr>
            <a:grpSpLocks noChangeAspect="1"/>
          </p:cNvGrpSpPr>
          <p:nvPr userDrawn="1"/>
        </p:nvGrpSpPr>
        <p:grpSpPr bwMode="gray">
          <a:xfrm>
            <a:off x="9334500" y="3238500"/>
            <a:ext cx="2857500" cy="3619500"/>
            <a:chOff x="3611724" y="1974857"/>
            <a:chExt cx="2857500" cy="3619500"/>
          </a:xfrm>
        </p:grpSpPr>
        <p:sp>
          <p:nvSpPr>
            <p:cNvPr id="21" name="Freihandform: Form 20">
              <a:extLst>
                <a:ext uri="{FF2B5EF4-FFF2-40B4-BE49-F238E27FC236}">
                  <a16:creationId xmlns:a16="http://schemas.microsoft.com/office/drawing/2014/main" id="{7304EB86-5EEA-438D-B39C-697E03DEBDAC}"/>
                </a:ext>
              </a:extLst>
            </p:cNvPr>
            <p:cNvSpPr/>
            <p:nvPr/>
          </p:nvSpPr>
          <p:spPr bwMode="gray">
            <a:xfrm>
              <a:off x="3611724" y="3879857"/>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solidFill>
              <a:srgbClr val="00CE7D"/>
            </a:solidFill>
            <a:ln w="9525" cap="flat">
              <a:noFill/>
              <a:prstDash val="solid"/>
              <a:miter/>
            </a:ln>
          </p:spPr>
          <p:txBody>
            <a:bodyPr rtlCol="0" anchor="ctr"/>
            <a:lstStyle/>
            <a:p>
              <a:endParaRPr lang="en-US" noProof="0"/>
            </a:p>
          </p:txBody>
        </p:sp>
        <p:sp>
          <p:nvSpPr>
            <p:cNvPr id="22" name="Freihandform: Form 21">
              <a:extLst>
                <a:ext uri="{FF2B5EF4-FFF2-40B4-BE49-F238E27FC236}">
                  <a16:creationId xmlns:a16="http://schemas.microsoft.com/office/drawing/2014/main" id="{38F723E8-3D83-4C80-8A6C-D974206A31D6}"/>
                </a:ext>
              </a:extLst>
            </p:cNvPr>
            <p:cNvSpPr/>
            <p:nvPr/>
          </p:nvSpPr>
          <p:spPr bwMode="gray">
            <a:xfrm>
              <a:off x="4564224" y="3879857"/>
              <a:ext cx="952500" cy="1714500"/>
            </a:xfrm>
            <a:custGeom>
              <a:avLst/>
              <a:gdLst>
                <a:gd name="connsiteX0" fmla="*/ 95 w 952500"/>
                <a:gd name="connsiteY0" fmla="*/ 952405 h 1714500"/>
                <a:gd name="connsiteX1" fmla="*/ 0 w 952500"/>
                <a:gd name="connsiteY1" fmla="*/ 952405 h 1714500"/>
                <a:gd name="connsiteX2" fmla="*/ 0 w 952500"/>
                <a:gd name="connsiteY2" fmla="*/ 1714500 h 1714500"/>
                <a:gd name="connsiteX3" fmla="*/ 952500 w 952500"/>
                <a:gd name="connsiteY3" fmla="*/ 1714500 h 1714500"/>
                <a:gd name="connsiteX4" fmla="*/ 952500 w 952500"/>
                <a:gd name="connsiteY4" fmla="*/ 0 h 1714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0" h="1714500">
                  <a:moveTo>
                    <a:pt x="95" y="952405"/>
                  </a:moveTo>
                  <a:lnTo>
                    <a:pt x="0" y="952405"/>
                  </a:lnTo>
                  <a:lnTo>
                    <a:pt x="0" y="1714500"/>
                  </a:lnTo>
                  <a:lnTo>
                    <a:pt x="952500" y="1714500"/>
                  </a:lnTo>
                  <a:lnTo>
                    <a:pt x="952500" y="0"/>
                  </a:lnTo>
                  <a:close/>
                </a:path>
              </a:pathLst>
            </a:custGeom>
            <a:solidFill>
              <a:srgbClr val="FFFFFF"/>
            </a:solidFill>
            <a:ln w="9525" cap="flat">
              <a:noFill/>
              <a:prstDash val="solid"/>
              <a:miter/>
            </a:ln>
          </p:spPr>
          <p:txBody>
            <a:bodyPr rtlCol="0" anchor="ctr"/>
            <a:lstStyle/>
            <a:p>
              <a:endParaRPr lang="en-US" noProof="0"/>
            </a:p>
          </p:txBody>
        </p:sp>
        <p:sp>
          <p:nvSpPr>
            <p:cNvPr id="25" name="Freihandform: Form 24">
              <a:extLst>
                <a:ext uri="{FF2B5EF4-FFF2-40B4-BE49-F238E27FC236}">
                  <a16:creationId xmlns:a16="http://schemas.microsoft.com/office/drawing/2014/main" id="{1F888C89-D455-4F08-8365-D54C352BAABE}"/>
                </a:ext>
              </a:extLst>
            </p:cNvPr>
            <p:cNvSpPr/>
            <p:nvPr/>
          </p:nvSpPr>
          <p:spPr bwMode="gray">
            <a:xfrm>
              <a:off x="5516724" y="2927357"/>
              <a:ext cx="952500" cy="2667000"/>
            </a:xfrm>
            <a:custGeom>
              <a:avLst/>
              <a:gdLst>
                <a:gd name="connsiteX0" fmla="*/ 95 w 952500"/>
                <a:gd name="connsiteY0" fmla="*/ 952405 h 2667000"/>
                <a:gd name="connsiteX1" fmla="*/ 0 w 952500"/>
                <a:gd name="connsiteY1" fmla="*/ 952405 h 2667000"/>
                <a:gd name="connsiteX2" fmla="*/ 0 w 952500"/>
                <a:gd name="connsiteY2" fmla="*/ 2667000 h 2667000"/>
                <a:gd name="connsiteX3" fmla="*/ 952500 w 952500"/>
                <a:gd name="connsiteY3" fmla="*/ 2667000 h 2667000"/>
                <a:gd name="connsiteX4" fmla="*/ 952500 w 952500"/>
                <a:gd name="connsiteY4" fmla="*/ 0 h 266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0" h="2667000">
                  <a:moveTo>
                    <a:pt x="95" y="952405"/>
                  </a:moveTo>
                  <a:lnTo>
                    <a:pt x="0" y="952405"/>
                  </a:lnTo>
                  <a:lnTo>
                    <a:pt x="0" y="2667000"/>
                  </a:lnTo>
                  <a:lnTo>
                    <a:pt x="952500" y="2667000"/>
                  </a:lnTo>
                  <a:lnTo>
                    <a:pt x="952500" y="0"/>
                  </a:lnTo>
                  <a:close/>
                </a:path>
              </a:pathLst>
            </a:custGeom>
            <a:gradFill>
              <a:gsLst>
                <a:gs pos="50000">
                  <a:srgbClr val="00CE7D"/>
                </a:gs>
                <a:gs pos="90000">
                  <a:srgbClr val="201751"/>
                </a:gs>
              </a:gsLst>
              <a:lin ang="5400000" scaled="1"/>
            </a:gradFill>
            <a:ln w="9525" cap="flat">
              <a:noFill/>
              <a:prstDash val="solid"/>
              <a:miter/>
            </a:ln>
          </p:spPr>
          <p:txBody>
            <a:bodyPr rtlCol="0" anchor="ctr"/>
            <a:lstStyle/>
            <a:p>
              <a:endParaRPr lang="en-US" noProof="0"/>
            </a:p>
          </p:txBody>
        </p:sp>
        <p:sp>
          <p:nvSpPr>
            <p:cNvPr id="30" name="Freihandform: Form 29">
              <a:extLst>
                <a:ext uri="{FF2B5EF4-FFF2-40B4-BE49-F238E27FC236}">
                  <a16:creationId xmlns:a16="http://schemas.microsoft.com/office/drawing/2014/main" id="{C460A32E-0B9F-44B5-B953-61598373A976}"/>
                </a:ext>
              </a:extLst>
            </p:cNvPr>
            <p:cNvSpPr/>
            <p:nvPr/>
          </p:nvSpPr>
          <p:spPr bwMode="gray">
            <a:xfrm>
              <a:off x="3611724" y="1974857"/>
              <a:ext cx="952500" cy="1905000"/>
            </a:xfrm>
            <a:custGeom>
              <a:avLst/>
              <a:gdLst>
                <a:gd name="connsiteX0" fmla="*/ 0 w 952500"/>
                <a:gd name="connsiteY0" fmla="*/ 0 h 1905000"/>
                <a:gd name="connsiteX1" fmla="*/ 0 w 952500"/>
                <a:gd name="connsiteY1" fmla="*/ 952500 h 1905000"/>
                <a:gd name="connsiteX2" fmla="*/ 0 w 952500"/>
                <a:gd name="connsiteY2" fmla="*/ 1905000 h 1905000"/>
                <a:gd name="connsiteX3" fmla="*/ 952500 w 952500"/>
                <a:gd name="connsiteY3" fmla="*/ 1905000 h 1905000"/>
                <a:gd name="connsiteX4" fmla="*/ 952500 w 952500"/>
                <a:gd name="connsiteY4" fmla="*/ 952500 h 1905000"/>
                <a:gd name="connsiteX5" fmla="*/ 0 w 952500"/>
                <a:gd name="connsiteY5" fmla="*/ 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905000">
                  <a:moveTo>
                    <a:pt x="0" y="0"/>
                  </a:moveTo>
                  <a:lnTo>
                    <a:pt x="0" y="952500"/>
                  </a:lnTo>
                  <a:lnTo>
                    <a:pt x="0" y="1905000"/>
                  </a:lnTo>
                  <a:lnTo>
                    <a:pt x="952500" y="1905000"/>
                  </a:lnTo>
                  <a:lnTo>
                    <a:pt x="952500" y="952500"/>
                  </a:lnTo>
                  <a:cubicBezTo>
                    <a:pt x="952500" y="426434"/>
                    <a:pt x="526066" y="0"/>
                    <a:pt x="0" y="0"/>
                  </a:cubicBezTo>
                  <a:close/>
                </a:path>
              </a:pathLst>
            </a:custGeom>
            <a:gradFill>
              <a:gsLst>
                <a:gs pos="20000">
                  <a:srgbClr val="00CE7D"/>
                </a:gs>
                <a:gs pos="80000">
                  <a:srgbClr val="201751"/>
                </a:gs>
              </a:gsLst>
              <a:lin ang="5400000" scaled="1"/>
            </a:gradFill>
            <a:ln w="9525" cap="flat">
              <a:noFill/>
              <a:prstDash val="solid"/>
              <a:miter/>
            </a:ln>
          </p:spPr>
          <p:txBody>
            <a:bodyPr rtlCol="0" anchor="ctr"/>
            <a:lstStyle/>
            <a:p>
              <a:endParaRPr lang="en-US" noProof="0"/>
            </a:p>
          </p:txBody>
        </p:sp>
      </p:grpSp>
    </p:spTree>
    <p:extLst>
      <p:ext uri="{BB962C8B-B14F-4D97-AF65-F5344CB8AC3E}">
        <p14:creationId xmlns:p14="http://schemas.microsoft.com/office/powerpoint/2010/main" val="181833087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Schlussfolie 2">
    <p:bg>
      <p:bgPr>
        <a:solidFill>
          <a:srgbClr val="F3F3F3"/>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7AFDB3B-9688-4A95-84F0-C3A055D4AD96}"/>
              </a:ext>
            </a:extLst>
          </p:cNvPr>
          <p:cNvGraphicFramePr>
            <a:graphicFrameLocks noChangeAspect="1"/>
          </p:cNvGraphicFramePr>
          <p:nvPr userDrawn="1">
            <p:custDataLst>
              <p:tags r:id="rId1"/>
            </p:custDataLst>
            <p:extLst>
              <p:ext uri="{D42A27DB-BD31-4B8C-83A1-F6EECF244321}">
                <p14:modId xmlns:p14="http://schemas.microsoft.com/office/powerpoint/2010/main" val="1381409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07AFDB3B-9688-4A95-84F0-C3A055D4AD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9A97FA5-C40C-4B40-BB3A-2C1E018019C4}"/>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1" i="0" baseline="0" dirty="0" err="1">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35778EC7-7C11-4F09-ACA3-5CF18AB6BE79}"/>
              </a:ext>
            </a:extLst>
          </p:cNvPr>
          <p:cNvSpPr>
            <a:spLocks noGrp="1"/>
          </p:cNvSpPr>
          <p:nvPr>
            <p:ph type="ctrTitle" hasCustomPrompt="1"/>
          </p:nvPr>
        </p:nvSpPr>
        <p:spPr bwMode="gray">
          <a:xfrm>
            <a:off x="586817" y="2096852"/>
            <a:ext cx="7272896" cy="828092"/>
          </a:xfrm>
        </p:spPr>
        <p:txBody>
          <a:bodyPr anchor="t" anchorCtr="0"/>
          <a:lstStyle>
            <a:lvl1pPr algn="l">
              <a:lnSpc>
                <a:spcPct val="100000"/>
              </a:lnSpc>
              <a:spcBef>
                <a:spcPts val="0"/>
              </a:spcBef>
              <a:defRPr sz="4300" b="1">
                <a:solidFill>
                  <a:schemeClr val="tx1"/>
                </a:solidFill>
              </a:defRPr>
            </a:lvl1pPr>
          </a:lstStyle>
          <a:p>
            <a:r>
              <a:rPr lang="en-US" noProof="0"/>
              <a:t>Insert Closing Phrase</a:t>
            </a:r>
          </a:p>
        </p:txBody>
      </p:sp>
      <p:sp>
        <p:nvSpPr>
          <p:cNvPr id="3" name="Untertitel 2">
            <a:extLst>
              <a:ext uri="{FF2B5EF4-FFF2-40B4-BE49-F238E27FC236}">
                <a16:creationId xmlns:a16="http://schemas.microsoft.com/office/drawing/2014/main" id="{6D5279DB-2657-4704-B49C-55604FFB15E4}"/>
              </a:ext>
            </a:extLst>
          </p:cNvPr>
          <p:cNvSpPr>
            <a:spLocks noGrp="1"/>
          </p:cNvSpPr>
          <p:nvPr>
            <p:ph type="subTitle" idx="1" hasCustomPrompt="1"/>
          </p:nvPr>
        </p:nvSpPr>
        <p:spPr bwMode="gray">
          <a:xfrm>
            <a:off x="586817" y="3284538"/>
            <a:ext cx="5401233" cy="2844800"/>
          </a:xfrm>
        </p:spPr>
        <p:txBody>
          <a:bodyPr anchor="t" anchorCtr="0"/>
          <a:lstStyle>
            <a:lvl1pPr marL="0" indent="0" algn="l">
              <a:lnSpc>
                <a:spcPct val="100000"/>
              </a:lnSpc>
              <a:spcBef>
                <a:spcPts val="0"/>
              </a:spcBef>
              <a:spcAft>
                <a:spcPts val="0"/>
              </a:spcAft>
              <a:buNone/>
              <a:defRPr sz="1400">
                <a:solidFill>
                  <a:schemeClr val="tx1"/>
                </a:solidFill>
                <a:latin typeface="+mn-lt"/>
                <a:cs typeface="Abadi MT Condensed Extra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Insert Contact Data</a:t>
            </a:r>
          </a:p>
        </p:txBody>
      </p:sp>
      <p:sp>
        <p:nvSpPr>
          <p:cNvPr id="15" name="Rechteck 14">
            <a:extLst>
              <a:ext uri="{FF2B5EF4-FFF2-40B4-BE49-F238E27FC236}">
                <a16:creationId xmlns:a16="http://schemas.microsoft.com/office/drawing/2014/main" id="{4EB0CB7E-9718-4DF4-BB58-8D22CBEA24FC}"/>
              </a:ext>
            </a:extLst>
          </p:cNvPr>
          <p:cNvSpPr/>
          <p:nvPr userDrawn="1"/>
        </p:nvSpPr>
        <p:spPr>
          <a:xfrm>
            <a:off x="1566654" y="6286127"/>
            <a:ext cx="1019831" cy="295337"/>
          </a:xfrm>
          <a:prstGeom prst="rect">
            <a:avLst/>
          </a:prstGeom>
        </p:spPr>
        <p:txBody>
          <a:bodyPr wrap="none">
            <a:spAutoFit/>
          </a:bodyPr>
          <a:lstStyle/>
          <a:p>
            <a:pPr>
              <a:lnSpc>
                <a:spcPct val="110000"/>
              </a:lnSpc>
            </a:pPr>
            <a:r>
              <a:rPr lang="en-US" sz="1300" b="1" noProof="0">
                <a:solidFill>
                  <a:schemeClr val="tx1"/>
                </a:solidFill>
                <a:cs typeface="Arial"/>
              </a:rPr>
              <a:t>eurex.com</a:t>
            </a:r>
          </a:p>
        </p:txBody>
      </p:sp>
      <p:pic>
        <p:nvPicPr>
          <p:cNvPr id="32" name="Grafik 31">
            <a:extLst>
              <a:ext uri="{FF2B5EF4-FFF2-40B4-BE49-F238E27FC236}">
                <a16:creationId xmlns:a16="http://schemas.microsoft.com/office/drawing/2014/main" id="{1B4BDD7B-50B5-45C0-BC46-F37AF837D173}"/>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00993" y="-487273"/>
            <a:ext cx="816102" cy="1625346"/>
          </a:xfrm>
          <a:prstGeom prst="rect">
            <a:avLst/>
          </a:prstGeom>
        </p:spPr>
      </p:pic>
      <p:pic>
        <p:nvPicPr>
          <p:cNvPr id="33" name="Grafik 32">
            <a:extLst>
              <a:ext uri="{FF2B5EF4-FFF2-40B4-BE49-F238E27FC236}">
                <a16:creationId xmlns:a16="http://schemas.microsoft.com/office/drawing/2014/main" id="{0E1A2CB0-6D74-448A-80A4-4DC1F573C46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1200" y="476936"/>
            <a:ext cx="3638169" cy="329870"/>
          </a:xfrm>
          <a:prstGeom prst="rect">
            <a:avLst/>
          </a:prstGeom>
        </p:spPr>
      </p:pic>
      <p:grpSp>
        <p:nvGrpSpPr>
          <p:cNvPr id="39" name="Gruppieren 38">
            <a:extLst>
              <a:ext uri="{FF2B5EF4-FFF2-40B4-BE49-F238E27FC236}">
                <a16:creationId xmlns:a16="http://schemas.microsoft.com/office/drawing/2014/main" id="{D6C8C546-39C1-4CD3-B645-B9538B73CCFC}"/>
              </a:ext>
            </a:extLst>
          </p:cNvPr>
          <p:cNvGrpSpPr/>
          <p:nvPr userDrawn="1"/>
        </p:nvGrpSpPr>
        <p:grpSpPr>
          <a:xfrm>
            <a:off x="579960" y="6286132"/>
            <a:ext cx="893303" cy="292570"/>
            <a:chOff x="2553599" y="5821406"/>
            <a:chExt cx="1319408" cy="432125"/>
          </a:xfrm>
        </p:grpSpPr>
        <p:pic>
          <p:nvPicPr>
            <p:cNvPr id="40" name="Grafik 39">
              <a:extLst>
                <a:ext uri="{FF2B5EF4-FFF2-40B4-BE49-F238E27FC236}">
                  <a16:creationId xmlns:a16="http://schemas.microsoft.com/office/drawing/2014/main" id="{6DDA673D-2640-4A92-A0DE-A0590EF39FE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23753" y="5872532"/>
              <a:ext cx="380999" cy="380999"/>
            </a:xfrm>
            <a:prstGeom prst="rect">
              <a:avLst/>
            </a:prstGeom>
          </p:spPr>
        </p:pic>
        <p:pic>
          <p:nvPicPr>
            <p:cNvPr id="41" name="Grafik 40">
              <a:extLst>
                <a:ext uri="{FF2B5EF4-FFF2-40B4-BE49-F238E27FC236}">
                  <a16:creationId xmlns:a16="http://schemas.microsoft.com/office/drawing/2014/main" id="{C7C24929-B316-4465-BCDD-3C0FD35B798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553599" y="5821406"/>
              <a:ext cx="380999" cy="380999"/>
            </a:xfrm>
            <a:prstGeom prst="rect">
              <a:avLst/>
            </a:prstGeom>
          </p:spPr>
        </p:pic>
        <p:pic>
          <p:nvPicPr>
            <p:cNvPr id="42" name="Grafik 41">
              <a:extLst>
                <a:ext uri="{FF2B5EF4-FFF2-40B4-BE49-F238E27FC236}">
                  <a16:creationId xmlns:a16="http://schemas.microsoft.com/office/drawing/2014/main" id="{468E6E72-9D75-4733-8EB5-260EA76DFB8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483366" y="5826892"/>
              <a:ext cx="389641" cy="389641"/>
            </a:xfrm>
            <a:prstGeom prst="rect">
              <a:avLst/>
            </a:prstGeom>
          </p:spPr>
        </p:pic>
      </p:grpSp>
      <p:grpSp>
        <p:nvGrpSpPr>
          <p:cNvPr id="19" name="Gruppieren 18">
            <a:extLst>
              <a:ext uri="{FF2B5EF4-FFF2-40B4-BE49-F238E27FC236}">
                <a16:creationId xmlns:a16="http://schemas.microsoft.com/office/drawing/2014/main" id="{DCE47B92-4F39-4CC3-8CC2-49976D987D83}"/>
              </a:ext>
            </a:extLst>
          </p:cNvPr>
          <p:cNvGrpSpPr>
            <a:grpSpLocks noChangeAspect="1"/>
          </p:cNvGrpSpPr>
          <p:nvPr userDrawn="1"/>
        </p:nvGrpSpPr>
        <p:grpSpPr>
          <a:xfrm>
            <a:off x="9334500" y="3238500"/>
            <a:ext cx="2857500" cy="3619500"/>
            <a:chOff x="2963652" y="2024844"/>
            <a:chExt cx="2857500" cy="3619500"/>
          </a:xfrm>
        </p:grpSpPr>
        <p:sp>
          <p:nvSpPr>
            <p:cNvPr id="23" name="Freihandform: Form 22">
              <a:extLst>
                <a:ext uri="{FF2B5EF4-FFF2-40B4-BE49-F238E27FC236}">
                  <a16:creationId xmlns:a16="http://schemas.microsoft.com/office/drawing/2014/main" id="{B324804C-B612-4BA6-B5ED-AB45197D167A}"/>
                </a:ext>
              </a:extLst>
            </p:cNvPr>
            <p:cNvSpPr/>
            <p:nvPr/>
          </p:nvSpPr>
          <p:spPr>
            <a:xfrm>
              <a:off x="2963652" y="3929844"/>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solidFill>
              <a:srgbClr val="00CE7D"/>
            </a:solidFill>
            <a:ln w="9525" cap="flat">
              <a:noFill/>
              <a:prstDash val="solid"/>
              <a:miter/>
            </a:ln>
          </p:spPr>
          <p:txBody>
            <a:bodyPr rtlCol="0" anchor="ctr"/>
            <a:lstStyle/>
            <a:p>
              <a:endParaRPr lang="en-US" noProof="0"/>
            </a:p>
          </p:txBody>
        </p:sp>
        <p:sp>
          <p:nvSpPr>
            <p:cNvPr id="24" name="Freihandform: Form 23">
              <a:extLst>
                <a:ext uri="{FF2B5EF4-FFF2-40B4-BE49-F238E27FC236}">
                  <a16:creationId xmlns:a16="http://schemas.microsoft.com/office/drawing/2014/main" id="{3B69759A-97CF-49AB-9463-DC5120F1B7CF}"/>
                </a:ext>
              </a:extLst>
            </p:cNvPr>
            <p:cNvSpPr/>
            <p:nvPr/>
          </p:nvSpPr>
          <p:spPr>
            <a:xfrm>
              <a:off x="3916152" y="3929844"/>
              <a:ext cx="952500" cy="1714500"/>
            </a:xfrm>
            <a:custGeom>
              <a:avLst/>
              <a:gdLst>
                <a:gd name="connsiteX0" fmla="*/ 95 w 952500"/>
                <a:gd name="connsiteY0" fmla="*/ 952405 h 1714500"/>
                <a:gd name="connsiteX1" fmla="*/ 0 w 952500"/>
                <a:gd name="connsiteY1" fmla="*/ 952405 h 1714500"/>
                <a:gd name="connsiteX2" fmla="*/ 0 w 952500"/>
                <a:gd name="connsiteY2" fmla="*/ 1714500 h 1714500"/>
                <a:gd name="connsiteX3" fmla="*/ 952500 w 952500"/>
                <a:gd name="connsiteY3" fmla="*/ 1714500 h 1714500"/>
                <a:gd name="connsiteX4" fmla="*/ 952500 w 952500"/>
                <a:gd name="connsiteY4" fmla="*/ 0 h 1714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0" h="1714500">
                  <a:moveTo>
                    <a:pt x="95" y="952405"/>
                  </a:moveTo>
                  <a:lnTo>
                    <a:pt x="0" y="952405"/>
                  </a:lnTo>
                  <a:lnTo>
                    <a:pt x="0" y="1714500"/>
                  </a:lnTo>
                  <a:lnTo>
                    <a:pt x="952500" y="1714500"/>
                  </a:lnTo>
                  <a:lnTo>
                    <a:pt x="952500" y="0"/>
                  </a:lnTo>
                  <a:close/>
                </a:path>
              </a:pathLst>
            </a:custGeom>
            <a:solidFill>
              <a:srgbClr val="201751"/>
            </a:solidFill>
            <a:ln w="9525" cap="flat">
              <a:noFill/>
              <a:prstDash val="solid"/>
              <a:miter/>
            </a:ln>
          </p:spPr>
          <p:txBody>
            <a:bodyPr rtlCol="0" anchor="ctr"/>
            <a:lstStyle/>
            <a:p>
              <a:endParaRPr lang="en-US" noProof="0"/>
            </a:p>
          </p:txBody>
        </p:sp>
        <p:sp>
          <p:nvSpPr>
            <p:cNvPr id="26" name="Freihandform: Form 25">
              <a:extLst>
                <a:ext uri="{FF2B5EF4-FFF2-40B4-BE49-F238E27FC236}">
                  <a16:creationId xmlns:a16="http://schemas.microsoft.com/office/drawing/2014/main" id="{C0A1495F-8810-4CEE-AD8B-A43806F94FDF}"/>
                </a:ext>
              </a:extLst>
            </p:cNvPr>
            <p:cNvSpPr/>
            <p:nvPr/>
          </p:nvSpPr>
          <p:spPr>
            <a:xfrm>
              <a:off x="4868652" y="2977344"/>
              <a:ext cx="952500" cy="2667000"/>
            </a:xfrm>
            <a:custGeom>
              <a:avLst/>
              <a:gdLst>
                <a:gd name="connsiteX0" fmla="*/ 95 w 952500"/>
                <a:gd name="connsiteY0" fmla="*/ 952405 h 2667000"/>
                <a:gd name="connsiteX1" fmla="*/ 0 w 952500"/>
                <a:gd name="connsiteY1" fmla="*/ 952405 h 2667000"/>
                <a:gd name="connsiteX2" fmla="*/ 0 w 952500"/>
                <a:gd name="connsiteY2" fmla="*/ 2667000 h 2667000"/>
                <a:gd name="connsiteX3" fmla="*/ 952500 w 952500"/>
                <a:gd name="connsiteY3" fmla="*/ 2667000 h 2667000"/>
                <a:gd name="connsiteX4" fmla="*/ 952500 w 952500"/>
                <a:gd name="connsiteY4" fmla="*/ 0 h 266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0" h="2667000">
                  <a:moveTo>
                    <a:pt x="95" y="952405"/>
                  </a:moveTo>
                  <a:lnTo>
                    <a:pt x="0" y="952405"/>
                  </a:lnTo>
                  <a:lnTo>
                    <a:pt x="0" y="2667000"/>
                  </a:lnTo>
                  <a:lnTo>
                    <a:pt x="952500" y="2667000"/>
                  </a:lnTo>
                  <a:lnTo>
                    <a:pt x="952500" y="0"/>
                  </a:lnTo>
                  <a:close/>
                </a:path>
              </a:pathLst>
            </a:custGeom>
            <a:gradFill>
              <a:gsLst>
                <a:gs pos="40000">
                  <a:srgbClr val="00CE7D"/>
                </a:gs>
                <a:gs pos="90000">
                  <a:srgbClr val="F3F3F3"/>
                </a:gs>
              </a:gsLst>
              <a:lin ang="5400000" scaled="1"/>
            </a:gradFill>
            <a:ln w="9525" cap="flat">
              <a:noFill/>
              <a:prstDash val="solid"/>
              <a:miter/>
            </a:ln>
          </p:spPr>
          <p:txBody>
            <a:bodyPr rtlCol="0" anchor="ctr"/>
            <a:lstStyle/>
            <a:p>
              <a:endParaRPr lang="en-US" noProof="0"/>
            </a:p>
          </p:txBody>
        </p:sp>
        <p:sp>
          <p:nvSpPr>
            <p:cNvPr id="27" name="Freihandform: Form 26">
              <a:extLst>
                <a:ext uri="{FF2B5EF4-FFF2-40B4-BE49-F238E27FC236}">
                  <a16:creationId xmlns:a16="http://schemas.microsoft.com/office/drawing/2014/main" id="{255A090A-6BCA-4196-A77D-94E99524B41C}"/>
                </a:ext>
              </a:extLst>
            </p:cNvPr>
            <p:cNvSpPr/>
            <p:nvPr/>
          </p:nvSpPr>
          <p:spPr>
            <a:xfrm>
              <a:off x="2963652" y="2024844"/>
              <a:ext cx="952500" cy="1905000"/>
            </a:xfrm>
            <a:custGeom>
              <a:avLst/>
              <a:gdLst>
                <a:gd name="connsiteX0" fmla="*/ 0 w 952500"/>
                <a:gd name="connsiteY0" fmla="*/ 0 h 1905000"/>
                <a:gd name="connsiteX1" fmla="*/ 0 w 952500"/>
                <a:gd name="connsiteY1" fmla="*/ 952500 h 1905000"/>
                <a:gd name="connsiteX2" fmla="*/ 0 w 952500"/>
                <a:gd name="connsiteY2" fmla="*/ 1905000 h 1905000"/>
                <a:gd name="connsiteX3" fmla="*/ 952500 w 952500"/>
                <a:gd name="connsiteY3" fmla="*/ 1905000 h 1905000"/>
                <a:gd name="connsiteX4" fmla="*/ 952500 w 952500"/>
                <a:gd name="connsiteY4" fmla="*/ 952500 h 1905000"/>
                <a:gd name="connsiteX5" fmla="*/ 0 w 952500"/>
                <a:gd name="connsiteY5" fmla="*/ 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905000">
                  <a:moveTo>
                    <a:pt x="0" y="0"/>
                  </a:moveTo>
                  <a:lnTo>
                    <a:pt x="0" y="952500"/>
                  </a:lnTo>
                  <a:lnTo>
                    <a:pt x="0" y="1905000"/>
                  </a:lnTo>
                  <a:lnTo>
                    <a:pt x="952500" y="1905000"/>
                  </a:lnTo>
                  <a:lnTo>
                    <a:pt x="952500" y="952500"/>
                  </a:lnTo>
                  <a:cubicBezTo>
                    <a:pt x="952500" y="426434"/>
                    <a:pt x="526066" y="0"/>
                    <a:pt x="0" y="0"/>
                  </a:cubicBezTo>
                  <a:close/>
                </a:path>
              </a:pathLst>
            </a:custGeom>
            <a:gradFill>
              <a:gsLst>
                <a:gs pos="20000">
                  <a:srgbClr val="201751"/>
                </a:gs>
                <a:gs pos="90000">
                  <a:srgbClr val="F3F3F3"/>
                </a:gs>
              </a:gsLst>
              <a:lin ang="5400000" scaled="1"/>
            </a:gradFill>
            <a:ln w="9525" cap="flat">
              <a:noFill/>
              <a:prstDash val="solid"/>
              <a:miter/>
            </a:ln>
          </p:spPr>
          <p:txBody>
            <a:bodyPr rtlCol="0" anchor="ctr"/>
            <a:lstStyle/>
            <a:p>
              <a:endParaRPr lang="en-US" noProof="0"/>
            </a:p>
          </p:txBody>
        </p:sp>
      </p:grpSp>
    </p:spTree>
    <p:extLst>
      <p:ext uri="{BB962C8B-B14F-4D97-AF65-F5344CB8AC3E}">
        <p14:creationId xmlns:p14="http://schemas.microsoft.com/office/powerpoint/2010/main" val="3596462248"/>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50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rgbClr val="F3F3F3"/>
        </a:solidFill>
        <a:effectLst/>
      </p:bgPr>
    </p:bg>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05B62076-FC75-4AA0-9E80-245B63948118}"/>
              </a:ext>
            </a:extLst>
          </p:cNvPr>
          <p:cNvGraphicFramePr>
            <a:graphicFrameLocks noChangeAspect="1"/>
          </p:cNvGraphicFramePr>
          <p:nvPr userDrawn="1">
            <p:custDataLst>
              <p:tags r:id="rId1"/>
            </p:custDataLst>
            <p:extLst>
              <p:ext uri="{D42A27DB-BD31-4B8C-83A1-F6EECF244321}">
                <p14:modId xmlns:p14="http://schemas.microsoft.com/office/powerpoint/2010/main" val="38073438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2" name="Object 11" hidden="1">
                        <a:extLst>
                          <a:ext uri="{FF2B5EF4-FFF2-40B4-BE49-F238E27FC236}">
                            <a16:creationId xmlns:a16="http://schemas.microsoft.com/office/drawing/2014/main" id="{05B62076-FC75-4AA0-9E80-245B6394811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E0303AE8-D4F2-48F5-909C-2C10850F9DAB}"/>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1500" b="1" i="0" baseline="0" dirty="0" err="1">
              <a:latin typeface="Arial" panose="020B0604020202020204" pitchFamily="34" charset="0"/>
              <a:ea typeface="+mj-ea"/>
              <a:cs typeface="+mj-cs"/>
              <a:sym typeface="Arial" panose="020B0604020202020204" pitchFamily="34" charset="0"/>
            </a:endParaRPr>
          </a:p>
        </p:txBody>
      </p:sp>
      <p:sp>
        <p:nvSpPr>
          <p:cNvPr id="4" name="Titel 3">
            <a:extLst>
              <a:ext uri="{FF2B5EF4-FFF2-40B4-BE49-F238E27FC236}">
                <a16:creationId xmlns:a16="http://schemas.microsoft.com/office/drawing/2014/main" id="{DEE23947-D22C-4AEC-A7FB-7C20FA99B553}"/>
              </a:ext>
            </a:extLst>
          </p:cNvPr>
          <p:cNvSpPr>
            <a:spLocks noGrp="1"/>
          </p:cNvSpPr>
          <p:nvPr>
            <p:ph type="title"/>
          </p:nvPr>
        </p:nvSpPr>
        <p:spPr/>
        <p:txBody>
          <a:bodyPr/>
          <a:lstStyle/>
          <a:p>
            <a:r>
              <a:rPr lang="en-US" noProof="0"/>
              <a:t>Click to edit Master title style</a:t>
            </a:r>
          </a:p>
        </p:txBody>
      </p:sp>
      <p:sp>
        <p:nvSpPr>
          <p:cNvPr id="11" name="Textplatzhalter 10">
            <a:extLst>
              <a:ext uri="{FF2B5EF4-FFF2-40B4-BE49-F238E27FC236}">
                <a16:creationId xmlns:a16="http://schemas.microsoft.com/office/drawing/2014/main" id="{1017ED3E-FC82-4D9B-94A5-4264C37EC417}"/>
              </a:ext>
            </a:extLst>
          </p:cNvPr>
          <p:cNvSpPr>
            <a:spLocks noGrp="1"/>
          </p:cNvSpPr>
          <p:nvPr>
            <p:ph type="body" sz="quarter" idx="12"/>
          </p:nvPr>
        </p:nvSpPr>
        <p:spPr/>
        <p:txBody>
          <a:bodyPr numCol="2" spcCol="432000"/>
          <a:lstStyle>
            <a:lvl1pPr>
              <a:lnSpc>
                <a:spcPct val="100000"/>
              </a:lnSpc>
              <a:spcAft>
                <a:spcPts val="400"/>
              </a:spcAft>
              <a:defRPr sz="800"/>
            </a:lvl1pPr>
            <a:lvl2pPr marL="108000" indent="-108000">
              <a:lnSpc>
                <a:spcPct val="100000"/>
              </a:lnSpc>
              <a:spcAft>
                <a:spcPts val="400"/>
              </a:spcAft>
              <a:defRPr sz="800"/>
            </a:lvl2pPr>
            <a:lvl3pPr marL="216000" indent="-108000">
              <a:lnSpc>
                <a:spcPct val="100000"/>
              </a:lnSpc>
              <a:spcAft>
                <a:spcPts val="400"/>
              </a:spcAft>
              <a:defRPr sz="800"/>
            </a:lvl3pPr>
            <a:lvl4pPr marL="324000" indent="-108000">
              <a:lnSpc>
                <a:spcPct val="100000"/>
              </a:lnSpc>
              <a:spcAft>
                <a:spcPts val="400"/>
              </a:spcAft>
              <a:defRPr sz="800"/>
            </a:lvl4pPr>
            <a:lvl5pPr>
              <a:lnSpc>
                <a:spcPct val="100000"/>
              </a:lnSpc>
              <a:defRPr sz="800"/>
            </a:lvl5pPr>
          </a:lstStyle>
          <a:p>
            <a:pPr lvl="0"/>
            <a:r>
              <a:rPr lang="en-US" noProof="0"/>
              <a:t>Click to edit Master text styles</a:t>
            </a:r>
          </a:p>
        </p:txBody>
      </p:sp>
      <p:sp>
        <p:nvSpPr>
          <p:cNvPr id="2" name="Date Placeholder 1">
            <a:extLst>
              <a:ext uri="{FF2B5EF4-FFF2-40B4-BE49-F238E27FC236}">
                <a16:creationId xmlns:a16="http://schemas.microsoft.com/office/drawing/2014/main" id="{5106830A-D0A5-4AA5-86EA-D7F8AEFE3DEB}"/>
              </a:ext>
            </a:extLst>
          </p:cNvPr>
          <p:cNvSpPr>
            <a:spLocks noGrp="1"/>
          </p:cNvSpPr>
          <p:nvPr>
            <p:ph type="dt" sz="half" idx="13"/>
          </p:nvPr>
        </p:nvSpPr>
        <p:spPr/>
        <p:txBody>
          <a:bodyPr/>
          <a:lstStyle/>
          <a:p>
            <a:fld id="{5148D079-647E-40C4-BAB6-8D28E16768FC}" type="datetime3">
              <a:rPr lang="en-US" noProof="0" smtClean="0"/>
              <a:t>23 February 2026</a:t>
            </a:fld>
            <a:endParaRPr lang="en-US" noProof="0"/>
          </a:p>
        </p:txBody>
      </p:sp>
      <p:sp>
        <p:nvSpPr>
          <p:cNvPr id="3" name="Slide Number Placeholder 2">
            <a:extLst>
              <a:ext uri="{FF2B5EF4-FFF2-40B4-BE49-F238E27FC236}">
                <a16:creationId xmlns:a16="http://schemas.microsoft.com/office/drawing/2014/main" id="{EE691B8E-F709-4E3D-9D23-8791CE6F82B1}"/>
              </a:ext>
            </a:extLst>
          </p:cNvPr>
          <p:cNvSpPr>
            <a:spLocks noGrp="1"/>
          </p:cNvSpPr>
          <p:nvPr>
            <p:ph type="sldNum" sz="quarter" idx="14"/>
          </p:nvPr>
        </p:nvSpPr>
        <p:spPr/>
        <p:txBody>
          <a:bodyPr/>
          <a:lstStyle/>
          <a:p>
            <a:fld id="{62CB3E74-FC4B-418A-B5F6-72ED80208EB2}" type="slidenum">
              <a:rPr lang="en-US" noProof="0" smtClean="0"/>
              <a:pPr/>
              <a:t>‹#›</a:t>
            </a:fld>
            <a:endParaRPr lang="en-US" noProof="0"/>
          </a:p>
        </p:txBody>
      </p:sp>
    </p:spTree>
    <p:extLst>
      <p:ext uri="{BB962C8B-B14F-4D97-AF65-F5344CB8AC3E}">
        <p14:creationId xmlns:p14="http://schemas.microsoft.com/office/powerpoint/2010/main" val="36490178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37" Type="http://schemas.openxmlformats.org/officeDocument/2006/relationships/image" Target="../media/image2.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3481E13-4175-4F0D-966D-2109B9AE3CDD}"/>
              </a:ext>
            </a:extLst>
          </p:cNvPr>
          <p:cNvGraphicFramePr>
            <a:graphicFrameLocks noChangeAspect="1"/>
          </p:cNvGraphicFramePr>
          <p:nvPr userDrawn="1">
            <p:custDataLst>
              <p:tags r:id="rId33"/>
            </p:custDataLst>
            <p:extLst>
              <p:ext uri="{D42A27DB-BD31-4B8C-83A1-F6EECF244321}">
                <p14:modId xmlns:p14="http://schemas.microsoft.com/office/powerpoint/2010/main" val="2107491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A3481E13-4175-4F0D-966D-2109B9AE3CDD}"/>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74BE97C-FE03-4A6C-BBA2-09E6291090CC}"/>
              </a:ext>
            </a:extLst>
          </p:cNvPr>
          <p:cNvSpPr/>
          <p:nvPr userDrawn="1">
            <p:custDataLst>
              <p:tags r:id="rId34"/>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000" b="1" i="0" baseline="0" dirty="0">
              <a:latin typeface="Arial" panose="020B0604020202020204" pitchFamily="34" charset="0"/>
              <a:ea typeface="+mj-ea"/>
              <a:cs typeface="+mj-cs"/>
              <a:sym typeface="Arial" panose="020B0604020202020204" pitchFamily="34" charset="0"/>
            </a:endParaRPr>
          </a:p>
        </p:txBody>
      </p:sp>
      <p:sp>
        <p:nvSpPr>
          <p:cNvPr id="6" name="Datumsplatzhalter 5">
            <a:extLst>
              <a:ext uri="{FF2B5EF4-FFF2-40B4-BE49-F238E27FC236}">
                <a16:creationId xmlns:a16="http://schemas.microsoft.com/office/drawing/2014/main" id="{C88631E7-C14D-418E-8123-1BD528B5760F}"/>
              </a:ext>
            </a:extLst>
          </p:cNvPr>
          <p:cNvSpPr>
            <a:spLocks noGrp="1"/>
          </p:cNvSpPr>
          <p:nvPr>
            <p:ph type="dt" sz="half" idx="2"/>
          </p:nvPr>
        </p:nvSpPr>
        <p:spPr>
          <a:xfrm>
            <a:off x="10236460" y="6356350"/>
            <a:ext cx="1368165" cy="158256"/>
          </a:xfrm>
          <a:prstGeom prst="rect">
            <a:avLst/>
          </a:prstGeom>
        </p:spPr>
        <p:txBody>
          <a:bodyPr vert="horz" wrap="none" lIns="0" tIns="0" rIns="0" bIns="0" rtlCol="0" anchor="b" anchorCtr="0"/>
          <a:lstStyle>
            <a:lvl1pPr algn="r">
              <a:defRPr sz="900">
                <a:solidFill>
                  <a:schemeClr val="tx1"/>
                </a:solidFill>
              </a:defRPr>
            </a:lvl1pPr>
          </a:lstStyle>
          <a:p>
            <a:fld id="{7274EC83-4945-41A9-A1B0-147633395FDC}" type="datetime3">
              <a:rPr lang="en-US" noProof="0" smtClean="0"/>
              <a:t>23 February 2026</a:t>
            </a:fld>
            <a:endParaRPr lang="en-US" noProof="0"/>
          </a:p>
        </p:txBody>
      </p:sp>
      <p:sp>
        <p:nvSpPr>
          <p:cNvPr id="8" name="Foliennummernplatzhalter 7">
            <a:extLst>
              <a:ext uri="{FF2B5EF4-FFF2-40B4-BE49-F238E27FC236}">
                <a16:creationId xmlns:a16="http://schemas.microsoft.com/office/drawing/2014/main" id="{16B95E2C-4B37-49A4-88B8-CB9FD1E140AB}"/>
              </a:ext>
            </a:extLst>
          </p:cNvPr>
          <p:cNvSpPr>
            <a:spLocks noGrp="1"/>
          </p:cNvSpPr>
          <p:nvPr>
            <p:ph type="sldNum" sz="quarter" idx="4"/>
          </p:nvPr>
        </p:nvSpPr>
        <p:spPr>
          <a:xfrm>
            <a:off x="6203950" y="6356350"/>
            <a:ext cx="864158" cy="154196"/>
          </a:xfrm>
          <a:prstGeom prst="rect">
            <a:avLst/>
          </a:prstGeom>
        </p:spPr>
        <p:txBody>
          <a:bodyPr vert="horz" wrap="none" lIns="0" tIns="0" rIns="0" bIns="0" rtlCol="0" anchor="b" anchorCtr="0"/>
          <a:lstStyle>
            <a:lvl1pPr algn="l">
              <a:defRPr sz="900">
                <a:solidFill>
                  <a:schemeClr val="tx1"/>
                </a:solidFill>
              </a:defRPr>
            </a:lvl1pPr>
          </a:lstStyle>
          <a:p>
            <a:fld id="{62CB3E74-FC4B-418A-B5F6-72ED80208EB2}" type="slidenum">
              <a:rPr lang="en-US" noProof="0" smtClean="0"/>
              <a:pPr/>
              <a:t>‹#›</a:t>
            </a:fld>
            <a:endParaRPr lang="en-US" noProof="0"/>
          </a:p>
        </p:txBody>
      </p:sp>
      <p:sp>
        <p:nvSpPr>
          <p:cNvPr id="2" name="Titelplatzhalter 1">
            <a:extLst>
              <a:ext uri="{FF2B5EF4-FFF2-40B4-BE49-F238E27FC236}">
                <a16:creationId xmlns:a16="http://schemas.microsoft.com/office/drawing/2014/main" id="{9AB26C2F-D9F3-400B-A4CB-4A13AFC3507A}"/>
              </a:ext>
            </a:extLst>
          </p:cNvPr>
          <p:cNvSpPr>
            <a:spLocks noGrp="1"/>
          </p:cNvSpPr>
          <p:nvPr>
            <p:ph type="title"/>
          </p:nvPr>
        </p:nvSpPr>
        <p:spPr>
          <a:xfrm>
            <a:off x="587376" y="368300"/>
            <a:ext cx="11017250" cy="468412"/>
          </a:xfrm>
          <a:prstGeom prst="rect">
            <a:avLst/>
          </a:prstGeom>
        </p:spPr>
        <p:txBody>
          <a:bodyPr vert="horz" lIns="0" tIns="43200" rIns="0" bIns="0" rtlCol="0" anchor="t" anchorCtr="0">
            <a:noAutofit/>
          </a:bodyPr>
          <a:lstStyle/>
          <a:p>
            <a:r>
              <a:rPr lang="en-US" noProof="0" dirty="0"/>
              <a:t>Slide title format</a:t>
            </a:r>
          </a:p>
        </p:txBody>
      </p:sp>
      <p:sp>
        <p:nvSpPr>
          <p:cNvPr id="3" name="Textplatzhalter 2">
            <a:extLst>
              <a:ext uri="{FF2B5EF4-FFF2-40B4-BE49-F238E27FC236}">
                <a16:creationId xmlns:a16="http://schemas.microsoft.com/office/drawing/2014/main" id="{E97C92C2-1BF1-4901-A94D-EE08E8BC967C}"/>
              </a:ext>
            </a:extLst>
          </p:cNvPr>
          <p:cNvSpPr>
            <a:spLocks noGrp="1"/>
          </p:cNvSpPr>
          <p:nvPr>
            <p:ph type="body" idx="1"/>
          </p:nvPr>
        </p:nvSpPr>
        <p:spPr>
          <a:xfrm>
            <a:off x="587376" y="1700213"/>
            <a:ext cx="11017249" cy="4429125"/>
          </a:xfrm>
          <a:prstGeom prst="rect">
            <a:avLst/>
          </a:prstGeom>
        </p:spPr>
        <p:txBody>
          <a:bodyPr vert="horz" lIns="0" tIns="0" rIns="0" bIns="0" rtlCol="0" anchor="t" anchorCtr="0">
            <a:noAutofit/>
          </a:bodyPr>
          <a:lstStyle/>
          <a:p>
            <a:pPr lvl="0"/>
            <a:r>
              <a:rPr lang="en-US" noProof="0" dirty="0"/>
              <a:t>Level 1</a:t>
            </a:r>
          </a:p>
          <a:p>
            <a:pPr lvl="1"/>
            <a:r>
              <a:rPr lang="en-US" noProof="0" dirty="0"/>
              <a:t>Level 2</a:t>
            </a:r>
          </a:p>
          <a:p>
            <a:pPr lvl="2"/>
            <a:r>
              <a:rPr lang="en-US" noProof="0" dirty="0"/>
              <a:t>Level 3</a:t>
            </a:r>
          </a:p>
          <a:p>
            <a:pPr lvl="3"/>
            <a:r>
              <a:rPr lang="en-US" noProof="0" dirty="0"/>
              <a:t>Level 4 (with space after)</a:t>
            </a:r>
          </a:p>
          <a:p>
            <a:pPr lvl="4"/>
            <a:r>
              <a:rPr lang="en-US" noProof="0" dirty="0"/>
              <a:t>Level 5 (with space after)</a:t>
            </a:r>
          </a:p>
          <a:p>
            <a:pPr lvl="5"/>
            <a:r>
              <a:rPr lang="en-US" noProof="0" dirty="0"/>
              <a:t>Level 6 (with space after)</a:t>
            </a:r>
          </a:p>
          <a:p>
            <a:pPr lvl="6"/>
            <a:r>
              <a:rPr lang="en-US" noProof="0" dirty="0"/>
              <a:t>Level 7 (for tables)</a:t>
            </a:r>
          </a:p>
          <a:p>
            <a:pPr lvl="7"/>
            <a:r>
              <a:rPr lang="en-US" noProof="0" dirty="0"/>
              <a:t>Level 8</a:t>
            </a:r>
          </a:p>
          <a:p>
            <a:pPr lvl="8"/>
            <a:r>
              <a:rPr lang="en-US" noProof="0" dirty="0"/>
              <a:t>Level 9</a:t>
            </a:r>
          </a:p>
          <a:p>
            <a:pPr lvl="5"/>
            <a:endParaRPr lang="en-US" noProof="0" dirty="0"/>
          </a:p>
        </p:txBody>
      </p:sp>
      <p:pic>
        <p:nvPicPr>
          <p:cNvPr id="9" name="Grafik 8">
            <a:extLst>
              <a:ext uri="{FF2B5EF4-FFF2-40B4-BE49-F238E27FC236}">
                <a16:creationId xmlns:a16="http://schemas.microsoft.com/office/drawing/2014/main" id="{D6D68B53-C20C-41E9-9ADB-DC6B70996C1A}"/>
              </a:ext>
            </a:extLst>
          </p:cNvPr>
          <p:cNvPicPr>
            <a:picLocks noChangeAspect="1"/>
          </p:cNvPicPr>
          <p:nvPr userDrawn="1"/>
        </p:nvPicPr>
        <p:blipFill>
          <a:blip r:embed="rId37">
            <a:extLst>
              <a:ext uri="{28A0092B-C50C-407E-A947-70E740481C1C}">
                <a14:useLocalDpi xmlns:a14="http://schemas.microsoft.com/office/drawing/2010/main" val="0"/>
              </a:ext>
            </a:extLst>
          </a:blip>
          <a:stretch>
            <a:fillRect/>
          </a:stretch>
        </p:blipFill>
        <p:spPr>
          <a:xfrm>
            <a:off x="601200" y="6376596"/>
            <a:ext cx="576063" cy="126555"/>
          </a:xfrm>
          <a:prstGeom prst="rect">
            <a:avLst/>
          </a:prstGeom>
        </p:spPr>
      </p:pic>
    </p:spTree>
    <p:extLst>
      <p:ext uri="{BB962C8B-B14F-4D97-AF65-F5344CB8AC3E}">
        <p14:creationId xmlns:p14="http://schemas.microsoft.com/office/powerpoint/2010/main" val="1966143933"/>
      </p:ext>
    </p:extLst>
  </p:cSld>
  <p:clrMap bg1="lt1" tx1="dk1" bg2="lt2" tx2="dk2" accent1="accent1" accent2="accent2" accent3="accent3" accent4="accent4" accent5="accent5" accent6="accent6" hlink="hlink" folHlink="folHlink"/>
  <p:sldLayoutIdLst>
    <p:sldLayoutId id="2147483658" r:id="rId1"/>
    <p:sldLayoutId id="2147483668" r:id="rId2"/>
    <p:sldLayoutId id="2147483669" r:id="rId3"/>
    <p:sldLayoutId id="2147483670" r:id="rId4"/>
    <p:sldLayoutId id="2147483671" r:id="rId5"/>
    <p:sldLayoutId id="2147483673" r:id="rId6"/>
    <p:sldLayoutId id="2147483672" r:id="rId7"/>
    <p:sldLayoutId id="2147483674" r:id="rId8"/>
    <p:sldLayoutId id="2147483675" r:id="rId9"/>
    <p:sldLayoutId id="2147483660" r:id="rId10"/>
    <p:sldLayoutId id="2147483677" r:id="rId11"/>
    <p:sldLayoutId id="2147483679" r:id="rId12"/>
    <p:sldLayoutId id="2147483676" r:id="rId13"/>
    <p:sldLayoutId id="2147483678" r:id="rId14"/>
    <p:sldLayoutId id="2147483680" r:id="rId15"/>
    <p:sldLayoutId id="2147483681" r:id="rId16"/>
    <p:sldLayoutId id="2147483663" r:id="rId17"/>
    <p:sldLayoutId id="2147483686" r:id="rId18"/>
    <p:sldLayoutId id="2147483650" r:id="rId19"/>
    <p:sldLayoutId id="2147483656" r:id="rId20"/>
    <p:sldLayoutId id="2147483657" r:id="rId21"/>
    <p:sldLayoutId id="2147483667" r:id="rId22"/>
    <p:sldLayoutId id="2147483654" r:id="rId23"/>
    <p:sldLayoutId id="2147483655" r:id="rId24"/>
    <p:sldLayoutId id="2147483693" r:id="rId25"/>
    <p:sldLayoutId id="2147483692" r:id="rId26"/>
    <p:sldLayoutId id="2147483687" r:id="rId27"/>
    <p:sldLayoutId id="2147483688" r:id="rId28"/>
    <p:sldLayoutId id="2147483689" r:id="rId29"/>
    <p:sldLayoutId id="2147483690" r:id="rId30"/>
    <p:sldLayoutId id="2147483664" r:id="rId31"/>
  </p:sldLayoutIdLst>
  <p:hf hdr="0" ftr="0"/>
  <p:txStyles>
    <p:titleStyle>
      <a:lvl1pPr algn="l" defTabSz="914400" rtl="0" eaLnBrk="1" latinLnBrk="0" hangingPunct="1">
        <a:lnSpc>
          <a:spcPts val="33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2pPr>
      <a:lvl3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4088" userDrawn="1">
          <p15:clr>
            <a:srgbClr val="F26B43"/>
          </p15:clr>
        </p15:guide>
        <p15:guide id="8" orient="horz" pos="3861" userDrawn="1">
          <p15:clr>
            <a:srgbClr val="F26B43"/>
          </p15:clr>
        </p15:guide>
        <p15:guide id="9" orient="horz" pos="935" userDrawn="1">
          <p15:clr>
            <a:srgbClr val="F26B43"/>
          </p15:clr>
        </p15:guide>
        <p15:guide id="10" orient="horz" pos="232" userDrawn="1">
          <p15:clr>
            <a:srgbClr val="F26B43"/>
          </p15:clr>
        </p15:guide>
        <p15:guide id="12" pos="370" userDrawn="1">
          <p15:clr>
            <a:srgbClr val="F26B43"/>
          </p15:clr>
        </p15:guide>
        <p15:guide id="13" pos="7310" userDrawn="1">
          <p15:clr>
            <a:srgbClr val="F26B43"/>
          </p15:clr>
        </p15:guide>
        <p15:guide id="14" orient="horz" pos="1071" userDrawn="1">
          <p15:clr>
            <a:srgbClr val="F26B43"/>
          </p15:clr>
        </p15:guide>
        <p15:guide id="17" pos="2593" userDrawn="1">
          <p15:clr>
            <a:srgbClr val="F26B43"/>
          </p15:clr>
        </p15:guide>
        <p15:guide id="18" pos="2729" userDrawn="1">
          <p15:clr>
            <a:srgbClr val="F26B43"/>
          </p15:clr>
        </p15:guide>
        <p15:guide id="19" pos="4951" userDrawn="1">
          <p15:clr>
            <a:srgbClr val="F26B43"/>
          </p15:clr>
        </p15:guide>
        <p15:guide id="20" pos="5087" userDrawn="1">
          <p15:clr>
            <a:srgbClr val="F26B43"/>
          </p15:clr>
        </p15:guide>
        <p15:guide id="21" pos="3772" userDrawn="1">
          <p15:clr>
            <a:srgbClr val="F26B43"/>
          </p15:clr>
        </p15:guide>
        <p15:guide id="22" pos="3908" userDrawn="1">
          <p15:clr>
            <a:srgbClr val="F26B43"/>
          </p15:clr>
        </p15:guide>
        <p15:guide id="23" orient="horz" pos="120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3.emf"/><Relationship Id="rId5" Type="http://schemas.openxmlformats.org/officeDocument/2006/relationships/oleObject" Target="../embeddings/oleObject5.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34.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emf"/><Relationship Id="rId5" Type="http://schemas.openxmlformats.org/officeDocument/2006/relationships/oleObject" Target="../embeddings/oleObject8.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3.emf"/><Relationship Id="rId5" Type="http://schemas.openxmlformats.org/officeDocument/2006/relationships/oleObject" Target="../embeddings/oleObject9.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3.emf"/><Relationship Id="rId5" Type="http://schemas.openxmlformats.org/officeDocument/2006/relationships/oleObject" Target="../embeddings/oleObject9.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3.emf"/><Relationship Id="rId5" Type="http://schemas.openxmlformats.org/officeDocument/2006/relationships/oleObject" Target="../embeddings/oleObject9.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emf"/><Relationship Id="rId5" Type="http://schemas.openxmlformats.org/officeDocument/2006/relationships/oleObject" Target="../embeddings/oleObject9.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chart" Target="../charts/chart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chart" Target="../charts/chart2.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chart" Target="../charts/chart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slideLayout" Target="../slideLayouts/slideLayout20.xml"/><Relationship Id="rId7" Type="http://schemas.openxmlformats.org/officeDocument/2006/relationships/chart" Target="../charts/chart4.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emf"/><Relationship Id="rId5" Type="http://schemas.openxmlformats.org/officeDocument/2006/relationships/oleObject" Target="../embeddings/oleObject13.bin"/><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slideLayout" Target="../slideLayouts/slideLayout21.xml"/><Relationship Id="rId7" Type="http://schemas.openxmlformats.org/officeDocument/2006/relationships/chart" Target="../charts/chart6.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5.xml"/><Relationship Id="rId1" Type="http://schemas.openxmlformats.org/officeDocument/2006/relationships/tags" Target="../tags/tag61.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6.xml"/><Relationship Id="rId1" Type="http://schemas.openxmlformats.org/officeDocument/2006/relationships/tags" Target="../tags/tag62.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3.xml"/><Relationship Id="rId1" Type="http://schemas.openxmlformats.org/officeDocument/2006/relationships/tags" Target="../tags/tag63.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1.emf"/><Relationship Id="rId5" Type="http://schemas.openxmlformats.org/officeDocument/2006/relationships/oleObject" Target="../embeddings/oleObject16.bin"/><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1.emf"/><Relationship Id="rId5" Type="http://schemas.openxmlformats.org/officeDocument/2006/relationships/oleObject" Target="../embeddings/oleObject17.bin"/><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1.emf"/><Relationship Id="rId5" Type="http://schemas.openxmlformats.org/officeDocument/2006/relationships/oleObject" Target="../embeddings/oleObject18.bin"/><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1.xml"/><Relationship Id="rId1" Type="http://schemas.openxmlformats.org/officeDocument/2006/relationships/tags" Target="../tags/tag74.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7.xml"/><Relationship Id="rId1" Type="http://schemas.openxmlformats.org/officeDocument/2006/relationships/slideLayout" Target="../slideLayouts/slideLayout23.xml"/><Relationship Id="rId4" Type="http://schemas.openxmlformats.org/officeDocument/2006/relationships/chart" Target="../charts/char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9.xml"/><Relationship Id="rId1" Type="http://schemas.openxmlformats.org/officeDocument/2006/relationships/slideLayout" Target="../slideLayouts/slideLayout23.xml"/><Relationship Id="rId4" Type="http://schemas.openxmlformats.org/officeDocument/2006/relationships/chart" Target="../charts/char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3.xml"/><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3.xml"/><Relationship Id="rId5" Type="http://schemas.openxmlformats.org/officeDocument/2006/relationships/image" Target="../media/image23.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7.xml"/><Relationship Id="rId1" Type="http://schemas.openxmlformats.org/officeDocument/2006/relationships/slideLayout" Target="../slideLayouts/slideLayout23.xml"/><Relationship Id="rId4" Type="http://schemas.openxmlformats.org/officeDocument/2006/relationships/chart" Target="../charts/char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3.emf"/><Relationship Id="rId5" Type="http://schemas.openxmlformats.org/officeDocument/2006/relationships/oleObject" Target="../embeddings/oleObject21.bin"/><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1.emf"/><Relationship Id="rId5" Type="http://schemas.openxmlformats.org/officeDocument/2006/relationships/oleObject" Target="../embeddings/oleObject22.bin"/><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1.emf"/><Relationship Id="rId5" Type="http://schemas.openxmlformats.org/officeDocument/2006/relationships/oleObject" Target="../embeddings/oleObject22.bin"/><Relationship Id="rId4"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96C29CD-42DE-41F2-9026-BB6CBDABD28C}"/>
              </a:ext>
            </a:extLst>
          </p:cNvPr>
          <p:cNvGraphicFramePr>
            <a:graphicFrameLocks noChangeAspect="1"/>
          </p:cNvGraphicFramePr>
          <p:nvPr>
            <p:custDataLst>
              <p:tags r:id="rId1"/>
            </p:custDataLst>
            <p:extLst>
              <p:ext uri="{D42A27DB-BD31-4B8C-83A1-F6EECF244321}">
                <p14:modId xmlns:p14="http://schemas.microsoft.com/office/powerpoint/2010/main" val="23206927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5" name="Object 4" hidden="1">
                        <a:extLst>
                          <a:ext uri="{FF2B5EF4-FFF2-40B4-BE49-F238E27FC236}">
                            <a16:creationId xmlns:a16="http://schemas.microsoft.com/office/drawing/2014/main" id="{196C29CD-42DE-41F2-9026-BB6CBDABD28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FA17564-C568-45CE-BAAE-CDA5F2D977FB}"/>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GB" sz="4300" b="1" dirty="0" err="1">
              <a:latin typeface="Arial" panose="020B0604020202020204" pitchFamily="34" charset="0"/>
              <a:ea typeface="+mj-ea"/>
              <a:cs typeface="+mj-cs"/>
              <a:sym typeface="Arial" panose="020B0604020202020204" pitchFamily="34" charset="0"/>
            </a:endParaRPr>
          </a:p>
        </p:txBody>
      </p:sp>
      <p:sp>
        <p:nvSpPr>
          <p:cNvPr id="3" name="Date Placeholder 2">
            <a:extLst>
              <a:ext uri="{FF2B5EF4-FFF2-40B4-BE49-F238E27FC236}">
                <a16:creationId xmlns:a16="http://schemas.microsoft.com/office/drawing/2014/main" id="{ECCEDB3A-2368-42D4-A2A3-210DFA3CF489}"/>
              </a:ext>
            </a:extLst>
          </p:cNvPr>
          <p:cNvSpPr>
            <a:spLocks noGrp="1"/>
          </p:cNvSpPr>
          <p:nvPr>
            <p:ph type="dt" sz="half" idx="10"/>
          </p:nvPr>
        </p:nvSpPr>
        <p:spPr/>
        <p:txBody>
          <a:bodyPr/>
          <a:lstStyle/>
          <a:p>
            <a:fld id="{9B2E1F0E-1AA4-418F-B59C-EA20BDEE5051}" type="datetime3">
              <a:rPr lang="en-US" smtClean="0"/>
              <a:t>23 February 2026</a:t>
            </a:fld>
            <a:endParaRPr lang="en-US" dirty="0"/>
          </a:p>
        </p:txBody>
      </p:sp>
      <p:sp>
        <p:nvSpPr>
          <p:cNvPr id="2" name="Titel 11">
            <a:extLst>
              <a:ext uri="{FF2B5EF4-FFF2-40B4-BE49-F238E27FC236}">
                <a16:creationId xmlns:a16="http://schemas.microsoft.com/office/drawing/2014/main" id="{126200D0-F588-20E4-B79B-A0D02083B24E}"/>
              </a:ext>
            </a:extLst>
          </p:cNvPr>
          <p:cNvSpPr txBox="1">
            <a:spLocks/>
          </p:cNvSpPr>
          <p:nvPr/>
        </p:nvSpPr>
        <p:spPr bwMode="gray">
          <a:xfrm>
            <a:off x="914400" y="2055412"/>
            <a:ext cx="8850108" cy="1512168"/>
          </a:xfrm>
          <a:prstGeom prst="rect">
            <a:avLst/>
          </a:prstGeom>
        </p:spPr>
        <p:txBody>
          <a:bodyPr vert="horz" lIns="0" tIns="43200" rIns="0" bIns="0" rtlCol="0" anchor="t" anchorCtr="0">
            <a:noAutofit/>
          </a:bodyPr>
          <a:lstStyle>
            <a:lvl1pPr algn="l" defTabSz="914400" rtl="0" eaLnBrk="1" latinLnBrk="0" hangingPunct="1">
              <a:lnSpc>
                <a:spcPct val="100000"/>
              </a:lnSpc>
              <a:spcBef>
                <a:spcPts val="0"/>
              </a:spcBef>
              <a:buNone/>
              <a:defRPr sz="4300" b="1" kern="1200">
                <a:solidFill>
                  <a:schemeClr val="tx1"/>
                </a:solidFill>
                <a:latin typeface="+mj-lt"/>
                <a:ea typeface="+mj-ea"/>
                <a:cs typeface="+mj-cs"/>
              </a:defRPr>
            </a:lvl1pPr>
          </a:lstStyle>
          <a:p>
            <a:pPr>
              <a:buFontTx/>
            </a:pPr>
            <a:r>
              <a:rPr lang="de-DE" dirty="0"/>
              <a:t>Internal Audit - Eurex Clearing AG Monthly Reporting</a:t>
            </a:r>
            <a:endParaRPr lang="en-US" dirty="0"/>
          </a:p>
        </p:txBody>
      </p:sp>
    </p:spTree>
    <p:extLst>
      <p:ext uri="{BB962C8B-B14F-4D97-AF65-F5344CB8AC3E}">
        <p14:creationId xmlns:p14="http://schemas.microsoft.com/office/powerpoint/2010/main" val="19292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6D5BBA2-B45D-424D-82F6-D951A1994F49}"/>
              </a:ext>
            </a:extLst>
          </p:cNvPr>
          <p:cNvGraphicFramePr>
            <a:graphicFrameLocks noChangeAspect="1"/>
          </p:cNvGraphicFramePr>
          <p:nvPr>
            <p:custDataLst>
              <p:tags r:id="rId1"/>
            </p:custDataLst>
            <p:extLst>
              <p:ext uri="{D42A27DB-BD31-4B8C-83A1-F6EECF244321}">
                <p14:modId xmlns:p14="http://schemas.microsoft.com/office/powerpoint/2010/main" val="2305467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7" name="Object 6" hidden="1">
                        <a:extLst>
                          <a:ext uri="{FF2B5EF4-FFF2-40B4-BE49-F238E27FC236}">
                            <a16:creationId xmlns:a16="http://schemas.microsoft.com/office/drawing/2014/main" id="{16D5BBA2-B45D-424D-82F6-D951A1994F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590B9A1-C248-4D96-83D7-221694CC7B10}"/>
              </a:ext>
            </a:extLst>
          </p:cNvPr>
          <p:cNvSpPr>
            <a:spLocks noGrp="1"/>
          </p:cNvSpPr>
          <p:nvPr>
            <p:ph type="title"/>
          </p:nvPr>
        </p:nvSpPr>
        <p:spPr/>
        <p:txBody>
          <a:bodyPr/>
          <a:lstStyle/>
          <a:p>
            <a:r>
              <a:rPr lang="en-US" dirty="0"/>
              <a:t>Agenda</a:t>
            </a:r>
          </a:p>
        </p:txBody>
      </p:sp>
      <p:graphicFrame>
        <p:nvGraphicFramePr>
          <p:cNvPr id="8" name="Table 8">
            <a:extLst>
              <a:ext uri="{FF2B5EF4-FFF2-40B4-BE49-F238E27FC236}">
                <a16:creationId xmlns:a16="http://schemas.microsoft.com/office/drawing/2014/main" id="{5A76C9E8-CCD2-4315-8246-21867446295E}"/>
              </a:ext>
            </a:extLst>
          </p:cNvPr>
          <p:cNvGraphicFramePr>
            <a:graphicFrameLocks noGrp="1"/>
          </p:cNvGraphicFramePr>
          <p:nvPr>
            <p:ph idx="1"/>
            <p:extLst>
              <p:ext uri="{D42A27DB-BD31-4B8C-83A1-F6EECF244321}">
                <p14:modId xmlns:p14="http://schemas.microsoft.com/office/powerpoint/2010/main" val="1233705026"/>
              </p:ext>
            </p:extLst>
          </p:nvPr>
        </p:nvGraphicFramePr>
        <p:xfrm>
          <a:off x="587375" y="1700213"/>
          <a:ext cx="10620000" cy="6296916"/>
        </p:xfrm>
        <a:graphic>
          <a:graphicData uri="http://schemas.openxmlformats.org/drawingml/2006/table">
            <a:tbl>
              <a:tblPr firstRow="1" bandRow="1">
                <a:tableStyleId>{69E97D87-A029-4C6C-A0FF-1963AD8DBCBE}</a:tableStyleId>
              </a:tblPr>
              <a:tblGrid>
                <a:gridCol w="540000">
                  <a:extLst>
                    <a:ext uri="{9D8B030D-6E8A-4147-A177-3AD203B41FA5}">
                      <a16:colId xmlns:a16="http://schemas.microsoft.com/office/drawing/2014/main" val="1755225502"/>
                    </a:ext>
                  </a:extLst>
                </a:gridCol>
                <a:gridCol w="4500000">
                  <a:extLst>
                    <a:ext uri="{9D8B030D-6E8A-4147-A177-3AD203B41FA5}">
                      <a16:colId xmlns:a16="http://schemas.microsoft.com/office/drawing/2014/main" val="3671298331"/>
                    </a:ext>
                  </a:extLst>
                </a:gridCol>
                <a:gridCol w="540000">
                  <a:extLst>
                    <a:ext uri="{9D8B030D-6E8A-4147-A177-3AD203B41FA5}">
                      <a16:colId xmlns:a16="http://schemas.microsoft.com/office/drawing/2014/main" val="3971555700"/>
                    </a:ext>
                  </a:extLst>
                </a:gridCol>
                <a:gridCol w="540000">
                  <a:extLst>
                    <a:ext uri="{9D8B030D-6E8A-4147-A177-3AD203B41FA5}">
                      <a16:colId xmlns:a16="http://schemas.microsoft.com/office/drawing/2014/main" val="3607753316"/>
                    </a:ext>
                  </a:extLst>
                </a:gridCol>
                <a:gridCol w="4500000">
                  <a:extLst>
                    <a:ext uri="{9D8B030D-6E8A-4147-A177-3AD203B41FA5}">
                      <a16:colId xmlns:a16="http://schemas.microsoft.com/office/drawing/2014/main" val="2725180249"/>
                    </a:ext>
                  </a:extLst>
                </a:gridCol>
              </a:tblGrid>
              <a:tr h="370840">
                <a:tc>
                  <a:txBody>
                    <a:bodyPr/>
                    <a:lstStyle/>
                    <a:p>
                      <a:r>
                        <a:rPr lang="de-DE" sz="3000" b="1" dirty="0">
                          <a:solidFill>
                            <a:schemeClr val="accent2"/>
                          </a:solidFill>
                          <a:latin typeface="+mn-lt"/>
                        </a:rPr>
                        <a:t>1</a:t>
                      </a:r>
                      <a:endParaRPr lang="en-GB" sz="3000" b="1" dirty="0">
                        <a:solidFill>
                          <a:schemeClr val="accent2"/>
                        </a:solidFill>
                        <a:latin typeface="+mn-lt"/>
                      </a:endParaRPr>
                    </a:p>
                  </a:txBody>
                  <a:tcPr>
                    <a:lnL>
                      <a:noFill/>
                    </a:lnL>
                    <a:lnR>
                      <a:noFill/>
                    </a:lnR>
                    <a:lnT>
                      <a:noFill/>
                    </a:lnT>
                    <a:lnB w="6350" cap="flat" cmpd="sng" algn="ctr">
                      <a:noFill/>
                      <a:prstDash val="solid"/>
                    </a:lnB>
                    <a:lnTlToBr>
                      <a:noFill/>
                    </a:lnTlToBr>
                    <a:lnBlToTr>
                      <a:noFill/>
                    </a:lnBlToTr>
                    <a:noFill/>
                  </a:tcPr>
                </a:tc>
                <a:tc>
                  <a:txBody>
                    <a:bodyPr/>
                    <a:lstStyle/>
                    <a:p>
                      <a:pPr marL="0" marR="0" lvl="0" indent="0" algn="l" defTabSz="914400" rtl="0" eaLnBrk="1" fontAlgn="auto" latinLnBrk="0" hangingPunct="1">
                        <a:lnSpc>
                          <a:spcPct val="110000"/>
                        </a:lnSpc>
                        <a:spcBef>
                          <a:spcPts val="0"/>
                        </a:spcBef>
                        <a:spcAft>
                          <a:spcPts val="0"/>
                        </a:spcAft>
                        <a:buClrTx/>
                        <a:buSzTx/>
                        <a:buFont typeface="Wingdings" panose="05000000000000000000" pitchFamily="2" charset="2"/>
                        <a:buNone/>
                        <a:tabLst/>
                        <a:defRPr/>
                      </a:pPr>
                      <a:r>
                        <a:rPr lang="de-DE" sz="2000" b="0" i="0" kern="1200" dirty="0">
                          <a:solidFill>
                            <a:schemeClr val="tx1"/>
                          </a:solidFill>
                          <a:latin typeface="+mj-lt"/>
                          <a:ea typeface="+mj-ea"/>
                          <a:cs typeface="+mj-cs"/>
                        </a:rPr>
                        <a:t>How </a:t>
                      </a:r>
                      <a:r>
                        <a:rPr lang="de-DE" sz="2000" b="0" i="0" kern="1200" dirty="0" err="1">
                          <a:solidFill>
                            <a:schemeClr val="tx1"/>
                          </a:solidFill>
                          <a:latin typeface="+mj-lt"/>
                          <a:ea typeface="+mj-ea"/>
                          <a:cs typeface="+mj-cs"/>
                        </a:rPr>
                        <a:t>we</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were</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preparaing</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the</a:t>
                      </a:r>
                      <a:r>
                        <a:rPr lang="de-DE" sz="2000" b="0" i="0" kern="1200" dirty="0">
                          <a:solidFill>
                            <a:schemeClr val="tx1"/>
                          </a:solidFill>
                          <a:latin typeface="+mj-lt"/>
                          <a:ea typeface="+mj-ea"/>
                          <a:cs typeface="+mj-cs"/>
                        </a:rPr>
                        <a:t> Monthly </a:t>
                      </a:r>
                      <a:r>
                        <a:rPr lang="de-DE" sz="2000" b="0" i="0" kern="1200" dirty="0" err="1">
                          <a:solidFill>
                            <a:schemeClr val="tx1"/>
                          </a:solidFill>
                          <a:latin typeface="+mj-lt"/>
                          <a:ea typeface="+mj-ea"/>
                          <a:cs typeface="+mj-cs"/>
                        </a:rPr>
                        <a:t>report</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Before</a:t>
                      </a:r>
                      <a:br>
                        <a:rPr lang="de-DE" sz="2000" b="0" i="0" kern="1200" dirty="0">
                          <a:solidFill>
                            <a:schemeClr val="tx1"/>
                          </a:solidFill>
                          <a:latin typeface="+mj-lt"/>
                          <a:ea typeface="+mj-ea"/>
                          <a:cs typeface="+mj-cs"/>
                        </a:rPr>
                      </a:br>
                      <a:r>
                        <a:rPr lang="de-DE" sz="2000" b="0" i="0" kern="1200" dirty="0">
                          <a:solidFill>
                            <a:schemeClr val="tx1"/>
                          </a:solidFill>
                          <a:latin typeface="+mj-lt"/>
                          <a:ea typeface="+mj-ea"/>
                          <a:cs typeface="+mj-cs"/>
                        </a:rPr>
                        <a:t>-</a:t>
                      </a:r>
                      <a:r>
                        <a:rPr lang="de-DE" sz="2000" b="0" i="0" kern="1200" dirty="0" err="1">
                          <a:solidFill>
                            <a:schemeClr val="tx1"/>
                          </a:solidFill>
                          <a:latin typeface="+mj-lt"/>
                          <a:ea typeface="+mj-ea"/>
                          <a:cs typeface="+mj-cs"/>
                        </a:rPr>
                        <a:t>Grunt</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work</a:t>
                      </a:r>
                      <a:r>
                        <a:rPr lang="de-DE" sz="2000" b="0" i="0" kern="1200" dirty="0">
                          <a:solidFill>
                            <a:schemeClr val="tx1"/>
                          </a:solidFill>
                          <a:latin typeface="+mj-lt"/>
                          <a:ea typeface="+mj-ea"/>
                          <a:cs typeface="+mj-cs"/>
                        </a:rPr>
                        <a:t>, Minimum 6 </a:t>
                      </a:r>
                      <a:r>
                        <a:rPr lang="de-DE" sz="2000" b="0" i="0" kern="1200" dirty="0" err="1">
                          <a:solidFill>
                            <a:schemeClr val="tx1"/>
                          </a:solidFill>
                          <a:latin typeface="+mj-lt"/>
                          <a:ea typeface="+mj-ea"/>
                          <a:cs typeface="+mj-cs"/>
                        </a:rPr>
                        <a:t>hrs</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of</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manual</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work</a:t>
                      </a:r>
                      <a:r>
                        <a:rPr lang="de-DE" sz="2000" b="0" i="0" kern="1200" dirty="0">
                          <a:solidFill>
                            <a:schemeClr val="tx1"/>
                          </a:solidFill>
                          <a:latin typeface="+mj-lt"/>
                          <a:ea typeface="+mj-ea"/>
                          <a:cs typeface="+mj-cs"/>
                        </a:rPr>
                        <a:t>, Always </a:t>
                      </a:r>
                      <a:r>
                        <a:rPr lang="de-DE" sz="2000" b="0" i="0" kern="1200" dirty="0" err="1">
                          <a:solidFill>
                            <a:schemeClr val="tx1"/>
                          </a:solidFill>
                          <a:latin typeface="+mj-lt"/>
                          <a:ea typeface="+mj-ea"/>
                          <a:cs typeface="+mj-cs"/>
                        </a:rPr>
                        <a:t>got</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feed</a:t>
                      </a:r>
                      <a:r>
                        <a:rPr lang="de-DE" sz="2000" b="0" i="0" kern="1200" dirty="0">
                          <a:solidFill>
                            <a:schemeClr val="tx1"/>
                          </a:solidFill>
                          <a:latin typeface="+mj-lt"/>
                          <a:ea typeface="+mj-ea"/>
                          <a:cs typeface="+mj-cs"/>
                        </a:rPr>
                        <a:t> back </a:t>
                      </a:r>
                      <a:r>
                        <a:rPr lang="de-DE" sz="2000" b="0" i="0" kern="1200" dirty="0" err="1">
                          <a:solidFill>
                            <a:schemeClr val="tx1"/>
                          </a:solidFill>
                          <a:latin typeface="+mj-lt"/>
                          <a:ea typeface="+mj-ea"/>
                          <a:cs typeface="+mj-cs"/>
                        </a:rPr>
                        <a:t>from</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katja</a:t>
                      </a:r>
                      <a:r>
                        <a:rPr lang="de-DE" sz="2000" b="0" i="0" kern="1200" dirty="0">
                          <a:solidFill>
                            <a:schemeClr val="tx1"/>
                          </a:solidFill>
                          <a:latin typeface="+mj-lt"/>
                          <a:ea typeface="+mj-ea"/>
                          <a:cs typeface="+mj-cs"/>
                        </a:rPr>
                        <a:t> </a:t>
                      </a:r>
                      <a:r>
                        <a:rPr lang="de-DE" sz="2000" b="0" i="0" kern="1200" dirty="0" err="1">
                          <a:solidFill>
                            <a:schemeClr val="tx1"/>
                          </a:solidFill>
                          <a:latin typeface="+mj-lt"/>
                          <a:ea typeface="+mj-ea"/>
                          <a:cs typeface="+mj-cs"/>
                        </a:rPr>
                        <a:t>rathe</a:t>
                      </a:r>
                      <a:r>
                        <a:rPr lang="de-DE" sz="2000" b="0" i="0" kern="1200" dirty="0">
                          <a:solidFill>
                            <a:schemeClr val="tx1"/>
                          </a:solidFill>
                          <a:latin typeface="+mj-lt"/>
                          <a:ea typeface="+mj-ea"/>
                          <a:cs typeface="+mj-cs"/>
                        </a:rPr>
                        <a:t>.</a:t>
                      </a:r>
                      <a:endParaRPr lang="de-DE" sz="2000" b="0" i="0" kern="1200" dirty="0">
                        <a:solidFill>
                          <a:schemeClr val="tx1"/>
                        </a:solidFill>
                        <a:latin typeface="+mn-lt"/>
                        <a:ea typeface="+mn-ea"/>
                        <a:cs typeface="+mn-cs"/>
                      </a:endParaRPr>
                    </a:p>
                    <a:p>
                      <a:pPr marL="0" indent="0" algn="l" defTabSz="914400" rtl="0" eaLnBrk="1" latinLnBrk="0" hangingPunct="1">
                        <a:lnSpc>
                          <a:spcPct val="110000"/>
                        </a:lnSpc>
                        <a:spcBef>
                          <a:spcPts val="0"/>
                        </a:spcBef>
                        <a:buFont typeface="Wingdings" panose="05000000000000000000" pitchFamily="2" charset="2"/>
                        <a:buNone/>
                      </a:pPr>
                      <a:endParaRPr lang="en-GB" sz="2000" b="0" i="0" kern="1200" dirty="0">
                        <a:solidFill>
                          <a:schemeClr val="tx1"/>
                        </a:solidFill>
                        <a:latin typeface="+mn-lt"/>
                        <a:ea typeface="+mn-ea"/>
                        <a:cs typeface="+mn-cs"/>
                      </a:endParaRPr>
                    </a:p>
                  </a:txBody>
                  <a:tcPr>
                    <a:lnL>
                      <a:noFill/>
                    </a:lnL>
                    <a:lnR>
                      <a:noFill/>
                    </a:lnR>
                    <a:lnT>
                      <a:noFill/>
                    </a:lnT>
                    <a:lnB w="6350" cap="flat" cmpd="sng" algn="ctr">
                      <a:noFill/>
                      <a:prstDash val="solid"/>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2000" b="0" i="0" kern="1200" dirty="0">
                        <a:solidFill>
                          <a:schemeClr val="tx1"/>
                        </a:solidFill>
                        <a:latin typeface="+mn-lt"/>
                        <a:ea typeface="+mn-ea"/>
                        <a:cs typeface="+mn-cs"/>
                      </a:endParaRPr>
                    </a:p>
                  </a:txBody>
                  <a:tcPr>
                    <a:lnL>
                      <a:noFill/>
                    </a:lnL>
                    <a:lnR>
                      <a:noFill/>
                    </a:lnR>
                    <a:lnT>
                      <a:noFill/>
                    </a:lnT>
                    <a:lnB w="6350" cap="flat" cmpd="sng" algn="ctr">
                      <a:noFill/>
                      <a:prstDash val="solid"/>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r>
                        <a:rPr lang="de-DE" sz="3000" b="1" i="0" kern="1200" dirty="0">
                          <a:solidFill>
                            <a:schemeClr val="accent2"/>
                          </a:solidFill>
                          <a:latin typeface="+mn-lt"/>
                          <a:ea typeface="+mj-ea"/>
                          <a:cs typeface="+mj-cs"/>
                        </a:rPr>
                        <a:t>5</a:t>
                      </a:r>
                      <a:endParaRPr lang="en-GB" sz="3000" b="1" i="0" kern="1200" dirty="0">
                        <a:solidFill>
                          <a:schemeClr val="accent2"/>
                        </a:solidFill>
                        <a:latin typeface="+mn-lt"/>
                        <a:ea typeface="+mj-ea"/>
                        <a:cs typeface="+mj-cs"/>
                      </a:endParaRPr>
                    </a:p>
                  </a:txBody>
                  <a:tcPr>
                    <a:lnL>
                      <a:noFill/>
                    </a:lnL>
                    <a:lnR>
                      <a:noFill/>
                    </a:lnR>
                    <a:lnT>
                      <a:noFill/>
                    </a:lnT>
                    <a:lnB w="6350" cap="flat" cmpd="sng" algn="ctr">
                      <a:noFill/>
                      <a:prstDash val="solid"/>
                    </a:lnB>
                    <a:lnTlToBr>
                      <a:noFill/>
                    </a:lnTlToBr>
                    <a:lnBlToTr>
                      <a:noFill/>
                    </a:lnBlToTr>
                    <a:noFill/>
                  </a:tcPr>
                </a:tc>
                <a:tc>
                  <a:txBody>
                    <a:bodyPr/>
                    <a:lstStyle/>
                    <a:p>
                      <a:pPr marL="0" marR="0" lvl="0" indent="0" algn="l" defTabSz="914400" rtl="0" eaLnBrk="1" fontAlgn="auto" latinLnBrk="0" hangingPunct="1">
                        <a:lnSpc>
                          <a:spcPct val="110000"/>
                        </a:lnSpc>
                        <a:spcBef>
                          <a:spcPts val="0"/>
                        </a:spcBef>
                        <a:spcAft>
                          <a:spcPts val="0"/>
                        </a:spcAft>
                        <a:buClrTx/>
                        <a:buSzTx/>
                        <a:buFont typeface="Wingdings" panose="05000000000000000000" pitchFamily="2" charset="2"/>
                        <a:buNone/>
                        <a:tabLst/>
                        <a:defRPr/>
                      </a:pPr>
                      <a:r>
                        <a:rPr lang="de-DE" sz="2000" b="0" i="0" kern="1200" dirty="0">
                          <a:solidFill>
                            <a:schemeClr val="tx1"/>
                          </a:solidFill>
                          <a:latin typeface="+mn-lt"/>
                          <a:ea typeface="+mn-ea"/>
                          <a:cs typeface="+mn-cs"/>
                        </a:rPr>
                        <a:t>Problems </a:t>
                      </a:r>
                      <a:r>
                        <a:rPr lang="de-DE" sz="2000" b="0" i="0" kern="1200" dirty="0" err="1">
                          <a:solidFill>
                            <a:schemeClr val="tx1"/>
                          </a:solidFill>
                          <a:latin typeface="+mn-lt"/>
                          <a:ea typeface="+mn-ea"/>
                          <a:cs typeface="+mn-cs"/>
                        </a:rPr>
                        <a:t>faced</a:t>
                      </a:r>
                      <a:r>
                        <a:rPr lang="de-DE" sz="2000" b="0" i="0" kern="1200" dirty="0">
                          <a:solidFill>
                            <a:schemeClr val="tx1"/>
                          </a:solidFill>
                          <a:latin typeface="+mn-lt"/>
                          <a:ea typeface="+mn-ea"/>
                          <a:cs typeface="+mn-cs"/>
                        </a:rPr>
                        <a:t> –IT </a:t>
                      </a:r>
                      <a:r>
                        <a:rPr lang="de-DE" sz="2000" b="0" i="0" kern="1200" dirty="0" err="1">
                          <a:solidFill>
                            <a:schemeClr val="tx1"/>
                          </a:solidFill>
                          <a:latin typeface="+mn-lt"/>
                          <a:ea typeface="+mn-ea"/>
                          <a:cs typeface="+mn-cs"/>
                        </a:rPr>
                        <a:t>hosting</a:t>
                      </a:r>
                      <a:r>
                        <a:rPr lang="de-DE" sz="2000" b="0" i="0" kern="1200" dirty="0">
                          <a:solidFill>
                            <a:schemeClr val="tx1"/>
                          </a:solidFill>
                          <a:latin typeface="+mn-lt"/>
                          <a:ea typeface="+mn-ea"/>
                          <a:cs typeface="+mn-cs"/>
                        </a:rPr>
                        <a:t> </a:t>
                      </a:r>
                    </a:p>
                    <a:p>
                      <a:pPr marL="0" indent="0" algn="l" defTabSz="914400" rtl="0" eaLnBrk="1" latinLnBrk="0" hangingPunct="1">
                        <a:lnSpc>
                          <a:spcPct val="110000"/>
                        </a:lnSpc>
                        <a:spcBef>
                          <a:spcPts val="0"/>
                        </a:spcBef>
                        <a:buFont typeface="Wingdings" panose="05000000000000000000" pitchFamily="2" charset="2"/>
                        <a:buNone/>
                      </a:pPr>
                      <a:r>
                        <a:rPr lang="en-GB" sz="2000" b="0" i="0" kern="1200" dirty="0">
                          <a:solidFill>
                            <a:schemeClr val="tx1"/>
                          </a:solidFill>
                          <a:latin typeface="+mn-lt"/>
                          <a:ea typeface="+mn-ea"/>
                          <a:cs typeface="+mn-cs"/>
                        </a:rPr>
                        <a:t>- First </a:t>
                      </a:r>
                      <a:r>
                        <a:rPr lang="en-GB" sz="2000" b="0" i="0" kern="1200" dirty="0" err="1">
                          <a:solidFill>
                            <a:schemeClr val="tx1"/>
                          </a:solidFill>
                          <a:latin typeface="+mn-lt"/>
                          <a:ea typeface="+mn-ea"/>
                          <a:cs typeface="+mn-cs"/>
                        </a:rPr>
                        <a:t>prapred</a:t>
                      </a:r>
                      <a:r>
                        <a:rPr lang="en-GB" sz="2000" b="0" i="0" kern="1200" dirty="0">
                          <a:solidFill>
                            <a:schemeClr val="tx1"/>
                          </a:solidFill>
                          <a:latin typeface="+mn-lt"/>
                          <a:ea typeface="+mn-ea"/>
                          <a:cs typeface="+mn-cs"/>
                        </a:rPr>
                        <a:t> in </a:t>
                      </a:r>
                      <a:r>
                        <a:rPr lang="en-GB" sz="2000" b="0" i="0" kern="1200" dirty="0" err="1">
                          <a:solidFill>
                            <a:schemeClr val="tx1"/>
                          </a:solidFill>
                          <a:latin typeface="+mn-lt"/>
                          <a:ea typeface="+mn-ea"/>
                          <a:cs typeface="+mn-cs"/>
                        </a:rPr>
                        <a:t>stramlight</a:t>
                      </a:r>
                      <a:r>
                        <a:rPr lang="en-GB" sz="2000" b="0" i="0" kern="1200" dirty="0">
                          <a:solidFill>
                            <a:schemeClr val="tx1"/>
                          </a:solidFill>
                          <a:latin typeface="+mn-lt"/>
                          <a:ea typeface="+mn-ea"/>
                          <a:cs typeface="+mn-cs"/>
                        </a:rPr>
                        <a:t> basically a we app and at the end had to hosted by it, problems with budgets and multiple approvals</a:t>
                      </a:r>
                    </a:p>
                  </a:txBody>
                  <a:tcPr>
                    <a:lnL>
                      <a:noFill/>
                    </a:lnL>
                    <a:lnR>
                      <a:noFill/>
                    </a:lnR>
                    <a:lnT>
                      <a:noFill/>
                    </a:lnT>
                    <a:lnB w="6350" cap="flat" cmpd="sng" algn="ctr">
                      <a:noFill/>
                      <a:prstDash val="solid"/>
                    </a:lnB>
                    <a:lnTlToBr>
                      <a:noFill/>
                    </a:lnTlToBr>
                    <a:lnBlToTr>
                      <a:noFill/>
                    </a:lnBlToTr>
                    <a:noFill/>
                  </a:tcPr>
                </a:tc>
                <a:extLst>
                  <a:ext uri="{0D108BD9-81ED-4DB2-BD59-A6C34878D82A}">
                    <a16:rowId xmlns:a16="http://schemas.microsoft.com/office/drawing/2014/main" val="783791722"/>
                  </a:ext>
                </a:extLst>
              </a:tr>
              <a:tr h="370840">
                <a:tc>
                  <a:txBody>
                    <a:bodyPr/>
                    <a:lstStyle/>
                    <a:p>
                      <a:r>
                        <a:rPr lang="de-DE" sz="3000" b="1" dirty="0">
                          <a:solidFill>
                            <a:schemeClr val="accent2"/>
                          </a:solidFill>
                          <a:latin typeface="+mn-lt"/>
                        </a:rPr>
                        <a:t>2</a:t>
                      </a:r>
                      <a:endParaRPr lang="en-GB" sz="3000" b="1" dirty="0">
                        <a:solidFill>
                          <a:schemeClr val="accent2"/>
                        </a:solidFill>
                        <a:latin typeface="+mn-lt"/>
                      </a:endParaRPr>
                    </a:p>
                  </a:txBody>
                  <a:tcPr>
                    <a:lnL>
                      <a:noFill/>
                    </a:lnL>
                    <a:lnR>
                      <a:noFill/>
                    </a:lnR>
                    <a:lnT w="6350" cap="flat" cmpd="sng" algn="ctr">
                      <a:noFill/>
                      <a:prstDash val="solid"/>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r>
                        <a:rPr lang="de-DE" sz="2000" b="0" i="0" kern="1200" dirty="0">
                          <a:solidFill>
                            <a:schemeClr val="tx1"/>
                          </a:solidFill>
                          <a:latin typeface="+mn-lt"/>
                          <a:ea typeface="+mn-ea"/>
                          <a:cs typeface="+mn-cs"/>
                        </a:rPr>
                        <a:t>Automation </a:t>
                      </a:r>
                      <a:r>
                        <a:rPr lang="de-DE" sz="2000" b="0" i="0" kern="1200" dirty="0" err="1">
                          <a:solidFill>
                            <a:schemeClr val="tx1"/>
                          </a:solidFill>
                          <a:latin typeface="+mn-lt"/>
                          <a:ea typeface="+mn-ea"/>
                          <a:cs typeface="+mn-cs"/>
                        </a:rPr>
                        <a:t>with</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python</a:t>
                      </a:r>
                      <a:r>
                        <a:rPr lang="de-DE" sz="2000" b="0" i="0" kern="1200" dirty="0">
                          <a:solidFill>
                            <a:schemeClr val="tx1"/>
                          </a:solidFill>
                          <a:latin typeface="+mn-lt"/>
                          <a:ea typeface="+mn-ea"/>
                          <a:cs typeface="+mn-cs"/>
                        </a:rPr>
                        <a:t> – </a:t>
                      </a:r>
                      <a:r>
                        <a:rPr lang="de-DE" sz="2000" b="0" i="0" kern="1200" dirty="0" err="1">
                          <a:solidFill>
                            <a:schemeClr val="tx1"/>
                          </a:solidFill>
                          <a:latin typeface="+mn-lt"/>
                          <a:ea typeface="+mn-ea"/>
                          <a:cs typeface="+mn-cs"/>
                        </a:rPr>
                        <a:t>Basically</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What</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the</a:t>
                      </a:r>
                      <a:r>
                        <a:rPr lang="de-DE" sz="2000" b="0" i="0" kern="1200" dirty="0">
                          <a:solidFill>
                            <a:schemeClr val="tx1"/>
                          </a:solidFill>
                          <a:latin typeface="+mn-lt"/>
                          <a:ea typeface="+mn-ea"/>
                          <a:cs typeface="+mn-cs"/>
                        </a:rPr>
                        <a:t> Code </a:t>
                      </a:r>
                      <a:r>
                        <a:rPr lang="de-DE" sz="2000" b="0" i="0" kern="1200" dirty="0" err="1">
                          <a:solidFill>
                            <a:schemeClr val="tx1"/>
                          </a:solidFill>
                          <a:latin typeface="+mn-lt"/>
                          <a:ea typeface="+mn-ea"/>
                          <a:cs typeface="+mn-cs"/>
                        </a:rPr>
                        <a:t>does</a:t>
                      </a:r>
                      <a:r>
                        <a:rPr lang="de-DE" sz="2000" b="0" i="0" kern="1200" dirty="0">
                          <a:solidFill>
                            <a:schemeClr val="tx1"/>
                          </a:solidFill>
                          <a:latin typeface="+mn-lt"/>
                          <a:ea typeface="+mn-ea"/>
                          <a:cs typeface="+mn-cs"/>
                        </a:rPr>
                        <a:t> in </a:t>
                      </a:r>
                      <a:r>
                        <a:rPr lang="de-DE" sz="2000" b="0" i="0" kern="1200" dirty="0" err="1">
                          <a:solidFill>
                            <a:schemeClr val="tx1"/>
                          </a:solidFill>
                          <a:latin typeface="+mn-lt"/>
                          <a:ea typeface="+mn-ea"/>
                          <a:cs typeface="+mn-cs"/>
                        </a:rPr>
                        <a:t>Seconds</a:t>
                      </a:r>
                      <a:r>
                        <a:rPr lang="de-DE" sz="2000" b="0" i="0" kern="1200" dirty="0">
                          <a:solidFill>
                            <a:schemeClr val="tx1"/>
                          </a:solidFill>
                          <a:latin typeface="+mn-lt"/>
                          <a:ea typeface="+mn-ea"/>
                          <a:cs typeface="+mn-cs"/>
                        </a:rPr>
                        <a:t>.</a:t>
                      </a:r>
                      <a:br>
                        <a:rPr lang="de-DE" sz="2000" b="0" i="0" kern="1200" dirty="0">
                          <a:solidFill>
                            <a:schemeClr val="tx1"/>
                          </a:solidFill>
                          <a:latin typeface="+mn-lt"/>
                          <a:ea typeface="+mn-ea"/>
                          <a:cs typeface="+mn-cs"/>
                        </a:rPr>
                      </a:br>
                      <a:r>
                        <a:rPr lang="de-DE" sz="2000" b="0" i="0" kern="1200" dirty="0">
                          <a:solidFill>
                            <a:schemeClr val="tx1"/>
                          </a:solidFill>
                          <a:latin typeface="+mn-lt"/>
                          <a:ea typeface="+mn-ea"/>
                          <a:cs typeface="+mn-cs"/>
                        </a:rPr>
                        <a:t>How </a:t>
                      </a:r>
                      <a:r>
                        <a:rPr lang="de-DE" sz="2000" b="0" i="0" kern="1200" dirty="0" err="1">
                          <a:solidFill>
                            <a:schemeClr val="tx1"/>
                          </a:solidFill>
                          <a:latin typeface="+mn-lt"/>
                          <a:ea typeface="+mn-ea"/>
                          <a:cs typeface="+mn-cs"/>
                        </a:rPr>
                        <a:t>the</a:t>
                      </a:r>
                      <a:r>
                        <a:rPr lang="de-DE" sz="2000" b="0" i="0" kern="1200" dirty="0">
                          <a:solidFill>
                            <a:schemeClr val="tx1"/>
                          </a:solidFill>
                          <a:latin typeface="+mn-lt"/>
                          <a:ea typeface="+mn-ea"/>
                          <a:cs typeface="+mn-cs"/>
                        </a:rPr>
                        <a:t> code </a:t>
                      </a:r>
                      <a:r>
                        <a:rPr lang="de-DE" sz="2000" b="0" i="0" kern="1200" dirty="0" err="1">
                          <a:solidFill>
                            <a:schemeClr val="tx1"/>
                          </a:solidFill>
                          <a:latin typeface="+mn-lt"/>
                          <a:ea typeface="+mn-ea"/>
                          <a:cs typeface="+mn-cs"/>
                        </a:rPr>
                        <a:t>splits</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get</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data</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from</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recommendation</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file</a:t>
                      </a:r>
                      <a:r>
                        <a:rPr lang="de-DE" sz="2000" b="0" i="0" kern="1200" dirty="0">
                          <a:solidFill>
                            <a:schemeClr val="tx1"/>
                          </a:solidFill>
                          <a:latin typeface="+mn-lt"/>
                          <a:ea typeface="+mn-ea"/>
                          <a:cs typeface="+mn-cs"/>
                        </a:rPr>
                        <a:t> , </a:t>
                      </a:r>
                      <a:r>
                        <a:rPr lang="de-DE" sz="2000" b="0" i="0" kern="1200" dirty="0" err="1">
                          <a:solidFill>
                            <a:schemeClr val="tx1"/>
                          </a:solidFill>
                          <a:latin typeface="+mn-lt"/>
                          <a:ea typeface="+mn-ea"/>
                          <a:cs typeface="+mn-cs"/>
                        </a:rPr>
                        <a:t>prepares</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cells</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coloumn</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color</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scheme</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everything</a:t>
                      </a:r>
                      <a:br>
                        <a:rPr lang="de-DE" sz="2000" b="0" i="0" kern="1200" dirty="0">
                          <a:solidFill>
                            <a:schemeClr val="tx1"/>
                          </a:solidFill>
                          <a:latin typeface="+mn-lt"/>
                          <a:ea typeface="+mn-ea"/>
                          <a:cs typeface="+mn-cs"/>
                        </a:rPr>
                      </a:br>
                      <a:r>
                        <a:rPr lang="de-DE" sz="2000" b="0" i="0" kern="1200" dirty="0">
                          <a:solidFill>
                            <a:schemeClr val="tx1"/>
                          </a:solidFill>
                          <a:latin typeface="+mn-lt"/>
                          <a:ea typeface="+mn-ea"/>
                          <a:cs typeface="+mn-cs"/>
                        </a:rPr>
                        <a:t>-</a:t>
                      </a:r>
                      <a:r>
                        <a:rPr lang="de-DE" sz="2000" b="0" i="0" kern="1200" dirty="0" err="1">
                          <a:solidFill>
                            <a:schemeClr val="tx1"/>
                          </a:solidFill>
                          <a:latin typeface="+mn-lt"/>
                          <a:ea typeface="+mn-ea"/>
                          <a:cs typeface="+mn-cs"/>
                        </a:rPr>
                        <a:t>no</a:t>
                      </a:r>
                      <a:r>
                        <a:rPr lang="de-DE" sz="2000" b="0" i="0" kern="1200" dirty="0">
                          <a:solidFill>
                            <a:schemeClr val="tx1"/>
                          </a:solidFill>
                          <a:latin typeface="+mn-lt"/>
                          <a:ea typeface="+mn-ea"/>
                          <a:cs typeface="+mn-cs"/>
                        </a:rPr>
                        <a:t> human </a:t>
                      </a:r>
                      <a:r>
                        <a:rPr lang="de-DE" sz="2000" b="0" i="0" kern="1200" dirty="0" err="1">
                          <a:solidFill>
                            <a:schemeClr val="tx1"/>
                          </a:solidFill>
                          <a:latin typeface="+mn-lt"/>
                          <a:ea typeface="+mn-ea"/>
                          <a:cs typeface="+mn-cs"/>
                        </a:rPr>
                        <a:t>error</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no</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feedback</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from</a:t>
                      </a:r>
                      <a:r>
                        <a:rPr lang="de-DE" sz="2000" b="0" i="0" kern="1200" dirty="0">
                          <a:solidFill>
                            <a:schemeClr val="tx1"/>
                          </a:solidFill>
                          <a:latin typeface="+mn-lt"/>
                          <a:ea typeface="+mn-ea"/>
                          <a:cs typeface="+mn-cs"/>
                        </a:rPr>
                        <a:t> </a:t>
                      </a:r>
                      <a:r>
                        <a:rPr lang="de-DE" sz="2000" b="0" i="0" kern="1200" dirty="0" err="1">
                          <a:solidFill>
                            <a:schemeClr val="tx1"/>
                          </a:solidFill>
                          <a:latin typeface="+mn-lt"/>
                          <a:ea typeface="+mn-ea"/>
                          <a:cs typeface="+mn-cs"/>
                        </a:rPr>
                        <a:t>katja</a:t>
                      </a:r>
                      <a:endParaRPr lang="de-DE" sz="2000" b="0" i="0" kern="1200" dirty="0">
                        <a:solidFill>
                          <a:schemeClr val="tx1"/>
                        </a:solidFill>
                        <a:latin typeface="+mn-lt"/>
                        <a:ea typeface="+mn-ea"/>
                        <a:cs typeface="+mn-cs"/>
                      </a:endParaRPr>
                    </a:p>
                  </a:txBody>
                  <a:tcPr>
                    <a:lnL>
                      <a:noFill/>
                    </a:lnL>
                    <a:lnR>
                      <a:noFill/>
                    </a:lnR>
                    <a:lnT w="6350" cap="flat" cmpd="sng" algn="ctr">
                      <a:noFill/>
                      <a:prstDash val="solid"/>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2000" b="0" i="0" kern="1200" dirty="0">
                        <a:solidFill>
                          <a:schemeClr val="tx1"/>
                        </a:solidFill>
                        <a:latin typeface="+mn-lt"/>
                        <a:ea typeface="+mn-ea"/>
                        <a:cs typeface="+mn-cs"/>
                      </a:endParaRPr>
                    </a:p>
                  </a:txBody>
                  <a:tcPr>
                    <a:lnL>
                      <a:noFill/>
                    </a:lnL>
                    <a:lnR>
                      <a:noFill/>
                    </a:lnR>
                    <a:lnT w="6350" cap="flat" cmpd="sng" algn="ctr">
                      <a:noFill/>
                      <a:prstDash val="solid"/>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r>
                        <a:rPr lang="de-DE" sz="3000" b="1" i="0" kern="1200" dirty="0">
                          <a:solidFill>
                            <a:schemeClr val="accent2"/>
                          </a:solidFill>
                          <a:latin typeface="+mn-lt"/>
                          <a:ea typeface="+mj-ea"/>
                          <a:cs typeface="+mj-cs"/>
                        </a:rPr>
                        <a:t>6</a:t>
                      </a:r>
                      <a:endParaRPr lang="en-GB" sz="3000" b="1" i="0" kern="1200" dirty="0">
                        <a:solidFill>
                          <a:schemeClr val="accent2"/>
                        </a:solidFill>
                        <a:latin typeface="+mn-lt"/>
                        <a:ea typeface="+mj-ea"/>
                        <a:cs typeface="+mj-cs"/>
                      </a:endParaRPr>
                    </a:p>
                  </a:txBody>
                  <a:tcPr>
                    <a:lnL>
                      <a:noFill/>
                    </a:lnL>
                    <a:lnR>
                      <a:noFill/>
                    </a:lnR>
                    <a:lnT w="6350" cap="flat" cmpd="sng" algn="ctr">
                      <a:noFill/>
                      <a:prstDash val="solid"/>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r>
                        <a:rPr lang="en-GB" sz="2000" b="0" i="0" kern="1200" dirty="0">
                          <a:solidFill>
                            <a:schemeClr val="tx1"/>
                          </a:solidFill>
                          <a:latin typeface="+mn-lt"/>
                          <a:ea typeface="+mn-ea"/>
                          <a:cs typeface="+mn-cs"/>
                        </a:rPr>
                        <a:t>Html Dashboard. Pros and cons</a:t>
                      </a:r>
                      <a:br>
                        <a:rPr lang="en-GB" sz="2000" b="0" i="0" kern="1200" dirty="0">
                          <a:solidFill>
                            <a:schemeClr val="tx1"/>
                          </a:solidFill>
                          <a:latin typeface="+mn-lt"/>
                          <a:ea typeface="+mn-ea"/>
                          <a:cs typeface="+mn-cs"/>
                        </a:rPr>
                      </a:br>
                      <a:r>
                        <a:rPr lang="en-GB" sz="2000" b="0" i="0" kern="1200" dirty="0">
                          <a:solidFill>
                            <a:schemeClr val="tx1"/>
                          </a:solidFill>
                          <a:latin typeface="+mn-lt"/>
                          <a:ea typeface="+mn-ea"/>
                          <a:cs typeface="+mn-cs"/>
                        </a:rPr>
                        <a:t>made everything is easy</a:t>
                      </a:r>
                      <a:br>
                        <a:rPr lang="en-GB" sz="2000" b="0" i="0" kern="1200" dirty="0">
                          <a:solidFill>
                            <a:schemeClr val="tx1"/>
                          </a:solidFill>
                          <a:latin typeface="+mn-lt"/>
                          <a:ea typeface="+mn-ea"/>
                          <a:cs typeface="+mn-cs"/>
                        </a:rPr>
                      </a:br>
                      <a:r>
                        <a:rPr lang="en-GB" sz="2000" b="0" i="0" kern="1200" dirty="0">
                          <a:solidFill>
                            <a:schemeClr val="tx1"/>
                          </a:solidFill>
                          <a:latin typeface="+mn-lt"/>
                          <a:ea typeface="+mn-ea"/>
                          <a:cs typeface="+mn-cs"/>
                        </a:rPr>
                        <a:t>not have to involve IT and very </a:t>
                      </a:r>
                      <a:r>
                        <a:rPr lang="en-GB" sz="2000" b="0" i="0" kern="1200" dirty="0" err="1">
                          <a:solidFill>
                            <a:schemeClr val="tx1"/>
                          </a:solidFill>
                          <a:latin typeface="+mn-lt"/>
                          <a:ea typeface="+mn-ea"/>
                          <a:cs typeface="+mn-cs"/>
                        </a:rPr>
                        <a:t>iteractive</a:t>
                      </a:r>
                      <a:r>
                        <a:rPr lang="en-GB" sz="2000" b="0" i="0" kern="1200" dirty="0">
                          <a:solidFill>
                            <a:schemeClr val="tx1"/>
                          </a:solidFill>
                          <a:latin typeface="+mn-lt"/>
                          <a:ea typeface="+mn-ea"/>
                          <a:cs typeface="+mn-cs"/>
                        </a:rPr>
                        <a:t> can send to members as a file. Better than excel form. Its in pie chart and bars, gives </a:t>
                      </a:r>
                      <a:r>
                        <a:rPr lang="en-GB" sz="2000" b="0" i="0" kern="1200">
                          <a:solidFill>
                            <a:schemeClr val="tx1"/>
                          </a:solidFill>
                          <a:latin typeface="+mn-lt"/>
                          <a:ea typeface="+mn-ea"/>
                          <a:cs typeface="+mn-cs"/>
                        </a:rPr>
                        <a:t>more visibility.</a:t>
                      </a:r>
                      <a:endParaRPr lang="en-GB" sz="2000" b="0" i="0" kern="1200" dirty="0">
                        <a:solidFill>
                          <a:schemeClr val="tx1"/>
                        </a:solidFill>
                        <a:latin typeface="+mn-lt"/>
                        <a:ea typeface="+mn-ea"/>
                        <a:cs typeface="+mn-cs"/>
                      </a:endParaRPr>
                    </a:p>
                  </a:txBody>
                  <a:tcPr>
                    <a:lnL>
                      <a:noFill/>
                    </a:lnL>
                    <a:lnR>
                      <a:noFill/>
                    </a:lnR>
                    <a:lnT w="6350" cap="flat" cmpd="sng" algn="ctr">
                      <a:noFill/>
                      <a:prstDash val="solid"/>
                    </a:lnT>
                    <a:lnB>
                      <a:noFill/>
                    </a:lnB>
                    <a:lnTlToBr>
                      <a:noFill/>
                    </a:lnTlToBr>
                    <a:lnBlToTr>
                      <a:noFill/>
                    </a:lnBlToTr>
                    <a:noFill/>
                  </a:tcPr>
                </a:tc>
                <a:extLst>
                  <a:ext uri="{0D108BD9-81ED-4DB2-BD59-A6C34878D82A}">
                    <a16:rowId xmlns:a16="http://schemas.microsoft.com/office/drawing/2014/main" val="3633497490"/>
                  </a:ext>
                </a:extLst>
              </a:tr>
              <a:tr h="370840">
                <a:tc>
                  <a:txBody>
                    <a:bodyPr/>
                    <a:lstStyle/>
                    <a:p>
                      <a:r>
                        <a:rPr lang="de-DE" sz="3000" b="1" dirty="0">
                          <a:solidFill>
                            <a:schemeClr val="accent2"/>
                          </a:solidFill>
                          <a:latin typeface="+mn-lt"/>
                        </a:rPr>
                        <a:t>3</a:t>
                      </a:r>
                      <a:endParaRPr lang="en-GB" sz="3000" b="1" dirty="0">
                        <a:solidFill>
                          <a:schemeClr val="accent2"/>
                        </a:solidFill>
                        <a:latin typeface="+mn-lt"/>
                      </a:endParaRP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r>
                        <a:rPr lang="de-DE" sz="2000" b="0" i="0" kern="1200" dirty="0">
                          <a:solidFill>
                            <a:schemeClr val="tx1"/>
                          </a:solidFill>
                          <a:latin typeface="+mn-lt"/>
                          <a:ea typeface="+mn-ea"/>
                          <a:cs typeface="+mn-cs"/>
                        </a:rPr>
                        <a:t>Advantages </a:t>
                      </a:r>
                      <a:r>
                        <a:rPr lang="de-DE" sz="2000" b="0" i="0" kern="1200" dirty="0" err="1">
                          <a:solidFill>
                            <a:schemeClr val="tx1"/>
                          </a:solidFill>
                          <a:latin typeface="+mn-lt"/>
                          <a:ea typeface="+mn-ea"/>
                          <a:cs typeface="+mn-cs"/>
                        </a:rPr>
                        <a:t>of</a:t>
                      </a:r>
                      <a:r>
                        <a:rPr lang="de-DE" sz="2000" b="0" i="0" kern="1200" dirty="0">
                          <a:solidFill>
                            <a:schemeClr val="tx1"/>
                          </a:solidFill>
                          <a:latin typeface="+mn-lt"/>
                          <a:ea typeface="+mn-ea"/>
                          <a:cs typeface="+mn-cs"/>
                        </a:rPr>
                        <a:t> Automation</a:t>
                      </a:r>
                      <a:br>
                        <a:rPr lang="de-DE" sz="2000" b="0" i="0" kern="1200" dirty="0">
                          <a:solidFill>
                            <a:schemeClr val="tx1"/>
                          </a:solidFill>
                          <a:latin typeface="+mn-lt"/>
                          <a:ea typeface="+mn-ea"/>
                          <a:cs typeface="+mn-cs"/>
                        </a:rPr>
                      </a:br>
                      <a:r>
                        <a:rPr lang="de-DE" sz="2000" b="0" i="0" kern="1200" dirty="0">
                          <a:solidFill>
                            <a:schemeClr val="tx1"/>
                          </a:solidFill>
                          <a:latin typeface="+mn-lt"/>
                          <a:ea typeface="+mn-ea"/>
                          <a:cs typeface="+mn-cs"/>
                        </a:rPr>
                        <a:t> </a:t>
                      </a: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2000" b="0" i="0" kern="1200" dirty="0">
                        <a:solidFill>
                          <a:schemeClr val="tx1"/>
                        </a:solidFill>
                        <a:latin typeface="+mn-lt"/>
                        <a:ea typeface="+mn-ea"/>
                        <a:cs typeface="+mn-cs"/>
                      </a:endParaRP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3000" b="1" i="0" kern="1200" dirty="0">
                        <a:solidFill>
                          <a:schemeClr val="accent2"/>
                        </a:solidFill>
                        <a:latin typeface="+mn-lt"/>
                        <a:ea typeface="+mj-ea"/>
                        <a:cs typeface="+mj-cs"/>
                      </a:endParaRP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2000" b="0" i="0" kern="1200" dirty="0">
                        <a:solidFill>
                          <a:schemeClr val="tx1"/>
                        </a:solidFill>
                        <a:latin typeface="+mn-lt"/>
                        <a:ea typeface="+mn-ea"/>
                        <a:cs typeface="+mn-cs"/>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2759129389"/>
                  </a:ext>
                </a:extLst>
              </a:tr>
              <a:tr h="370840">
                <a:tc>
                  <a:txBody>
                    <a:bodyPr/>
                    <a:lstStyle/>
                    <a:p>
                      <a:r>
                        <a:rPr lang="de-DE" sz="3000" b="1" dirty="0">
                          <a:solidFill>
                            <a:schemeClr val="accent2"/>
                          </a:solidFill>
                          <a:latin typeface="+mn-lt"/>
                        </a:rPr>
                        <a:t>4</a:t>
                      </a:r>
                      <a:endParaRPr lang="en-GB" sz="3000" b="1" dirty="0">
                        <a:solidFill>
                          <a:schemeClr val="accent2"/>
                        </a:solidFill>
                        <a:latin typeface="+mn-lt"/>
                      </a:endParaRP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r>
                        <a:rPr lang="de-DE" sz="2000" b="0" i="0" kern="1200" dirty="0">
                          <a:solidFill>
                            <a:schemeClr val="tx1"/>
                          </a:solidFill>
                          <a:latin typeface="+mn-lt"/>
                          <a:ea typeface="+mn-ea"/>
                          <a:cs typeface="+mn-cs"/>
                        </a:rPr>
                        <a:t>Reporting </a:t>
                      </a:r>
                      <a:r>
                        <a:rPr lang="de-DE" sz="2000" b="0" i="0" kern="1200" dirty="0" err="1">
                          <a:solidFill>
                            <a:schemeClr val="tx1"/>
                          </a:solidFill>
                          <a:latin typeface="+mn-lt"/>
                          <a:ea typeface="+mn-ea"/>
                          <a:cs typeface="+mn-cs"/>
                        </a:rPr>
                        <a:t>with</a:t>
                      </a:r>
                      <a:r>
                        <a:rPr lang="de-DE" sz="2000" b="0" i="0" kern="1200" dirty="0">
                          <a:solidFill>
                            <a:schemeClr val="tx1"/>
                          </a:solidFill>
                          <a:latin typeface="+mn-lt"/>
                          <a:ea typeface="+mn-ea"/>
                          <a:cs typeface="+mn-cs"/>
                        </a:rPr>
                        <a:t> an </a:t>
                      </a:r>
                      <a:r>
                        <a:rPr lang="de-DE" sz="2000" b="0" i="0" kern="1200" dirty="0" err="1">
                          <a:solidFill>
                            <a:schemeClr val="tx1"/>
                          </a:solidFill>
                          <a:latin typeface="+mn-lt"/>
                          <a:ea typeface="+mn-ea"/>
                          <a:cs typeface="+mn-cs"/>
                        </a:rPr>
                        <a:t>interactive</a:t>
                      </a:r>
                      <a:r>
                        <a:rPr lang="de-DE" sz="2000" b="0" i="0" kern="1200" dirty="0">
                          <a:solidFill>
                            <a:schemeClr val="tx1"/>
                          </a:solidFill>
                          <a:latin typeface="+mn-lt"/>
                          <a:ea typeface="+mn-ea"/>
                          <a:cs typeface="+mn-cs"/>
                        </a:rPr>
                        <a:t> Dashboard. </a:t>
                      </a:r>
                    </a:p>
                    <a:p>
                      <a:pPr marL="0" indent="0" algn="l" defTabSz="914400" rtl="0" eaLnBrk="1" latinLnBrk="0" hangingPunct="1">
                        <a:lnSpc>
                          <a:spcPct val="110000"/>
                        </a:lnSpc>
                        <a:spcBef>
                          <a:spcPts val="0"/>
                        </a:spcBef>
                        <a:buFont typeface="Wingdings" panose="05000000000000000000" pitchFamily="2" charset="2"/>
                        <a:buNone/>
                      </a:pPr>
                      <a:endParaRPr lang="de-DE" sz="2000" b="0" i="0" kern="1200" dirty="0">
                        <a:solidFill>
                          <a:schemeClr val="tx1"/>
                        </a:solidFill>
                        <a:latin typeface="+mn-lt"/>
                        <a:ea typeface="+mn-ea"/>
                        <a:cs typeface="+mn-cs"/>
                      </a:endParaRP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2000" b="0" i="0" kern="1200" dirty="0">
                        <a:solidFill>
                          <a:schemeClr val="tx1"/>
                        </a:solidFill>
                        <a:latin typeface="+mn-lt"/>
                        <a:ea typeface="+mn-ea"/>
                        <a:cs typeface="+mn-cs"/>
                      </a:endParaRP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3000" b="1" i="0" kern="1200" dirty="0">
                        <a:solidFill>
                          <a:schemeClr val="accent2"/>
                        </a:solidFill>
                        <a:latin typeface="+mn-lt"/>
                        <a:ea typeface="+mj-ea"/>
                        <a:cs typeface="+mj-cs"/>
                      </a:endParaRPr>
                    </a:p>
                  </a:txBody>
                  <a:tcPr>
                    <a:lnL>
                      <a:noFill/>
                    </a:lnL>
                    <a:lnR>
                      <a:noFill/>
                    </a:lnR>
                    <a:lnT>
                      <a:noFill/>
                    </a:lnT>
                    <a:lnB>
                      <a:noFill/>
                    </a:lnB>
                    <a:lnTlToBr>
                      <a:noFill/>
                    </a:lnTlToBr>
                    <a:lnBlToTr>
                      <a:noFill/>
                    </a:lnBlToTr>
                    <a:noFill/>
                  </a:tcPr>
                </a:tc>
                <a:tc>
                  <a:txBody>
                    <a:bodyPr/>
                    <a:lstStyle/>
                    <a:p>
                      <a:pPr marL="0" indent="0" algn="l" defTabSz="914400" rtl="0" eaLnBrk="1" latinLnBrk="0" hangingPunct="1">
                        <a:lnSpc>
                          <a:spcPct val="110000"/>
                        </a:lnSpc>
                        <a:spcBef>
                          <a:spcPts val="0"/>
                        </a:spcBef>
                        <a:buFont typeface="Wingdings" panose="05000000000000000000" pitchFamily="2" charset="2"/>
                        <a:buNone/>
                      </a:pPr>
                      <a:endParaRPr lang="en-GB" sz="2000" b="0" i="0" kern="1200" dirty="0">
                        <a:solidFill>
                          <a:schemeClr val="tx1"/>
                        </a:solidFill>
                        <a:latin typeface="+mn-lt"/>
                        <a:ea typeface="+mn-ea"/>
                        <a:cs typeface="+mn-cs"/>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7230305"/>
                  </a:ext>
                </a:extLst>
              </a:tr>
            </a:tbl>
          </a:graphicData>
        </a:graphic>
      </p:graphicFrame>
      <p:sp>
        <p:nvSpPr>
          <p:cNvPr id="2" name="Date Placeholder 1">
            <a:extLst>
              <a:ext uri="{FF2B5EF4-FFF2-40B4-BE49-F238E27FC236}">
                <a16:creationId xmlns:a16="http://schemas.microsoft.com/office/drawing/2014/main" id="{DF43AF23-E3A2-4F86-9EB0-B1E246E6F7F3}"/>
              </a:ext>
            </a:extLst>
          </p:cNvPr>
          <p:cNvSpPr>
            <a:spLocks noGrp="1"/>
          </p:cNvSpPr>
          <p:nvPr>
            <p:ph type="dt" sz="half" idx="10"/>
          </p:nvPr>
        </p:nvSpPr>
        <p:spPr/>
        <p:txBody>
          <a:bodyPr/>
          <a:lstStyle/>
          <a:p>
            <a:fld id="{46363667-F2E1-45AA-896D-CF843D47D60C}" type="datetime3">
              <a:rPr lang="en-US" smtClean="0"/>
              <a:t>23 February 2026</a:t>
            </a:fld>
            <a:endParaRPr lang="en-US"/>
          </a:p>
        </p:txBody>
      </p:sp>
      <p:sp>
        <p:nvSpPr>
          <p:cNvPr id="6" name="Slide Number Placeholder 5">
            <a:extLst>
              <a:ext uri="{FF2B5EF4-FFF2-40B4-BE49-F238E27FC236}">
                <a16:creationId xmlns:a16="http://schemas.microsoft.com/office/drawing/2014/main" id="{5677F265-6BCA-4187-94DD-056794125180}"/>
              </a:ext>
            </a:extLst>
          </p:cNvPr>
          <p:cNvSpPr>
            <a:spLocks noGrp="1"/>
          </p:cNvSpPr>
          <p:nvPr>
            <p:ph type="sldNum" sz="quarter" idx="11"/>
          </p:nvPr>
        </p:nvSpPr>
        <p:spPr/>
        <p:txBody>
          <a:bodyPr/>
          <a:lstStyle/>
          <a:p>
            <a:fld id="{62CB3E74-FC4B-418A-B5F6-72ED80208EB2}" type="slidenum">
              <a:rPr lang="en-US" smtClean="0"/>
              <a:pPr/>
              <a:t>2</a:t>
            </a:fld>
            <a:endParaRPr lang="en-US"/>
          </a:p>
        </p:txBody>
      </p:sp>
    </p:spTree>
    <p:extLst>
      <p:ext uri="{BB962C8B-B14F-4D97-AF65-F5344CB8AC3E}">
        <p14:creationId xmlns:p14="http://schemas.microsoft.com/office/powerpoint/2010/main" val="716810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A2AA4A4-DC39-4ECD-A38F-541F9F19D986}"/>
              </a:ext>
            </a:extLst>
          </p:cNvPr>
          <p:cNvGraphicFramePr>
            <a:graphicFrameLocks noChangeAspect="1"/>
          </p:cNvGraphicFramePr>
          <p:nvPr>
            <p:custDataLst>
              <p:tags r:id="rId1"/>
            </p:custDataLst>
            <p:extLst>
              <p:ext uri="{D42A27DB-BD31-4B8C-83A1-F6EECF244321}">
                <p14:modId xmlns:p14="http://schemas.microsoft.com/office/powerpoint/2010/main" val="1417270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8A2AA4A4-DC39-4ECD-A38F-541F9F19D98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91C6D9EF-8352-4F38-9752-6EEE312146B4}"/>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800" b="1" dirty="0">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544B6428-CF16-4939-8419-1F2DCE861754}"/>
              </a:ext>
            </a:extLst>
          </p:cNvPr>
          <p:cNvSpPr>
            <a:spLocks noGrp="1"/>
          </p:cNvSpPr>
          <p:nvPr>
            <p:ph type="title"/>
          </p:nvPr>
        </p:nvSpPr>
        <p:spPr/>
        <p:txBody>
          <a:bodyPr/>
          <a:lstStyle/>
          <a:p>
            <a:r>
              <a:rPr lang="en-US"/>
              <a:t>Chapter Title</a:t>
            </a:r>
            <a:br>
              <a:rPr lang="en-US"/>
            </a:br>
            <a:r>
              <a:rPr lang="en-US"/>
              <a:t>Example (38 pt)</a:t>
            </a:r>
            <a:br>
              <a:rPr lang="en-US"/>
            </a:br>
            <a:endParaRPr lang="en-US"/>
          </a:p>
        </p:txBody>
      </p:sp>
      <p:sp>
        <p:nvSpPr>
          <p:cNvPr id="3" name="Textplatzhalter 2">
            <a:extLst>
              <a:ext uri="{FF2B5EF4-FFF2-40B4-BE49-F238E27FC236}">
                <a16:creationId xmlns:a16="http://schemas.microsoft.com/office/drawing/2014/main" id="{646B512E-EA21-4D4D-B98D-2464B8327D42}"/>
              </a:ext>
            </a:extLst>
          </p:cNvPr>
          <p:cNvSpPr>
            <a:spLocks noGrp="1"/>
          </p:cNvSpPr>
          <p:nvPr>
            <p:ph type="body" sz="quarter" idx="10"/>
          </p:nvPr>
        </p:nvSpPr>
        <p:spPr/>
        <p:txBody>
          <a:bodyPr/>
          <a:lstStyle/>
          <a:p>
            <a:r>
              <a:rPr lang="en-US"/>
              <a:t>1</a:t>
            </a:r>
          </a:p>
        </p:txBody>
      </p:sp>
      <p:sp>
        <p:nvSpPr>
          <p:cNvPr id="8" name="Date Placeholder 7">
            <a:extLst>
              <a:ext uri="{FF2B5EF4-FFF2-40B4-BE49-F238E27FC236}">
                <a16:creationId xmlns:a16="http://schemas.microsoft.com/office/drawing/2014/main" id="{851F5DB6-B9CB-465E-A21E-E23698B31153}"/>
              </a:ext>
            </a:extLst>
          </p:cNvPr>
          <p:cNvSpPr>
            <a:spLocks noGrp="1"/>
          </p:cNvSpPr>
          <p:nvPr>
            <p:ph type="dt" sz="half" idx="11"/>
          </p:nvPr>
        </p:nvSpPr>
        <p:spPr/>
        <p:txBody>
          <a:bodyPr/>
          <a:lstStyle/>
          <a:p>
            <a:fld id="{F7023ECE-3E66-4B13-AD82-E16FC099B686}" type="datetime3">
              <a:rPr lang="en-US" smtClean="0"/>
              <a:t>23 February 2026</a:t>
            </a:fld>
            <a:endParaRPr lang="en-US"/>
          </a:p>
        </p:txBody>
      </p:sp>
      <p:sp>
        <p:nvSpPr>
          <p:cNvPr id="9" name="Slide Number Placeholder 8">
            <a:extLst>
              <a:ext uri="{FF2B5EF4-FFF2-40B4-BE49-F238E27FC236}">
                <a16:creationId xmlns:a16="http://schemas.microsoft.com/office/drawing/2014/main" id="{260DFB6C-1A7F-4CE8-AC99-B7D4BE71F003}"/>
              </a:ext>
            </a:extLst>
          </p:cNvPr>
          <p:cNvSpPr>
            <a:spLocks noGrp="1"/>
          </p:cNvSpPr>
          <p:nvPr>
            <p:ph type="sldNum" sz="quarter" idx="12"/>
          </p:nvPr>
        </p:nvSpPr>
        <p:spPr/>
        <p:txBody>
          <a:bodyPr/>
          <a:lstStyle/>
          <a:p>
            <a:fld id="{62CB3E74-FC4B-418A-B5F6-72ED80208EB2}" type="slidenum">
              <a:rPr lang="en-US" smtClean="0"/>
              <a:pPr/>
              <a:t>3</a:t>
            </a:fld>
            <a:endParaRPr lang="en-US"/>
          </a:p>
        </p:txBody>
      </p:sp>
    </p:spTree>
    <p:extLst>
      <p:ext uri="{BB962C8B-B14F-4D97-AF65-F5344CB8AC3E}">
        <p14:creationId xmlns:p14="http://schemas.microsoft.com/office/powerpoint/2010/main" val="3011027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6B058A1-CA9E-49D7-BF69-AE00B4057AB9}"/>
              </a:ext>
            </a:extLst>
          </p:cNvPr>
          <p:cNvGraphicFramePr>
            <a:graphicFrameLocks noChangeAspect="1"/>
          </p:cNvGraphicFramePr>
          <p:nvPr>
            <p:custDataLst>
              <p:tags r:id="rId1"/>
            </p:custDataLst>
            <p:extLst>
              <p:ext uri="{D42A27DB-BD31-4B8C-83A1-F6EECF244321}">
                <p14:modId xmlns:p14="http://schemas.microsoft.com/office/powerpoint/2010/main" val="1271433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46B058A1-CA9E-49D7-BF69-AE00B4057AB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E28B966D-FE1D-40D4-976C-4EAB783F030F}"/>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800" b="1" dirty="0">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544B6428-CF16-4939-8419-1F2DCE861754}"/>
              </a:ext>
            </a:extLst>
          </p:cNvPr>
          <p:cNvSpPr>
            <a:spLocks noGrp="1"/>
          </p:cNvSpPr>
          <p:nvPr>
            <p:ph type="title"/>
          </p:nvPr>
        </p:nvSpPr>
        <p:spPr/>
        <p:txBody>
          <a:bodyPr/>
          <a:lstStyle/>
          <a:p>
            <a:r>
              <a:rPr lang="en-US"/>
              <a:t>Chapter Title</a:t>
            </a:r>
            <a:br>
              <a:rPr lang="en-US"/>
            </a:br>
            <a:r>
              <a:rPr lang="en-US"/>
              <a:t>Example (38 pt)</a:t>
            </a:r>
            <a:br>
              <a:rPr lang="en-US"/>
            </a:br>
            <a:endParaRPr lang="en-US"/>
          </a:p>
        </p:txBody>
      </p:sp>
      <p:sp>
        <p:nvSpPr>
          <p:cNvPr id="3" name="Textplatzhalter 2">
            <a:extLst>
              <a:ext uri="{FF2B5EF4-FFF2-40B4-BE49-F238E27FC236}">
                <a16:creationId xmlns:a16="http://schemas.microsoft.com/office/drawing/2014/main" id="{646B512E-EA21-4D4D-B98D-2464B8327D42}"/>
              </a:ext>
            </a:extLst>
          </p:cNvPr>
          <p:cNvSpPr>
            <a:spLocks noGrp="1"/>
          </p:cNvSpPr>
          <p:nvPr>
            <p:ph type="body" sz="quarter" idx="10"/>
          </p:nvPr>
        </p:nvSpPr>
        <p:spPr/>
        <p:txBody>
          <a:bodyPr/>
          <a:lstStyle/>
          <a:p>
            <a:r>
              <a:rPr lang="en-US"/>
              <a:t>3</a:t>
            </a:r>
          </a:p>
        </p:txBody>
      </p:sp>
      <p:sp>
        <p:nvSpPr>
          <p:cNvPr id="8" name="Date Placeholder 7">
            <a:extLst>
              <a:ext uri="{FF2B5EF4-FFF2-40B4-BE49-F238E27FC236}">
                <a16:creationId xmlns:a16="http://schemas.microsoft.com/office/drawing/2014/main" id="{641563E5-A1A5-4CDF-B154-B56AC8008537}"/>
              </a:ext>
            </a:extLst>
          </p:cNvPr>
          <p:cNvSpPr>
            <a:spLocks noGrp="1"/>
          </p:cNvSpPr>
          <p:nvPr>
            <p:ph type="dt" sz="half" idx="11"/>
          </p:nvPr>
        </p:nvSpPr>
        <p:spPr/>
        <p:txBody>
          <a:bodyPr/>
          <a:lstStyle/>
          <a:p>
            <a:fld id="{1B0652DC-10A8-4F76-B840-34622AD5D330}" type="datetime3">
              <a:rPr lang="en-US" smtClean="0"/>
              <a:t>23 February 2026</a:t>
            </a:fld>
            <a:endParaRPr lang="en-US"/>
          </a:p>
        </p:txBody>
      </p:sp>
      <p:sp>
        <p:nvSpPr>
          <p:cNvPr id="9" name="Slide Number Placeholder 8">
            <a:extLst>
              <a:ext uri="{FF2B5EF4-FFF2-40B4-BE49-F238E27FC236}">
                <a16:creationId xmlns:a16="http://schemas.microsoft.com/office/drawing/2014/main" id="{986F6830-EB4D-48C9-8523-8E5503EAB6F0}"/>
              </a:ext>
            </a:extLst>
          </p:cNvPr>
          <p:cNvSpPr>
            <a:spLocks noGrp="1"/>
          </p:cNvSpPr>
          <p:nvPr>
            <p:ph type="sldNum" sz="quarter" idx="12"/>
          </p:nvPr>
        </p:nvSpPr>
        <p:spPr/>
        <p:txBody>
          <a:bodyPr/>
          <a:lstStyle/>
          <a:p>
            <a:fld id="{62CB3E74-FC4B-418A-B5F6-72ED80208EB2}" type="slidenum">
              <a:rPr lang="en-US" smtClean="0"/>
              <a:pPr/>
              <a:t>4</a:t>
            </a:fld>
            <a:endParaRPr lang="en-US"/>
          </a:p>
        </p:txBody>
      </p:sp>
    </p:spTree>
    <p:extLst>
      <p:ext uri="{BB962C8B-B14F-4D97-AF65-F5344CB8AC3E}">
        <p14:creationId xmlns:p14="http://schemas.microsoft.com/office/powerpoint/2010/main" val="3624043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78FB937-9E41-40A2-AEA7-5CE3059B8821}"/>
              </a:ext>
            </a:extLst>
          </p:cNvPr>
          <p:cNvGraphicFramePr>
            <a:graphicFrameLocks noChangeAspect="1"/>
          </p:cNvGraphicFramePr>
          <p:nvPr>
            <p:custDataLst>
              <p:tags r:id="rId1"/>
            </p:custDataLst>
            <p:extLst>
              <p:ext uri="{D42A27DB-BD31-4B8C-83A1-F6EECF244321}">
                <p14:modId xmlns:p14="http://schemas.microsoft.com/office/powerpoint/2010/main" val="1690090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9" name="Object 8" hidden="1">
                        <a:extLst>
                          <a:ext uri="{FF2B5EF4-FFF2-40B4-BE49-F238E27FC236}">
                            <a16:creationId xmlns:a16="http://schemas.microsoft.com/office/drawing/2014/main" id="{B78FB937-9E41-40A2-AEA7-5CE3059B88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04B45577-CE7A-49A6-BEBA-7A63BAB37BD9}"/>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GB" sz="2000" dirty="0" err="1">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p:nvPr>
        </p:nvSpPr>
        <p:spPr/>
        <p:txBody>
          <a:bodyPr/>
          <a:lstStyle/>
          <a:p>
            <a:r>
              <a:rPr lang="en-US"/>
              <a:t>Sample text slide (Arial bold, 30pt)</a:t>
            </a:r>
            <a:br>
              <a:rPr lang="en-US"/>
            </a:br>
            <a:r>
              <a:rPr lang="en-US" sz="2000" b="0"/>
              <a:t>Subline (optional , Arial regular 20 pt)</a:t>
            </a:r>
            <a:br>
              <a:rPr lang="en-US" sz="2000" b="0"/>
            </a:br>
            <a:endParaRPr lang="en-US" sz="2000" b="0"/>
          </a:p>
        </p:txBody>
      </p:sp>
      <p:sp>
        <p:nvSpPr>
          <p:cNvPr id="22" name="Inhaltsplatzhalter 21">
            <a:extLst>
              <a:ext uri="{FF2B5EF4-FFF2-40B4-BE49-F238E27FC236}">
                <a16:creationId xmlns:a16="http://schemas.microsoft.com/office/drawing/2014/main" id="{D06DB703-E033-41F2-9B33-0C6459E0FCAB}"/>
              </a:ext>
            </a:extLst>
          </p:cNvPr>
          <p:cNvSpPr>
            <a:spLocks noGrp="1"/>
          </p:cNvSpPr>
          <p:nvPr>
            <p:ph sz="quarter" idx="16"/>
          </p:nvPr>
        </p:nvSpPr>
        <p:spPr/>
        <p:txBody>
          <a:bodyPr/>
          <a:lstStyle/>
          <a:p>
            <a:r>
              <a:rPr lang="en-US" b="1" dirty="0"/>
              <a:t>Copy, Arial 20 </a:t>
            </a:r>
            <a:r>
              <a:rPr lang="en-US" b="1" dirty="0" err="1"/>
              <a:t>pt</a:t>
            </a:r>
            <a:r>
              <a:rPr lang="en-US" b="1" dirty="0"/>
              <a:t>:</a:t>
            </a:r>
            <a:r>
              <a:rPr lang="en-US" dirty="0"/>
              <a:t> dolor sit </a:t>
            </a:r>
            <a:r>
              <a:rPr lang="en-US" dirty="0" err="1"/>
              <a:t>est</a:t>
            </a:r>
            <a:r>
              <a:rPr lang="en-US" dirty="0"/>
              <a:t> </a:t>
            </a:r>
            <a:r>
              <a:rPr lang="en-US" dirty="0" err="1"/>
              <a:t>amet</a:t>
            </a:r>
            <a:r>
              <a:rPr lang="en-US" dirty="0"/>
              <a:t> </a:t>
            </a:r>
            <a:r>
              <a:rPr lang="en-US" dirty="0" err="1"/>
              <a:t>quam</a:t>
            </a:r>
            <a:r>
              <a:rPr lang="en-US" dirty="0"/>
              <a:t> et, </a:t>
            </a:r>
            <a:r>
              <a:rPr lang="en-US" dirty="0" err="1"/>
              <a:t>consectetur</a:t>
            </a:r>
            <a:r>
              <a:rPr lang="en-US" dirty="0"/>
              <a:t> </a:t>
            </a:r>
            <a:r>
              <a:rPr lang="en-US" dirty="0" err="1"/>
              <a:t>adipiscing</a:t>
            </a:r>
            <a:r>
              <a:rPr lang="en-US" dirty="0"/>
              <a:t> </a:t>
            </a:r>
            <a:r>
              <a:rPr lang="en-US" dirty="0" err="1"/>
              <a:t>elit</a:t>
            </a:r>
            <a:r>
              <a:rPr lang="en-US" dirty="0"/>
              <a:t>. Sed a </a:t>
            </a:r>
            <a:r>
              <a:rPr lang="en-US" dirty="0" err="1"/>
              <a:t>urna</a:t>
            </a:r>
            <a:r>
              <a:rPr lang="en-US" dirty="0"/>
              <a:t> </a:t>
            </a:r>
            <a:r>
              <a:rPr lang="en-US" dirty="0" err="1"/>
              <a:t>lacus</a:t>
            </a:r>
            <a:r>
              <a:rPr lang="en-US" dirty="0"/>
              <a:t>: </a:t>
            </a:r>
            <a:r>
              <a:rPr lang="en-US" dirty="0" err="1"/>
              <a:t>Accumsan</a:t>
            </a:r>
            <a:r>
              <a:rPr lang="en-US" dirty="0"/>
              <a:t> </a:t>
            </a:r>
            <a:r>
              <a:rPr lang="en-US" dirty="0" err="1"/>
              <a:t>laoreet</a:t>
            </a:r>
            <a:r>
              <a:rPr lang="en-US" dirty="0"/>
              <a:t> </a:t>
            </a:r>
            <a:r>
              <a:rPr lang="en-US" dirty="0" err="1"/>
              <a:t>velit</a:t>
            </a:r>
            <a:r>
              <a:rPr lang="en-US" dirty="0"/>
              <a:t> ac </a:t>
            </a:r>
            <a:r>
              <a:rPr lang="en-US" dirty="0" err="1"/>
              <a:t>vulputate</a:t>
            </a:r>
            <a:r>
              <a:rPr lang="en-US" dirty="0"/>
              <a:t>. Donec id </a:t>
            </a:r>
            <a:r>
              <a:rPr lang="en-US" dirty="0" err="1"/>
              <a:t>velit</a:t>
            </a:r>
            <a:r>
              <a:rPr lang="en-US" dirty="0"/>
              <a:t> </a:t>
            </a:r>
            <a:r>
              <a:rPr lang="en-US" dirty="0" err="1"/>
              <a:t>placerat</a:t>
            </a:r>
            <a:r>
              <a:rPr lang="en-US" dirty="0"/>
              <a:t>, </a:t>
            </a:r>
            <a:r>
              <a:rPr lang="en-US" dirty="0" err="1"/>
              <a:t>interdum</a:t>
            </a:r>
            <a:r>
              <a:rPr lang="en-US" dirty="0"/>
              <a:t> magna. Donec: </a:t>
            </a:r>
            <a:r>
              <a:rPr lang="en-US" dirty="0" err="1"/>
              <a:t>eget</a:t>
            </a:r>
            <a:r>
              <a:rPr lang="en-US" dirty="0"/>
              <a:t> dolor </a:t>
            </a:r>
            <a:r>
              <a:rPr lang="en-US" dirty="0" err="1"/>
              <a:t>eget</a:t>
            </a:r>
            <a:r>
              <a:rPr lang="en-US" dirty="0"/>
              <a:t> </a:t>
            </a:r>
            <a:r>
              <a:rPr lang="en-US" dirty="0" err="1"/>
              <a:t>metus</a:t>
            </a:r>
            <a:r>
              <a:rPr lang="en-US" dirty="0"/>
              <a:t> convallis fermentum </a:t>
            </a:r>
            <a:r>
              <a:rPr lang="en-US" dirty="0" err="1"/>
              <a:t>nec</a:t>
            </a:r>
            <a:r>
              <a:rPr lang="en-US" dirty="0"/>
              <a:t> </a:t>
            </a:r>
            <a:r>
              <a:rPr lang="en-US" dirty="0" err="1"/>
              <a:t>orci</a:t>
            </a:r>
            <a:r>
              <a:rPr lang="en-US" dirty="0"/>
              <a:t>.</a:t>
            </a:r>
          </a:p>
          <a:p>
            <a:endParaRPr lang="en-US" dirty="0"/>
          </a:p>
          <a:p>
            <a:r>
              <a:rPr lang="en-US" dirty="0"/>
              <a:t>Lorem ipsum dolor sit </a:t>
            </a:r>
            <a:r>
              <a:rPr lang="en-US" dirty="0" err="1"/>
              <a:t>fuga</a:t>
            </a:r>
            <a:r>
              <a:rPr lang="en-US" dirty="0"/>
              <a:t> </a:t>
            </a:r>
            <a:r>
              <a:rPr lang="en-US" dirty="0" err="1"/>
              <a:t>est</a:t>
            </a:r>
            <a:r>
              <a:rPr lang="en-US" dirty="0"/>
              <a:t> </a:t>
            </a:r>
            <a:r>
              <a:rPr lang="en-US" dirty="0" err="1"/>
              <a:t>quam</a:t>
            </a:r>
            <a:r>
              <a:rPr lang="en-US" dirty="0"/>
              <a:t> </a:t>
            </a:r>
            <a:r>
              <a:rPr lang="en-US" dirty="0" err="1"/>
              <a:t>urna</a:t>
            </a:r>
            <a:r>
              <a:rPr lang="en-US" dirty="0"/>
              <a:t>, </a:t>
            </a:r>
            <a:r>
              <a:rPr lang="en-US" dirty="0" err="1"/>
              <a:t>consectetur</a:t>
            </a:r>
            <a:r>
              <a:rPr lang="en-US" dirty="0"/>
              <a:t> </a:t>
            </a:r>
            <a:r>
              <a:rPr lang="en-US" dirty="0" err="1"/>
              <a:t>adipiscing</a:t>
            </a:r>
            <a:r>
              <a:rPr lang="en-US" dirty="0"/>
              <a:t> et </a:t>
            </a:r>
            <a:r>
              <a:rPr lang="en-US" dirty="0" err="1"/>
              <a:t>elit</a:t>
            </a:r>
            <a:r>
              <a:rPr lang="en-US" dirty="0"/>
              <a:t>.</a:t>
            </a:r>
          </a:p>
          <a:p>
            <a:endParaRPr lang="en-US" dirty="0"/>
          </a:p>
        </p:txBody>
      </p:sp>
      <p:sp>
        <p:nvSpPr>
          <p:cNvPr id="23" name="Inhaltsplatzhalter 22">
            <a:extLst>
              <a:ext uri="{FF2B5EF4-FFF2-40B4-BE49-F238E27FC236}">
                <a16:creationId xmlns:a16="http://schemas.microsoft.com/office/drawing/2014/main" id="{F0C66DA2-DB42-4A44-AC49-E06B6198C2BC}"/>
              </a:ext>
            </a:extLst>
          </p:cNvPr>
          <p:cNvSpPr>
            <a:spLocks noGrp="1"/>
          </p:cNvSpPr>
          <p:nvPr>
            <p:ph sz="quarter" idx="17"/>
          </p:nvPr>
        </p:nvSpPr>
        <p:spPr/>
        <p:txBody>
          <a:bodyPr/>
          <a:lstStyle/>
          <a:p>
            <a:r>
              <a:rPr lang="en-US"/>
              <a:t>Sed a urna lacus: Accumsan laoreet velit ac vulputate. Donec id velit placerat, interdum magna. Donec: eget dolor quam eget metus convallis fermentum nec orci. </a:t>
            </a:r>
          </a:p>
          <a:p>
            <a:endParaRPr lang="en-US"/>
          </a:p>
          <a:p>
            <a:r>
              <a:rPr lang="en-US"/>
              <a:t>Lorem ipsum dolor sit est amet, consectetur adipiscing elit. Sed a urna lacus: Accumsan laoreet velit ac vulputate1. Donec id velit placerat, interdum magna. </a:t>
            </a:r>
          </a:p>
          <a:p>
            <a:endParaRPr lang="en-US"/>
          </a:p>
        </p:txBody>
      </p:sp>
      <p:sp>
        <p:nvSpPr>
          <p:cNvPr id="3" name="Date Placeholder 2">
            <a:extLst>
              <a:ext uri="{FF2B5EF4-FFF2-40B4-BE49-F238E27FC236}">
                <a16:creationId xmlns:a16="http://schemas.microsoft.com/office/drawing/2014/main" id="{015A5CE8-13D2-40A3-A1DB-B7C26101980B}"/>
              </a:ext>
            </a:extLst>
          </p:cNvPr>
          <p:cNvSpPr>
            <a:spLocks noGrp="1"/>
          </p:cNvSpPr>
          <p:nvPr>
            <p:ph type="dt" sz="half" idx="18"/>
          </p:nvPr>
        </p:nvSpPr>
        <p:spPr/>
        <p:txBody>
          <a:bodyPr/>
          <a:lstStyle/>
          <a:p>
            <a:fld id="{49DAF244-DFCC-4A64-BEC9-7FD499929910}" type="datetime3">
              <a:rPr lang="en-US" smtClean="0"/>
              <a:t>23 February 2026</a:t>
            </a:fld>
            <a:endParaRPr lang="en-US"/>
          </a:p>
        </p:txBody>
      </p:sp>
      <p:sp>
        <p:nvSpPr>
          <p:cNvPr id="6" name="Slide Number Placeholder 5">
            <a:extLst>
              <a:ext uri="{FF2B5EF4-FFF2-40B4-BE49-F238E27FC236}">
                <a16:creationId xmlns:a16="http://schemas.microsoft.com/office/drawing/2014/main" id="{35C7E4EA-3DA9-4110-8BB7-923FBCE7DBDD}"/>
              </a:ext>
            </a:extLst>
          </p:cNvPr>
          <p:cNvSpPr>
            <a:spLocks noGrp="1"/>
          </p:cNvSpPr>
          <p:nvPr>
            <p:ph type="sldNum" sz="quarter" idx="19"/>
          </p:nvPr>
        </p:nvSpPr>
        <p:spPr/>
        <p:txBody>
          <a:bodyPr/>
          <a:lstStyle/>
          <a:p>
            <a:fld id="{62CB3E74-FC4B-418A-B5F6-72ED80208EB2}" type="slidenum">
              <a:rPr lang="en-US" smtClean="0"/>
              <a:pPr/>
              <a:t>5</a:t>
            </a:fld>
            <a:endParaRPr lang="en-US"/>
          </a:p>
        </p:txBody>
      </p:sp>
      <p:sp>
        <p:nvSpPr>
          <p:cNvPr id="24" name="Textfeld 23">
            <a:extLst>
              <a:ext uri="{FF2B5EF4-FFF2-40B4-BE49-F238E27FC236}">
                <a16:creationId xmlns:a16="http://schemas.microsoft.com/office/drawing/2014/main" id="{88E4322C-2551-49A3-B42E-C5C3C81B0F4A}"/>
              </a:ext>
            </a:extLst>
          </p:cNvPr>
          <p:cNvSpPr txBox="1"/>
          <p:nvPr/>
        </p:nvSpPr>
        <p:spPr>
          <a:xfrm>
            <a:off x="6203950" y="6016893"/>
            <a:ext cx="5400676" cy="124906"/>
          </a:xfrm>
          <a:prstGeom prst="rect">
            <a:avLst/>
          </a:prstGeom>
          <a:noFill/>
        </p:spPr>
        <p:txBody>
          <a:bodyPr wrap="square" lIns="0" tIns="0" rIns="0" bIns="0" rtlCol="0" anchor="b">
            <a:spAutoFit/>
          </a:bodyPr>
          <a:lstStyle/>
          <a:p>
            <a:pPr algn="r"/>
            <a:r>
              <a:rPr lang="en-US" sz="800"/>
              <a:t>1) Footnote Arial Regular 8 pt lorem ipsum dolor sit amelt, conesctetur adipiscing elit</a:t>
            </a:r>
          </a:p>
        </p:txBody>
      </p:sp>
    </p:spTree>
    <p:extLst>
      <p:ext uri="{BB962C8B-B14F-4D97-AF65-F5344CB8AC3E}">
        <p14:creationId xmlns:p14="http://schemas.microsoft.com/office/powerpoint/2010/main" val="264444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Sample text slide with minimum font size</a:t>
            </a:r>
          </a:p>
        </p:txBody>
      </p:sp>
      <p:sp>
        <p:nvSpPr>
          <p:cNvPr id="14" name="Inhaltsplatzhalter 13">
            <a:extLst>
              <a:ext uri="{FF2B5EF4-FFF2-40B4-BE49-F238E27FC236}">
                <a16:creationId xmlns:a16="http://schemas.microsoft.com/office/drawing/2014/main" id="{93A78871-91B0-4FE6-9D90-15735C8C42FD}"/>
              </a:ext>
            </a:extLst>
          </p:cNvPr>
          <p:cNvSpPr>
            <a:spLocks noGrp="1"/>
          </p:cNvSpPr>
          <p:nvPr>
            <p:ph sz="quarter" idx="16"/>
          </p:nvPr>
        </p:nvSpPr>
        <p:spPr/>
        <p:txBody>
          <a:bodyPr/>
          <a:lstStyle/>
          <a:p>
            <a:r>
              <a:rPr lang="en-US" sz="1600" b="1"/>
              <a:t>Copy, Arial 16 pt:</a:t>
            </a:r>
            <a:r>
              <a:rPr lang="en-US" sz="1600"/>
              <a:t> dolor sit fuga est quam urna, consec-tetur adipiscing et elit. Lorem ipsum dolor sit est amet quam estam, consectetur adipiscing elit. Sed a urna lacus: Accumsan laoreet velit acusan vulputate. Donec id velit placerat, interdumas magna. Donec: eget dolor eget metus convallis fermentum nec orci. </a:t>
            </a:r>
          </a:p>
          <a:p>
            <a:endParaRPr lang="en-US" sz="1600"/>
          </a:p>
          <a:p>
            <a:r>
              <a:rPr lang="en-US" sz="1600"/>
              <a:t>Lorem ipsum dolor sit fuga est quam urna, consectetur adipiscing et elit. Sed a urna lacus: Accumsa laoreet velit </a:t>
            </a:r>
            <a:br>
              <a:rPr lang="en-US" sz="1600"/>
            </a:br>
            <a:r>
              <a:rPr lang="en-US" sz="1600"/>
              <a:t>ac vulputate. Donec id est velit placerat, interdum magna. Lorem ipsum dolor sit est amet quam estam, consectetur adipiscin elit. Sed a urna lacus: Accumsan laoreet velit acusan vulputate.</a:t>
            </a:r>
          </a:p>
          <a:p>
            <a:endParaRPr lang="en-US" sz="1600"/>
          </a:p>
        </p:txBody>
      </p:sp>
      <p:sp>
        <p:nvSpPr>
          <p:cNvPr id="15" name="Inhaltsplatzhalter 14">
            <a:extLst>
              <a:ext uri="{FF2B5EF4-FFF2-40B4-BE49-F238E27FC236}">
                <a16:creationId xmlns:a16="http://schemas.microsoft.com/office/drawing/2014/main" id="{8B833595-2CDA-4CBB-864F-9DCFC87AFC5D}"/>
              </a:ext>
            </a:extLst>
          </p:cNvPr>
          <p:cNvSpPr>
            <a:spLocks noGrp="1"/>
          </p:cNvSpPr>
          <p:nvPr>
            <p:ph sz="quarter" idx="17"/>
          </p:nvPr>
        </p:nvSpPr>
        <p:spPr/>
        <p:txBody>
          <a:bodyPr/>
          <a:lstStyle/>
          <a:p>
            <a:r>
              <a:rPr lang="en-US" sz="1600" dirty="0"/>
              <a:t>Sed a </a:t>
            </a:r>
            <a:r>
              <a:rPr lang="en-US" sz="1600" dirty="0" err="1"/>
              <a:t>urna</a:t>
            </a:r>
            <a:r>
              <a:rPr lang="en-US" sz="1600" dirty="0"/>
              <a:t> </a:t>
            </a:r>
            <a:r>
              <a:rPr lang="en-US" sz="1600" dirty="0" err="1"/>
              <a:t>lacus</a:t>
            </a:r>
            <a:r>
              <a:rPr lang="en-US" sz="1600" dirty="0"/>
              <a:t>: </a:t>
            </a:r>
            <a:r>
              <a:rPr lang="en-US" sz="1600" dirty="0" err="1"/>
              <a:t>Accumsan</a:t>
            </a:r>
            <a:r>
              <a:rPr lang="en-US" sz="1600" dirty="0"/>
              <a:t> </a:t>
            </a:r>
            <a:r>
              <a:rPr lang="en-US" sz="1600" dirty="0" err="1"/>
              <a:t>laoreet</a:t>
            </a:r>
            <a:r>
              <a:rPr lang="en-US" sz="1600" dirty="0"/>
              <a:t> </a:t>
            </a:r>
            <a:r>
              <a:rPr lang="en-US" sz="1600" dirty="0" err="1"/>
              <a:t>velit</a:t>
            </a:r>
            <a:r>
              <a:rPr lang="en-US" sz="1600" dirty="0"/>
              <a:t> ac </a:t>
            </a:r>
            <a:r>
              <a:rPr lang="en-US" sz="1600" dirty="0" err="1"/>
              <a:t>vulputate</a:t>
            </a:r>
            <a:r>
              <a:rPr lang="en-US" sz="1600" dirty="0"/>
              <a:t>. Donec id </a:t>
            </a:r>
            <a:r>
              <a:rPr lang="en-US" sz="1600" dirty="0" err="1"/>
              <a:t>velit</a:t>
            </a:r>
            <a:r>
              <a:rPr lang="en-US" sz="1600" dirty="0"/>
              <a:t> </a:t>
            </a:r>
            <a:r>
              <a:rPr lang="en-US" sz="1600" dirty="0" err="1"/>
              <a:t>placerat</a:t>
            </a:r>
            <a:r>
              <a:rPr lang="en-US" sz="1600" dirty="0"/>
              <a:t>, </a:t>
            </a:r>
            <a:r>
              <a:rPr lang="en-US" sz="1600" dirty="0" err="1"/>
              <a:t>est</a:t>
            </a:r>
            <a:r>
              <a:rPr lang="en-US" sz="1600" dirty="0"/>
              <a:t> </a:t>
            </a:r>
            <a:r>
              <a:rPr lang="en-US" sz="1600" dirty="0" err="1"/>
              <a:t>interdum</a:t>
            </a:r>
            <a:r>
              <a:rPr lang="en-US" sz="1600" dirty="0"/>
              <a:t> magna. Donec: </a:t>
            </a:r>
            <a:br>
              <a:rPr lang="en-US" sz="1600" dirty="0"/>
            </a:br>
            <a:r>
              <a:rPr lang="en-US" sz="1600" dirty="0" err="1"/>
              <a:t>eget</a:t>
            </a:r>
            <a:r>
              <a:rPr lang="en-US" sz="1600" dirty="0"/>
              <a:t> dolor </a:t>
            </a:r>
            <a:r>
              <a:rPr lang="en-US" sz="1600" dirty="0" err="1"/>
              <a:t>quam</a:t>
            </a:r>
            <a:r>
              <a:rPr lang="en-US" sz="1600" dirty="0"/>
              <a:t> </a:t>
            </a:r>
            <a:r>
              <a:rPr lang="en-US" sz="1600" dirty="0" err="1"/>
              <a:t>eget</a:t>
            </a:r>
            <a:r>
              <a:rPr lang="en-US" sz="1600" dirty="0"/>
              <a:t> </a:t>
            </a:r>
            <a:r>
              <a:rPr lang="en-US" sz="1600" dirty="0" err="1"/>
              <a:t>metus</a:t>
            </a:r>
            <a:r>
              <a:rPr lang="en-US" sz="1600" dirty="0"/>
              <a:t> convallis fermentum </a:t>
            </a:r>
            <a:r>
              <a:rPr lang="en-US" sz="1600" dirty="0" err="1"/>
              <a:t>nec</a:t>
            </a:r>
            <a:r>
              <a:rPr lang="en-US" sz="1600" dirty="0"/>
              <a:t> </a:t>
            </a:r>
            <a:r>
              <a:rPr lang="en-US" sz="1600" dirty="0" err="1"/>
              <a:t>orci</a:t>
            </a:r>
            <a:r>
              <a:rPr lang="en-US" sz="1600" dirty="0"/>
              <a:t>. Sed a </a:t>
            </a:r>
            <a:r>
              <a:rPr lang="en-US" sz="1600" dirty="0" err="1"/>
              <a:t>urna</a:t>
            </a:r>
            <a:r>
              <a:rPr lang="en-US" sz="1600" dirty="0"/>
              <a:t> </a:t>
            </a:r>
            <a:r>
              <a:rPr lang="en-US" sz="1600" dirty="0" err="1"/>
              <a:t>lacus</a:t>
            </a:r>
            <a:r>
              <a:rPr lang="en-US" sz="1600" dirty="0"/>
              <a:t>: </a:t>
            </a:r>
            <a:r>
              <a:rPr lang="en-US" sz="1600" dirty="0" err="1"/>
              <a:t>Accumsan</a:t>
            </a:r>
            <a:r>
              <a:rPr lang="en-US" sz="1600" dirty="0"/>
              <a:t> </a:t>
            </a:r>
            <a:r>
              <a:rPr lang="en-US" sz="1600" dirty="0" err="1"/>
              <a:t>laoreet</a:t>
            </a:r>
            <a:r>
              <a:rPr lang="en-US" sz="1600" dirty="0"/>
              <a:t> </a:t>
            </a:r>
            <a:r>
              <a:rPr lang="en-US" sz="1600" dirty="0" err="1"/>
              <a:t>velit</a:t>
            </a:r>
            <a:r>
              <a:rPr lang="en-US" sz="1600" dirty="0"/>
              <a:t> ac </a:t>
            </a:r>
            <a:r>
              <a:rPr lang="en-US" sz="1600" dirty="0" err="1"/>
              <a:t>vulputate</a:t>
            </a:r>
            <a:r>
              <a:rPr lang="en-US" sz="1600" dirty="0"/>
              <a:t>. Lorem ipsum dolor sit </a:t>
            </a:r>
            <a:r>
              <a:rPr lang="en-US" sz="1600" dirty="0" err="1"/>
              <a:t>est</a:t>
            </a:r>
            <a:r>
              <a:rPr lang="en-US" sz="1600" dirty="0"/>
              <a:t> </a:t>
            </a:r>
            <a:r>
              <a:rPr lang="en-US" sz="1600" dirty="0" err="1"/>
              <a:t>amet</a:t>
            </a:r>
            <a:r>
              <a:rPr lang="en-US" sz="1600" dirty="0"/>
              <a:t> </a:t>
            </a:r>
            <a:r>
              <a:rPr lang="en-US" sz="1600" dirty="0" err="1"/>
              <a:t>quam</a:t>
            </a:r>
            <a:r>
              <a:rPr lang="en-US" sz="1600" dirty="0"/>
              <a:t> </a:t>
            </a:r>
            <a:r>
              <a:rPr lang="en-US" sz="1600" dirty="0" err="1"/>
              <a:t>estam</a:t>
            </a:r>
            <a:r>
              <a:rPr lang="en-US" sz="1600" dirty="0"/>
              <a:t>, </a:t>
            </a:r>
            <a:r>
              <a:rPr lang="en-US" sz="1600" dirty="0" err="1"/>
              <a:t>consectetur</a:t>
            </a:r>
            <a:r>
              <a:rPr lang="en-US" sz="1600" dirty="0"/>
              <a:t> </a:t>
            </a:r>
            <a:r>
              <a:rPr lang="en-US" sz="1600" dirty="0" err="1"/>
              <a:t>adipiscing</a:t>
            </a:r>
            <a:r>
              <a:rPr lang="en-US" sz="1600" dirty="0"/>
              <a:t> </a:t>
            </a:r>
            <a:r>
              <a:rPr lang="en-US" sz="1600" dirty="0" err="1"/>
              <a:t>elit</a:t>
            </a:r>
            <a:r>
              <a:rPr lang="en-US" sz="1600" dirty="0"/>
              <a:t>.</a:t>
            </a:r>
          </a:p>
          <a:p>
            <a:endParaRPr lang="en-US" sz="1600" dirty="0"/>
          </a:p>
          <a:p>
            <a:r>
              <a:rPr lang="en-US" sz="1600" b="1" dirty="0">
                <a:solidFill>
                  <a:schemeClr val="tx2"/>
                </a:solidFill>
              </a:rPr>
              <a:t>Subline Sample</a:t>
            </a:r>
          </a:p>
          <a:p>
            <a:r>
              <a:rPr lang="en-US" sz="1600" dirty="0"/>
              <a:t>Lorem ipsum dolor sit </a:t>
            </a:r>
            <a:r>
              <a:rPr lang="en-US" sz="1600" dirty="0" err="1"/>
              <a:t>est</a:t>
            </a:r>
            <a:r>
              <a:rPr lang="en-US" sz="1600" dirty="0"/>
              <a:t> </a:t>
            </a:r>
            <a:r>
              <a:rPr lang="en-US" sz="1600" dirty="0" err="1"/>
              <a:t>amet</a:t>
            </a:r>
            <a:r>
              <a:rPr lang="en-US" sz="1600" dirty="0"/>
              <a:t>, </a:t>
            </a:r>
            <a:r>
              <a:rPr lang="en-US" sz="1600" dirty="0" err="1"/>
              <a:t>consectetur</a:t>
            </a:r>
            <a:r>
              <a:rPr lang="en-US" sz="1600" dirty="0"/>
              <a:t> </a:t>
            </a:r>
            <a:r>
              <a:rPr lang="en-US" sz="1600" dirty="0" err="1"/>
              <a:t>adipiscing</a:t>
            </a:r>
            <a:r>
              <a:rPr lang="en-US" sz="1600" dirty="0"/>
              <a:t> </a:t>
            </a:r>
            <a:r>
              <a:rPr lang="en-US" sz="1600" dirty="0" err="1"/>
              <a:t>elit</a:t>
            </a:r>
            <a:r>
              <a:rPr lang="en-US" sz="1600" dirty="0"/>
              <a:t>. Sed a </a:t>
            </a:r>
            <a:r>
              <a:rPr lang="en-US" sz="1600" dirty="0" err="1"/>
              <a:t>urna</a:t>
            </a:r>
            <a:r>
              <a:rPr lang="en-US" sz="1600" dirty="0"/>
              <a:t> </a:t>
            </a:r>
            <a:r>
              <a:rPr lang="en-US" sz="1600" dirty="0" err="1"/>
              <a:t>lacus</a:t>
            </a:r>
            <a:r>
              <a:rPr lang="en-US" sz="1600" dirty="0"/>
              <a:t>: </a:t>
            </a:r>
            <a:r>
              <a:rPr lang="en-US" sz="1600" dirty="0" err="1"/>
              <a:t>Accumsan</a:t>
            </a:r>
            <a:r>
              <a:rPr lang="en-US" sz="1600" dirty="0"/>
              <a:t> et </a:t>
            </a:r>
            <a:r>
              <a:rPr lang="en-US" sz="1600" dirty="0" err="1"/>
              <a:t>laoreet</a:t>
            </a:r>
            <a:r>
              <a:rPr lang="en-US" sz="1600" dirty="0"/>
              <a:t> </a:t>
            </a:r>
            <a:r>
              <a:rPr lang="en-US" sz="1600" dirty="0" err="1"/>
              <a:t>velit</a:t>
            </a:r>
            <a:r>
              <a:rPr lang="en-US" sz="1600" dirty="0"/>
              <a:t> ac </a:t>
            </a:r>
            <a:r>
              <a:rPr lang="en-US" sz="1600" dirty="0" err="1"/>
              <a:t>vulputate</a:t>
            </a:r>
            <a:r>
              <a:rPr lang="en-US" sz="1600" dirty="0"/>
              <a:t>. Donec </a:t>
            </a:r>
            <a:r>
              <a:rPr lang="en-US" sz="1600" dirty="0" err="1"/>
              <a:t>idam</a:t>
            </a:r>
            <a:r>
              <a:rPr lang="en-US" sz="1600" dirty="0"/>
              <a:t> </a:t>
            </a:r>
            <a:r>
              <a:rPr lang="en-US" sz="1600" dirty="0" err="1"/>
              <a:t>velit</a:t>
            </a:r>
            <a:r>
              <a:rPr lang="en-US" sz="1600" dirty="0"/>
              <a:t> </a:t>
            </a:r>
            <a:r>
              <a:rPr lang="en-US" sz="1600" dirty="0" err="1"/>
              <a:t>placerat</a:t>
            </a:r>
            <a:r>
              <a:rPr lang="en-US" sz="1600" dirty="0"/>
              <a:t>, </a:t>
            </a:r>
            <a:r>
              <a:rPr lang="en-US" sz="1600" dirty="0" err="1"/>
              <a:t>interdum</a:t>
            </a:r>
            <a:r>
              <a:rPr lang="en-US" sz="1600" dirty="0"/>
              <a:t> magna. Donec id </a:t>
            </a:r>
            <a:r>
              <a:rPr lang="en-US" sz="1600" dirty="0" err="1"/>
              <a:t>velit</a:t>
            </a:r>
            <a:r>
              <a:rPr lang="en-US" sz="1600" dirty="0"/>
              <a:t> </a:t>
            </a:r>
            <a:r>
              <a:rPr lang="en-US" sz="1600" dirty="0" err="1"/>
              <a:t>placerat</a:t>
            </a:r>
            <a:r>
              <a:rPr lang="en-US" sz="1600" dirty="0"/>
              <a:t>, </a:t>
            </a:r>
            <a:r>
              <a:rPr lang="en-US" sz="1600" dirty="0" err="1"/>
              <a:t>interdum</a:t>
            </a:r>
            <a:r>
              <a:rPr lang="en-US" sz="1600" dirty="0"/>
              <a:t> magna. Donec: </a:t>
            </a:r>
            <a:r>
              <a:rPr lang="en-US" sz="1600" dirty="0" err="1"/>
              <a:t>eget</a:t>
            </a:r>
            <a:r>
              <a:rPr lang="en-US" sz="1600" dirty="0"/>
              <a:t> dolor </a:t>
            </a:r>
            <a:r>
              <a:rPr lang="en-US" sz="1600" dirty="0" err="1"/>
              <a:t>eget</a:t>
            </a:r>
            <a:r>
              <a:rPr lang="en-US" sz="1600" dirty="0"/>
              <a:t> </a:t>
            </a:r>
            <a:r>
              <a:rPr lang="en-US" sz="1600" dirty="0" err="1"/>
              <a:t>metus</a:t>
            </a:r>
            <a:r>
              <a:rPr lang="en-US" sz="1600" dirty="0"/>
              <a:t> convallis fermentum </a:t>
            </a:r>
            <a:r>
              <a:rPr lang="en-US" sz="1600" dirty="0" err="1"/>
              <a:t>nec</a:t>
            </a:r>
            <a:r>
              <a:rPr lang="en-US" sz="1600" dirty="0"/>
              <a:t> </a:t>
            </a:r>
            <a:r>
              <a:rPr lang="en-US" sz="1600" dirty="0" err="1"/>
              <a:t>orci</a:t>
            </a:r>
            <a:r>
              <a:rPr lang="en-US" sz="1600" dirty="0"/>
              <a:t>. </a:t>
            </a:r>
          </a:p>
          <a:p>
            <a:endParaRPr lang="en-US" sz="1600" dirty="0"/>
          </a:p>
        </p:txBody>
      </p:sp>
      <p:sp>
        <p:nvSpPr>
          <p:cNvPr id="5" name="Date Placeholder 4">
            <a:extLst>
              <a:ext uri="{FF2B5EF4-FFF2-40B4-BE49-F238E27FC236}">
                <a16:creationId xmlns:a16="http://schemas.microsoft.com/office/drawing/2014/main" id="{3334FC98-B4EB-47E1-83FF-E93658518FB9}"/>
              </a:ext>
            </a:extLst>
          </p:cNvPr>
          <p:cNvSpPr>
            <a:spLocks noGrp="1"/>
          </p:cNvSpPr>
          <p:nvPr>
            <p:ph type="dt" sz="half" idx="18"/>
          </p:nvPr>
        </p:nvSpPr>
        <p:spPr/>
        <p:txBody>
          <a:bodyPr/>
          <a:lstStyle/>
          <a:p>
            <a:fld id="{F15D5193-A1AC-4676-8A79-1DF10C6D376B}" type="datetime3">
              <a:rPr lang="en-US" smtClean="0"/>
              <a:t>23 February 2026</a:t>
            </a:fld>
            <a:endParaRPr lang="en-US"/>
          </a:p>
        </p:txBody>
      </p:sp>
      <p:sp>
        <p:nvSpPr>
          <p:cNvPr id="6" name="Slide Number Placeholder 5">
            <a:extLst>
              <a:ext uri="{FF2B5EF4-FFF2-40B4-BE49-F238E27FC236}">
                <a16:creationId xmlns:a16="http://schemas.microsoft.com/office/drawing/2014/main" id="{EAB653C0-A49E-4585-A474-321C86DD994E}"/>
              </a:ext>
            </a:extLst>
          </p:cNvPr>
          <p:cNvSpPr>
            <a:spLocks noGrp="1"/>
          </p:cNvSpPr>
          <p:nvPr>
            <p:ph type="sldNum" sz="quarter" idx="19"/>
          </p:nvPr>
        </p:nvSpPr>
        <p:spPr/>
        <p:txBody>
          <a:bodyPr/>
          <a:lstStyle/>
          <a:p>
            <a:fld id="{62CB3E74-FC4B-418A-B5F6-72ED80208EB2}" type="slidenum">
              <a:rPr lang="en-US" smtClean="0"/>
              <a:pPr/>
              <a:t>6</a:t>
            </a:fld>
            <a:endParaRPr lang="en-US"/>
          </a:p>
        </p:txBody>
      </p:sp>
      <p:graphicFrame>
        <p:nvGraphicFramePr>
          <p:cNvPr id="9" name="Object 8" hidden="1">
            <a:extLst>
              <a:ext uri="{FF2B5EF4-FFF2-40B4-BE49-F238E27FC236}">
                <a16:creationId xmlns:a16="http://schemas.microsoft.com/office/drawing/2014/main" id="{B78FB937-9E41-40A2-AEA7-5CE3059B8821}"/>
              </a:ext>
            </a:extLst>
          </p:cNvPr>
          <p:cNvGraphicFramePr>
            <a:graphicFrameLocks noChangeAspect="1"/>
          </p:cNvGraphicFramePr>
          <p:nvPr>
            <p:custDataLst>
              <p:tags r:id="rId1"/>
            </p:custDataLst>
            <p:extLst>
              <p:ext uri="{D42A27DB-BD31-4B8C-83A1-F6EECF244321}">
                <p14:modId xmlns:p14="http://schemas.microsoft.com/office/powerpoint/2010/main" val="562479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9" name="Object 8" hidden="1">
                        <a:extLst>
                          <a:ext uri="{FF2B5EF4-FFF2-40B4-BE49-F238E27FC236}">
                            <a16:creationId xmlns:a16="http://schemas.microsoft.com/office/drawing/2014/main" id="{B78FB937-9E41-40A2-AEA7-5CE3059B88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04B45577-CE7A-49A6-BEBA-7A63BAB37BD9}"/>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3000" b="1" dirty="0" err="1">
              <a:latin typeface="Arial" panose="020B0604020202020204" pitchFamily="34" charset="0"/>
              <a:ea typeface="+mj-ea"/>
              <a:cs typeface="+mj-cs"/>
              <a:sym typeface="Arial" panose="020B0604020202020204" pitchFamily="34" charset="0"/>
            </a:endParaRPr>
          </a:p>
        </p:txBody>
      </p:sp>
    </p:spTree>
    <p:extLst>
      <p:ext uri="{BB962C8B-B14F-4D97-AF65-F5344CB8AC3E}">
        <p14:creationId xmlns:p14="http://schemas.microsoft.com/office/powerpoint/2010/main" val="667220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78FB937-9E41-40A2-AEA7-5CE3059B8821}"/>
              </a:ext>
            </a:extLst>
          </p:cNvPr>
          <p:cNvGraphicFramePr>
            <a:graphicFrameLocks noChangeAspect="1"/>
          </p:cNvGraphicFramePr>
          <p:nvPr>
            <p:custDataLst>
              <p:tags r:id="rId1"/>
            </p:custDataLst>
            <p:extLst>
              <p:ext uri="{D42A27DB-BD31-4B8C-83A1-F6EECF244321}">
                <p14:modId xmlns:p14="http://schemas.microsoft.com/office/powerpoint/2010/main" val="3026847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9" name="Object 8" hidden="1">
                        <a:extLst>
                          <a:ext uri="{FF2B5EF4-FFF2-40B4-BE49-F238E27FC236}">
                            <a16:creationId xmlns:a16="http://schemas.microsoft.com/office/drawing/2014/main" id="{B78FB937-9E41-40A2-AEA7-5CE3059B88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04B45577-CE7A-49A6-BEBA-7A63BAB37BD9}"/>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3000" b="1" dirty="0" err="1">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p:nvPr>
        </p:nvSpPr>
        <p:spPr/>
        <p:txBody>
          <a:bodyPr/>
          <a:lstStyle/>
          <a:p>
            <a:r>
              <a:rPr lang="en-US" dirty="0"/>
              <a:t>Sample text slide &amp; Image</a:t>
            </a:r>
          </a:p>
        </p:txBody>
      </p:sp>
      <p:sp>
        <p:nvSpPr>
          <p:cNvPr id="26" name="Inhaltsplatzhalter 25">
            <a:extLst>
              <a:ext uri="{FF2B5EF4-FFF2-40B4-BE49-F238E27FC236}">
                <a16:creationId xmlns:a16="http://schemas.microsoft.com/office/drawing/2014/main" id="{5DF20C0E-AE10-4B1A-8ED6-9DB2D54FE402}"/>
              </a:ext>
            </a:extLst>
          </p:cNvPr>
          <p:cNvSpPr>
            <a:spLocks noGrp="1"/>
          </p:cNvSpPr>
          <p:nvPr>
            <p:ph idx="1"/>
          </p:nvPr>
        </p:nvSpPr>
        <p:spPr/>
        <p:txBody>
          <a:bodyPr/>
          <a:lstStyle/>
          <a:p>
            <a:r>
              <a:rPr lang="en-US" b="1" dirty="0"/>
              <a:t>Lorem ipsum</a:t>
            </a:r>
            <a:r>
              <a:rPr lang="en-US" dirty="0"/>
              <a:t> dolor sit </a:t>
            </a:r>
            <a:r>
              <a:rPr lang="en-US" dirty="0" err="1"/>
              <a:t>est</a:t>
            </a:r>
            <a:r>
              <a:rPr lang="en-US" dirty="0"/>
              <a:t> </a:t>
            </a:r>
            <a:r>
              <a:rPr lang="en-US" dirty="0" err="1"/>
              <a:t>amet</a:t>
            </a:r>
            <a:r>
              <a:rPr lang="en-US" dirty="0"/>
              <a:t> </a:t>
            </a:r>
            <a:r>
              <a:rPr lang="en-US" dirty="0" err="1"/>
              <a:t>quam</a:t>
            </a:r>
            <a:r>
              <a:rPr lang="en-US" dirty="0"/>
              <a:t> et, </a:t>
            </a:r>
            <a:r>
              <a:rPr lang="en-US" dirty="0" err="1"/>
              <a:t>consectetur</a:t>
            </a:r>
            <a:r>
              <a:rPr lang="en-US" dirty="0"/>
              <a:t> </a:t>
            </a:r>
            <a:r>
              <a:rPr lang="en-US" dirty="0" err="1"/>
              <a:t>adipiscing</a:t>
            </a:r>
            <a:r>
              <a:rPr lang="en-US" dirty="0"/>
              <a:t> </a:t>
            </a:r>
            <a:r>
              <a:rPr lang="en-US" dirty="0" err="1"/>
              <a:t>elit</a:t>
            </a:r>
            <a:r>
              <a:rPr lang="en-US" dirty="0"/>
              <a:t>. Sed a </a:t>
            </a:r>
            <a:r>
              <a:rPr lang="en-US" dirty="0" err="1"/>
              <a:t>urna</a:t>
            </a:r>
            <a:r>
              <a:rPr lang="en-US" dirty="0"/>
              <a:t> </a:t>
            </a:r>
            <a:r>
              <a:rPr lang="en-US" dirty="0" err="1"/>
              <a:t>lacus</a:t>
            </a:r>
            <a:r>
              <a:rPr lang="en-US" dirty="0"/>
              <a:t>: </a:t>
            </a:r>
            <a:r>
              <a:rPr lang="en-US" dirty="0" err="1"/>
              <a:t>Accumsan</a:t>
            </a:r>
            <a:r>
              <a:rPr lang="en-US" dirty="0"/>
              <a:t> </a:t>
            </a:r>
            <a:r>
              <a:rPr lang="en-US" dirty="0" err="1"/>
              <a:t>laoreet</a:t>
            </a:r>
            <a:r>
              <a:rPr lang="en-US" dirty="0"/>
              <a:t> </a:t>
            </a:r>
            <a:r>
              <a:rPr lang="en-US" dirty="0" err="1"/>
              <a:t>velit</a:t>
            </a:r>
            <a:r>
              <a:rPr lang="en-US" dirty="0"/>
              <a:t> ac </a:t>
            </a:r>
            <a:r>
              <a:rPr lang="en-US" dirty="0" err="1"/>
              <a:t>vulputate</a:t>
            </a:r>
            <a:r>
              <a:rPr lang="en-US" dirty="0"/>
              <a:t>. Donec id </a:t>
            </a:r>
            <a:r>
              <a:rPr lang="en-US" dirty="0" err="1"/>
              <a:t>velit</a:t>
            </a:r>
            <a:r>
              <a:rPr lang="en-US" dirty="0"/>
              <a:t> </a:t>
            </a:r>
            <a:r>
              <a:rPr lang="en-US" dirty="0" err="1"/>
              <a:t>placerat</a:t>
            </a:r>
            <a:r>
              <a:rPr lang="en-US" dirty="0"/>
              <a:t>, </a:t>
            </a:r>
            <a:r>
              <a:rPr lang="en-US" dirty="0" err="1"/>
              <a:t>interdum</a:t>
            </a:r>
            <a:r>
              <a:rPr lang="en-US" dirty="0"/>
              <a:t> magna. Donec: </a:t>
            </a:r>
            <a:r>
              <a:rPr lang="en-US" dirty="0" err="1"/>
              <a:t>eget</a:t>
            </a:r>
            <a:r>
              <a:rPr lang="en-US" dirty="0"/>
              <a:t> dolor </a:t>
            </a:r>
            <a:r>
              <a:rPr lang="en-US" dirty="0" err="1"/>
              <a:t>eget</a:t>
            </a:r>
            <a:r>
              <a:rPr lang="en-US" dirty="0"/>
              <a:t> </a:t>
            </a:r>
            <a:r>
              <a:rPr lang="en-US" dirty="0" err="1"/>
              <a:t>metus</a:t>
            </a:r>
            <a:r>
              <a:rPr lang="en-US" dirty="0"/>
              <a:t> convallis fermentum </a:t>
            </a:r>
            <a:r>
              <a:rPr lang="en-US" dirty="0" err="1"/>
              <a:t>nec</a:t>
            </a:r>
            <a:r>
              <a:rPr lang="en-US" dirty="0"/>
              <a:t> </a:t>
            </a:r>
            <a:r>
              <a:rPr lang="en-US" dirty="0" err="1"/>
              <a:t>orci</a:t>
            </a:r>
            <a:r>
              <a:rPr lang="en-US" dirty="0"/>
              <a:t>. </a:t>
            </a:r>
          </a:p>
          <a:p>
            <a:r>
              <a:rPr lang="en-US" dirty="0"/>
              <a:t>Lorem ipsum dolor sit </a:t>
            </a:r>
            <a:r>
              <a:rPr lang="en-US" dirty="0" err="1"/>
              <a:t>fuga</a:t>
            </a:r>
            <a:r>
              <a:rPr lang="en-US" dirty="0"/>
              <a:t> </a:t>
            </a:r>
            <a:r>
              <a:rPr lang="en-US" dirty="0" err="1"/>
              <a:t>est</a:t>
            </a:r>
            <a:r>
              <a:rPr lang="en-US" dirty="0"/>
              <a:t> </a:t>
            </a:r>
            <a:r>
              <a:rPr lang="en-US" dirty="0" err="1"/>
              <a:t>quam</a:t>
            </a:r>
            <a:r>
              <a:rPr lang="en-US" dirty="0"/>
              <a:t>, </a:t>
            </a:r>
            <a:r>
              <a:rPr lang="en-US" dirty="0" err="1"/>
              <a:t>consectetur</a:t>
            </a:r>
            <a:r>
              <a:rPr lang="en-US" dirty="0"/>
              <a:t> </a:t>
            </a:r>
            <a:r>
              <a:rPr lang="en-US" dirty="0" err="1"/>
              <a:t>adipiscing</a:t>
            </a:r>
            <a:r>
              <a:rPr lang="en-US" dirty="0"/>
              <a:t> et </a:t>
            </a:r>
            <a:r>
              <a:rPr lang="en-US" dirty="0" err="1"/>
              <a:t>elit</a:t>
            </a:r>
            <a:endParaRPr lang="en-US" dirty="0"/>
          </a:p>
          <a:p>
            <a:endParaRPr lang="en-US" dirty="0"/>
          </a:p>
        </p:txBody>
      </p:sp>
      <p:sp>
        <p:nvSpPr>
          <p:cNvPr id="17" name="Bildplatzhalter 16">
            <a:extLst>
              <a:ext uri="{FF2B5EF4-FFF2-40B4-BE49-F238E27FC236}">
                <a16:creationId xmlns:a16="http://schemas.microsoft.com/office/drawing/2014/main" id="{449A6546-635B-4A83-B880-4CFC124A110D}"/>
              </a:ext>
            </a:extLst>
          </p:cNvPr>
          <p:cNvSpPr>
            <a:spLocks noGrp="1"/>
          </p:cNvSpPr>
          <p:nvPr>
            <p:ph type="pic" sz="quarter" idx="11"/>
          </p:nvPr>
        </p:nvSpPr>
        <p:spPr/>
        <p:txBody>
          <a:bodyPr/>
          <a:lstStyle/>
          <a:p>
            <a:endParaRPr lang="en-US"/>
          </a:p>
        </p:txBody>
      </p:sp>
      <p:sp>
        <p:nvSpPr>
          <p:cNvPr id="4" name="Date Placeholder 3">
            <a:extLst>
              <a:ext uri="{FF2B5EF4-FFF2-40B4-BE49-F238E27FC236}">
                <a16:creationId xmlns:a16="http://schemas.microsoft.com/office/drawing/2014/main" id="{6A2A70A2-E367-46F8-840C-78EA7F750CDB}"/>
              </a:ext>
            </a:extLst>
          </p:cNvPr>
          <p:cNvSpPr>
            <a:spLocks noGrp="1"/>
          </p:cNvSpPr>
          <p:nvPr>
            <p:ph type="dt" sz="half" idx="12"/>
          </p:nvPr>
        </p:nvSpPr>
        <p:spPr/>
        <p:txBody>
          <a:bodyPr/>
          <a:lstStyle/>
          <a:p>
            <a:fld id="{563BB8FE-508F-46B0-AE24-2A368AD5DFE0}" type="datetime3">
              <a:rPr lang="en-US" smtClean="0"/>
              <a:pPr/>
              <a:t>23 February 2026</a:t>
            </a:fld>
            <a:endParaRPr lang="en-US"/>
          </a:p>
        </p:txBody>
      </p:sp>
      <p:sp>
        <p:nvSpPr>
          <p:cNvPr id="6" name="Slide Number Placeholder 5">
            <a:extLst>
              <a:ext uri="{FF2B5EF4-FFF2-40B4-BE49-F238E27FC236}">
                <a16:creationId xmlns:a16="http://schemas.microsoft.com/office/drawing/2014/main" id="{A58C46DE-1DB9-48DF-B170-DDE676CDFDAC}"/>
              </a:ext>
            </a:extLst>
          </p:cNvPr>
          <p:cNvSpPr>
            <a:spLocks noGrp="1"/>
          </p:cNvSpPr>
          <p:nvPr>
            <p:ph type="sldNum" sz="quarter" idx="13"/>
          </p:nvPr>
        </p:nvSpPr>
        <p:spPr/>
        <p:txBody>
          <a:bodyPr/>
          <a:lstStyle/>
          <a:p>
            <a:fld id="{62CB3E74-FC4B-418A-B5F6-72ED80208EB2}" type="slidenum">
              <a:rPr lang="en-US" smtClean="0"/>
              <a:pPr/>
              <a:t>7</a:t>
            </a:fld>
            <a:endParaRPr lang="en-US"/>
          </a:p>
        </p:txBody>
      </p:sp>
    </p:spTree>
    <p:extLst>
      <p:ext uri="{BB962C8B-B14F-4D97-AF65-F5344CB8AC3E}">
        <p14:creationId xmlns:p14="http://schemas.microsoft.com/office/powerpoint/2010/main" val="537023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0FD4F93F-7C15-7C46-B20D-03CE03ED180C}"/>
              </a:ext>
            </a:extLst>
          </p:cNvPr>
          <p:cNvSpPr>
            <a:spLocks noGrp="1"/>
          </p:cNvSpPr>
          <p:nvPr>
            <p:ph type="pic" sz="quarter" idx="11"/>
          </p:nvPr>
        </p:nvSpPr>
        <p:spPr/>
        <p:txBody>
          <a:bodyPr/>
          <a:lstStyle/>
          <a:p>
            <a:endParaRPr lang="en-US"/>
          </a:p>
        </p:txBody>
      </p:sp>
      <p:sp>
        <p:nvSpPr>
          <p:cNvPr id="3" name="Textplatzhalter 2">
            <a:extLst>
              <a:ext uri="{FF2B5EF4-FFF2-40B4-BE49-F238E27FC236}">
                <a16:creationId xmlns:a16="http://schemas.microsoft.com/office/drawing/2014/main" id="{7981ECDA-5965-43EC-8C94-64017144CA6D}"/>
              </a:ext>
            </a:extLst>
          </p:cNvPr>
          <p:cNvSpPr>
            <a:spLocks noGrp="1"/>
          </p:cNvSpPr>
          <p:nvPr>
            <p:ph type="body" sz="quarter" idx="12"/>
          </p:nvPr>
        </p:nvSpPr>
        <p:spPr/>
        <p:txBody>
          <a:bodyPr/>
          <a:lstStyle/>
          <a:p>
            <a:r>
              <a:rPr lang="en-US"/>
              <a:t>“Example quote lorem ipsum dolor sit.”</a:t>
            </a:r>
          </a:p>
          <a:p>
            <a:pPr lvl="1"/>
            <a:r>
              <a:rPr lang="en-US"/>
              <a:t>(max. size 44 pt, </a:t>
            </a:r>
            <a:br>
              <a:rPr lang="en-US"/>
            </a:br>
            <a:r>
              <a:rPr lang="en-US"/>
              <a:t>min. size 28 pt)</a:t>
            </a:r>
          </a:p>
        </p:txBody>
      </p:sp>
      <p:sp>
        <p:nvSpPr>
          <p:cNvPr id="4" name="Onlinebild-Platzhalter 3">
            <a:extLst>
              <a:ext uri="{FF2B5EF4-FFF2-40B4-BE49-F238E27FC236}">
                <a16:creationId xmlns:a16="http://schemas.microsoft.com/office/drawing/2014/main" id="{9423050A-80D6-4A6E-B44F-2438DE435685}"/>
              </a:ext>
            </a:extLst>
          </p:cNvPr>
          <p:cNvSpPr>
            <a:spLocks noGrp="1"/>
          </p:cNvSpPr>
          <p:nvPr>
            <p:ph type="clipArt" sz="quarter" idx="16"/>
          </p:nvPr>
        </p:nvSpPr>
        <p:spPr/>
        <p:txBody>
          <a:bodyPr/>
          <a:lstStyle/>
          <a:p>
            <a:endParaRPr lang="en-US"/>
          </a:p>
        </p:txBody>
      </p:sp>
      <p:sp>
        <p:nvSpPr>
          <p:cNvPr id="2" name="Date Placeholder 1">
            <a:extLst>
              <a:ext uri="{FF2B5EF4-FFF2-40B4-BE49-F238E27FC236}">
                <a16:creationId xmlns:a16="http://schemas.microsoft.com/office/drawing/2014/main" id="{B2F57FAB-5335-4D70-B569-3E7C2CCDCBE1}"/>
              </a:ext>
            </a:extLst>
          </p:cNvPr>
          <p:cNvSpPr>
            <a:spLocks noGrp="1"/>
          </p:cNvSpPr>
          <p:nvPr>
            <p:ph type="dt" sz="half" idx="17"/>
          </p:nvPr>
        </p:nvSpPr>
        <p:spPr/>
        <p:txBody>
          <a:bodyPr/>
          <a:lstStyle/>
          <a:p>
            <a:fld id="{D7B0DCD6-B01B-4355-A944-E6CAC978CE2E}" type="datetime3">
              <a:rPr lang="en-US" smtClean="0"/>
              <a:t>23 February 2026</a:t>
            </a:fld>
            <a:endParaRPr lang="en-US"/>
          </a:p>
        </p:txBody>
      </p:sp>
      <p:sp>
        <p:nvSpPr>
          <p:cNvPr id="8" name="Slide Number Placeholder 7">
            <a:extLst>
              <a:ext uri="{FF2B5EF4-FFF2-40B4-BE49-F238E27FC236}">
                <a16:creationId xmlns:a16="http://schemas.microsoft.com/office/drawing/2014/main" id="{E6FB8F20-525E-4F23-B3B6-535301E1D2DC}"/>
              </a:ext>
            </a:extLst>
          </p:cNvPr>
          <p:cNvSpPr>
            <a:spLocks noGrp="1"/>
          </p:cNvSpPr>
          <p:nvPr>
            <p:ph type="sldNum" sz="quarter" idx="18"/>
          </p:nvPr>
        </p:nvSpPr>
        <p:spPr/>
        <p:txBody>
          <a:bodyPr/>
          <a:lstStyle/>
          <a:p>
            <a:fld id="{62CB3E74-FC4B-418A-B5F6-72ED80208EB2}" type="slidenum">
              <a:rPr lang="en-US" smtClean="0"/>
              <a:pPr/>
              <a:t>8</a:t>
            </a:fld>
            <a:endParaRPr lang="en-US"/>
          </a:p>
        </p:txBody>
      </p:sp>
    </p:spTree>
    <p:extLst>
      <p:ext uri="{BB962C8B-B14F-4D97-AF65-F5344CB8AC3E}">
        <p14:creationId xmlns:p14="http://schemas.microsoft.com/office/powerpoint/2010/main" val="2360343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78FB937-9E41-40A2-AEA7-5CE3059B8821}"/>
              </a:ext>
            </a:extLst>
          </p:cNvPr>
          <p:cNvGraphicFramePr>
            <a:graphicFrameLocks noChangeAspect="1"/>
          </p:cNvGraphicFramePr>
          <p:nvPr>
            <p:custDataLst>
              <p:tags r:id="rId1"/>
            </p:custDataLst>
            <p:extLst>
              <p:ext uri="{D42A27DB-BD31-4B8C-83A1-F6EECF244321}">
                <p14:modId xmlns:p14="http://schemas.microsoft.com/office/powerpoint/2010/main" val="13935044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9" name="Object 8" hidden="1">
                        <a:extLst>
                          <a:ext uri="{FF2B5EF4-FFF2-40B4-BE49-F238E27FC236}">
                            <a16:creationId xmlns:a16="http://schemas.microsoft.com/office/drawing/2014/main" id="{B78FB937-9E41-40A2-AEA7-5CE3059B88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04B45577-CE7A-49A6-BEBA-7A63BAB37BD9}"/>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3000" b="1" dirty="0" err="1">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p:nvPr>
        </p:nvSpPr>
        <p:spPr/>
        <p:txBody>
          <a:bodyPr/>
          <a:lstStyle/>
          <a:p>
            <a:r>
              <a:rPr lang="en-US"/>
              <a:t>Sample list</a:t>
            </a:r>
          </a:p>
        </p:txBody>
      </p:sp>
      <p:sp>
        <p:nvSpPr>
          <p:cNvPr id="22" name="Inhaltsplatzhalter 21">
            <a:extLst>
              <a:ext uri="{FF2B5EF4-FFF2-40B4-BE49-F238E27FC236}">
                <a16:creationId xmlns:a16="http://schemas.microsoft.com/office/drawing/2014/main" id="{A28FCF21-66CE-4276-8A0B-F7E53ECD5896}"/>
              </a:ext>
            </a:extLst>
          </p:cNvPr>
          <p:cNvSpPr>
            <a:spLocks noGrp="1"/>
          </p:cNvSpPr>
          <p:nvPr>
            <p:ph sz="quarter" idx="16"/>
          </p:nvPr>
        </p:nvSpPr>
        <p:spPr/>
        <p:txBody>
          <a:bodyPr/>
          <a:lstStyle/>
          <a:p>
            <a:pPr lvl="1"/>
            <a:r>
              <a:rPr lang="en-US" b="1" dirty="0">
                <a:solidFill>
                  <a:schemeClr val="tx1"/>
                </a:solidFill>
                <a:cs typeface="Arial"/>
              </a:rPr>
              <a:t>Arial Bold/Regular 20 </a:t>
            </a:r>
            <a:r>
              <a:rPr lang="en-US" b="1" dirty="0" err="1">
                <a:solidFill>
                  <a:schemeClr val="tx1"/>
                </a:solidFill>
                <a:cs typeface="Arial"/>
              </a:rPr>
              <a:t>pt</a:t>
            </a:r>
            <a:r>
              <a:rPr lang="en-US" b="1" dirty="0">
                <a:solidFill>
                  <a:schemeClr val="tx1"/>
                </a:solidFill>
                <a:cs typeface="Arial"/>
              </a:rPr>
              <a:t> </a:t>
            </a:r>
            <a:br>
              <a:rPr lang="en-US" b="1" dirty="0">
                <a:solidFill>
                  <a:schemeClr val="tx1"/>
                </a:solidFill>
                <a:cs typeface="Arial"/>
              </a:rPr>
            </a:br>
            <a:r>
              <a:rPr lang="en-US" dirty="0">
                <a:solidFill>
                  <a:schemeClr val="tx1"/>
                </a:solidFill>
              </a:rPr>
              <a:t>dolor sit </a:t>
            </a:r>
            <a:r>
              <a:rPr lang="en-US" dirty="0" err="1">
                <a:solidFill>
                  <a:schemeClr val="tx1"/>
                </a:solidFill>
              </a:rPr>
              <a:t>est</a:t>
            </a:r>
            <a:r>
              <a:rPr lang="en-US" dirty="0">
                <a:solidFill>
                  <a:schemeClr val="tx1"/>
                </a:solidFill>
              </a:rPr>
              <a:t> </a:t>
            </a:r>
            <a:r>
              <a:rPr lang="en-US" dirty="0" err="1">
                <a:solidFill>
                  <a:schemeClr val="tx1"/>
                </a:solidFill>
              </a:rPr>
              <a:t>amet</a:t>
            </a:r>
            <a:r>
              <a:rPr lang="en-US" dirty="0">
                <a:solidFill>
                  <a:schemeClr val="tx1"/>
                </a:solidFill>
              </a:rPr>
              <a:t>, </a:t>
            </a:r>
            <a:r>
              <a:rPr lang="en-US" dirty="0" err="1">
                <a:solidFill>
                  <a:schemeClr val="tx1"/>
                </a:solidFill>
              </a:rPr>
              <a:t>consectetur</a:t>
            </a:r>
            <a:r>
              <a:rPr lang="en-US" dirty="0">
                <a:solidFill>
                  <a:schemeClr val="tx1"/>
                </a:solidFill>
              </a:rPr>
              <a:t> </a:t>
            </a:r>
            <a:r>
              <a:rPr lang="en-US" dirty="0" err="1">
                <a:solidFill>
                  <a:schemeClr val="tx1"/>
                </a:solidFill>
              </a:rPr>
              <a:t>adipiscing</a:t>
            </a:r>
            <a:r>
              <a:rPr lang="en-US" dirty="0">
                <a:solidFill>
                  <a:schemeClr val="tx1"/>
                </a:solidFill>
              </a:rPr>
              <a:t> </a:t>
            </a:r>
            <a:r>
              <a:rPr lang="en-US" dirty="0" err="1">
                <a:solidFill>
                  <a:schemeClr val="tx1"/>
                </a:solidFill>
              </a:rPr>
              <a:t>elit</a:t>
            </a:r>
            <a:endParaRPr lang="en-US" dirty="0">
              <a:solidFill>
                <a:schemeClr val="tx1"/>
              </a:solidFill>
            </a:endParaRPr>
          </a:p>
          <a:p>
            <a:pPr lvl="1"/>
            <a:endParaRPr lang="en-US" dirty="0">
              <a:solidFill>
                <a:schemeClr val="tx1"/>
              </a:solidFill>
            </a:endParaRPr>
          </a:p>
          <a:p>
            <a:pPr lvl="1"/>
            <a:r>
              <a:rPr lang="en-US" b="1" dirty="0">
                <a:solidFill>
                  <a:schemeClr val="tx1"/>
                </a:solidFill>
              </a:rPr>
              <a:t>Sed a </a:t>
            </a:r>
            <a:r>
              <a:rPr lang="en-US" b="1" dirty="0" err="1">
                <a:solidFill>
                  <a:schemeClr val="tx1"/>
                </a:solidFill>
              </a:rPr>
              <a:t>urna</a:t>
            </a:r>
            <a:r>
              <a:rPr lang="en-US" b="1" dirty="0">
                <a:solidFill>
                  <a:schemeClr val="tx1"/>
                </a:solidFill>
              </a:rPr>
              <a:t> </a:t>
            </a:r>
            <a:r>
              <a:rPr lang="en-US" b="1" dirty="0" err="1">
                <a:solidFill>
                  <a:schemeClr val="tx1"/>
                </a:solidFill>
              </a:rPr>
              <a:t>lacus</a:t>
            </a:r>
            <a:r>
              <a:rPr lang="en-US" dirty="0">
                <a:solidFill>
                  <a:schemeClr val="tx1"/>
                </a:solidFill>
              </a:rPr>
              <a:t>: </a:t>
            </a:r>
            <a:r>
              <a:rPr lang="en-US" dirty="0" err="1">
                <a:solidFill>
                  <a:schemeClr val="tx1"/>
                </a:solidFill>
              </a:rPr>
              <a:t>Accumsan</a:t>
            </a:r>
            <a:r>
              <a:rPr lang="en-US" dirty="0">
                <a:solidFill>
                  <a:schemeClr val="tx1"/>
                </a:solidFill>
              </a:rPr>
              <a:t> </a:t>
            </a:r>
            <a:r>
              <a:rPr lang="en-US" dirty="0" err="1">
                <a:solidFill>
                  <a:schemeClr val="tx1"/>
                </a:solidFill>
              </a:rPr>
              <a:t>laoreet</a:t>
            </a:r>
            <a:r>
              <a:rPr lang="en-US" dirty="0">
                <a:solidFill>
                  <a:schemeClr val="tx1"/>
                </a:solidFill>
              </a:rPr>
              <a:t> </a:t>
            </a:r>
            <a:br>
              <a:rPr lang="en-US" dirty="0">
                <a:solidFill>
                  <a:schemeClr val="tx1"/>
                </a:solidFill>
              </a:rPr>
            </a:br>
            <a:r>
              <a:rPr lang="en-US" dirty="0" err="1">
                <a:solidFill>
                  <a:schemeClr val="tx1"/>
                </a:solidFill>
              </a:rPr>
              <a:t>velit</a:t>
            </a:r>
            <a:r>
              <a:rPr lang="en-US" dirty="0">
                <a:solidFill>
                  <a:schemeClr val="tx1"/>
                </a:solidFill>
              </a:rPr>
              <a:t> ac </a:t>
            </a:r>
            <a:r>
              <a:rPr lang="en-US" dirty="0" err="1">
                <a:solidFill>
                  <a:schemeClr val="tx1"/>
                </a:solidFill>
              </a:rPr>
              <a:t>vulputate</a:t>
            </a:r>
            <a:r>
              <a:rPr lang="en-US" dirty="0">
                <a:solidFill>
                  <a:schemeClr val="tx1"/>
                </a:solidFill>
              </a:rPr>
              <a:t>. Donec id </a:t>
            </a:r>
            <a:r>
              <a:rPr lang="en-US" dirty="0" err="1">
                <a:solidFill>
                  <a:schemeClr val="tx1"/>
                </a:solidFill>
              </a:rPr>
              <a:t>velit</a:t>
            </a:r>
            <a:r>
              <a:rPr lang="en-US" dirty="0">
                <a:solidFill>
                  <a:schemeClr val="tx1"/>
                </a:solidFill>
              </a:rPr>
              <a:t> </a:t>
            </a:r>
            <a:r>
              <a:rPr lang="en-US" dirty="0" err="1">
                <a:solidFill>
                  <a:schemeClr val="tx1"/>
                </a:solidFill>
              </a:rPr>
              <a:t>placerat</a:t>
            </a:r>
            <a:r>
              <a:rPr lang="en-US" dirty="0">
                <a:solidFill>
                  <a:schemeClr val="tx1"/>
                </a:solidFill>
              </a:rPr>
              <a:t>, </a:t>
            </a:r>
            <a:br>
              <a:rPr lang="en-US" dirty="0">
                <a:solidFill>
                  <a:schemeClr val="tx1"/>
                </a:solidFill>
              </a:rPr>
            </a:br>
            <a:r>
              <a:rPr lang="en-US" dirty="0" err="1">
                <a:solidFill>
                  <a:schemeClr val="tx1"/>
                </a:solidFill>
              </a:rPr>
              <a:t>interdum</a:t>
            </a:r>
            <a:r>
              <a:rPr lang="en-US" dirty="0">
                <a:solidFill>
                  <a:schemeClr val="tx1"/>
                </a:solidFill>
              </a:rPr>
              <a:t> magna.</a:t>
            </a:r>
          </a:p>
          <a:p>
            <a:pPr lvl="1"/>
            <a:endParaRPr lang="en-US" dirty="0">
              <a:solidFill>
                <a:schemeClr val="tx1"/>
              </a:solidFill>
            </a:endParaRPr>
          </a:p>
          <a:p>
            <a:pPr lvl="1"/>
            <a:r>
              <a:rPr lang="en-US" b="1" dirty="0">
                <a:solidFill>
                  <a:schemeClr val="tx1"/>
                </a:solidFill>
              </a:rPr>
              <a:t>Donec: </a:t>
            </a:r>
            <a:r>
              <a:rPr lang="en-US" dirty="0" err="1">
                <a:solidFill>
                  <a:schemeClr val="tx1"/>
                </a:solidFill>
              </a:rPr>
              <a:t>eget</a:t>
            </a:r>
            <a:r>
              <a:rPr lang="en-US" dirty="0">
                <a:solidFill>
                  <a:schemeClr val="tx1"/>
                </a:solidFill>
              </a:rPr>
              <a:t> dolor </a:t>
            </a:r>
            <a:r>
              <a:rPr lang="en-US" dirty="0" err="1">
                <a:solidFill>
                  <a:schemeClr val="tx1"/>
                </a:solidFill>
              </a:rPr>
              <a:t>eget</a:t>
            </a:r>
            <a:r>
              <a:rPr lang="en-US" dirty="0">
                <a:solidFill>
                  <a:schemeClr val="tx1"/>
                </a:solidFill>
              </a:rPr>
              <a:t> </a:t>
            </a:r>
            <a:r>
              <a:rPr lang="en-US" dirty="0" err="1">
                <a:solidFill>
                  <a:schemeClr val="tx1"/>
                </a:solidFill>
              </a:rPr>
              <a:t>metus</a:t>
            </a:r>
            <a:r>
              <a:rPr lang="en-US" dirty="0">
                <a:solidFill>
                  <a:schemeClr val="tx1"/>
                </a:solidFill>
              </a:rPr>
              <a:t> convallis fermentum </a:t>
            </a:r>
            <a:r>
              <a:rPr lang="en-US" dirty="0" err="1">
                <a:solidFill>
                  <a:schemeClr val="tx1"/>
                </a:solidFill>
              </a:rPr>
              <a:t>nec</a:t>
            </a:r>
            <a:r>
              <a:rPr lang="en-US" dirty="0">
                <a:solidFill>
                  <a:schemeClr val="tx1"/>
                </a:solidFill>
              </a:rPr>
              <a:t> </a:t>
            </a:r>
            <a:r>
              <a:rPr lang="en-US" dirty="0" err="1">
                <a:solidFill>
                  <a:schemeClr val="tx1"/>
                </a:solidFill>
              </a:rPr>
              <a:t>orci</a:t>
            </a:r>
            <a:r>
              <a:rPr lang="en-US" dirty="0">
                <a:solidFill>
                  <a:schemeClr val="tx1"/>
                </a:solidFill>
              </a:rPr>
              <a:t>. </a:t>
            </a:r>
          </a:p>
          <a:p>
            <a:pPr lvl="1"/>
            <a:endParaRPr lang="en-US" dirty="0">
              <a:solidFill>
                <a:schemeClr val="tx1"/>
              </a:solidFill>
            </a:endParaRPr>
          </a:p>
          <a:p>
            <a:pPr lvl="1"/>
            <a:r>
              <a:rPr lang="en-US" b="1" dirty="0">
                <a:solidFill>
                  <a:schemeClr val="tx1"/>
                </a:solidFill>
                <a:cs typeface="Arial"/>
              </a:rPr>
              <a:t>Lorem ipsum </a:t>
            </a:r>
            <a:r>
              <a:rPr lang="en-US" dirty="0">
                <a:solidFill>
                  <a:schemeClr val="tx1"/>
                </a:solidFill>
              </a:rPr>
              <a:t>dolor sit </a:t>
            </a:r>
            <a:r>
              <a:rPr lang="en-US" dirty="0" err="1">
                <a:solidFill>
                  <a:schemeClr val="tx1"/>
                </a:solidFill>
              </a:rPr>
              <a:t>fuga</a:t>
            </a:r>
            <a:r>
              <a:rPr lang="en-US" dirty="0">
                <a:solidFill>
                  <a:schemeClr val="tx1"/>
                </a:solidFill>
              </a:rPr>
              <a:t> </a:t>
            </a:r>
            <a:r>
              <a:rPr lang="en-US" dirty="0" err="1">
                <a:solidFill>
                  <a:schemeClr val="tx1"/>
                </a:solidFill>
              </a:rPr>
              <a:t>est</a:t>
            </a:r>
            <a:r>
              <a:rPr lang="en-US" dirty="0">
                <a:solidFill>
                  <a:schemeClr val="tx1"/>
                </a:solidFill>
              </a:rPr>
              <a:t> </a:t>
            </a:r>
            <a:r>
              <a:rPr lang="en-US" dirty="0" err="1">
                <a:solidFill>
                  <a:schemeClr val="tx1"/>
                </a:solidFill>
              </a:rPr>
              <a:t>quam</a:t>
            </a:r>
            <a:r>
              <a:rPr lang="en-US" dirty="0">
                <a:solidFill>
                  <a:schemeClr val="tx1"/>
                </a:solidFill>
              </a:rPr>
              <a:t>, </a:t>
            </a:r>
            <a:r>
              <a:rPr lang="en-US" dirty="0" err="1">
                <a:solidFill>
                  <a:schemeClr val="tx1"/>
                </a:solidFill>
              </a:rPr>
              <a:t>consectetur</a:t>
            </a:r>
            <a:r>
              <a:rPr lang="en-US" dirty="0">
                <a:solidFill>
                  <a:schemeClr val="tx1"/>
                </a:solidFill>
              </a:rPr>
              <a:t> </a:t>
            </a:r>
            <a:r>
              <a:rPr lang="en-US" dirty="0" err="1">
                <a:solidFill>
                  <a:schemeClr val="tx1"/>
                </a:solidFill>
              </a:rPr>
              <a:t>adipiscing</a:t>
            </a:r>
            <a:r>
              <a:rPr lang="en-US" dirty="0">
                <a:solidFill>
                  <a:schemeClr val="tx1"/>
                </a:solidFill>
              </a:rPr>
              <a:t> et </a:t>
            </a:r>
            <a:r>
              <a:rPr lang="en-US" dirty="0" err="1">
                <a:solidFill>
                  <a:schemeClr val="tx1"/>
                </a:solidFill>
              </a:rPr>
              <a:t>elit</a:t>
            </a:r>
            <a:endParaRPr lang="en-US" dirty="0">
              <a:solidFill>
                <a:schemeClr val="tx1"/>
              </a:solidFill>
            </a:endParaRPr>
          </a:p>
          <a:p>
            <a:endParaRPr lang="en-US" dirty="0"/>
          </a:p>
        </p:txBody>
      </p:sp>
      <p:sp>
        <p:nvSpPr>
          <p:cNvPr id="23" name="Inhaltsplatzhalter 22">
            <a:extLst>
              <a:ext uri="{FF2B5EF4-FFF2-40B4-BE49-F238E27FC236}">
                <a16:creationId xmlns:a16="http://schemas.microsoft.com/office/drawing/2014/main" id="{02998258-D887-4B06-8940-66720B691935}"/>
              </a:ext>
            </a:extLst>
          </p:cNvPr>
          <p:cNvSpPr>
            <a:spLocks noGrp="1"/>
          </p:cNvSpPr>
          <p:nvPr>
            <p:ph sz="quarter" idx="17"/>
          </p:nvPr>
        </p:nvSpPr>
        <p:spPr/>
        <p:txBody>
          <a:bodyPr/>
          <a:lstStyle/>
          <a:p>
            <a:pPr lvl="1"/>
            <a:r>
              <a:rPr lang="en-US" b="1" dirty="0">
                <a:cs typeface="Arial"/>
              </a:rPr>
              <a:t>Lorem ipsum </a:t>
            </a:r>
            <a:r>
              <a:rPr lang="en-US" dirty="0"/>
              <a:t>dolor sit </a:t>
            </a:r>
            <a:r>
              <a:rPr lang="en-US" dirty="0" err="1"/>
              <a:t>est</a:t>
            </a:r>
            <a:r>
              <a:rPr lang="en-US" dirty="0"/>
              <a:t> </a:t>
            </a:r>
            <a:r>
              <a:rPr lang="en-US" dirty="0" err="1"/>
              <a:t>amet</a:t>
            </a:r>
            <a:r>
              <a:rPr lang="en-US" dirty="0"/>
              <a:t>, </a:t>
            </a:r>
            <a:br>
              <a:rPr lang="en-US" dirty="0"/>
            </a:br>
            <a:r>
              <a:rPr lang="en-US" dirty="0" err="1"/>
              <a:t>consectetur</a:t>
            </a:r>
            <a:r>
              <a:rPr lang="en-US" dirty="0"/>
              <a:t> </a:t>
            </a:r>
            <a:r>
              <a:rPr lang="en-US" dirty="0" err="1"/>
              <a:t>adipiscing</a:t>
            </a:r>
            <a:r>
              <a:rPr lang="en-US" dirty="0"/>
              <a:t> </a:t>
            </a:r>
            <a:r>
              <a:rPr lang="en-US" dirty="0" err="1"/>
              <a:t>elit</a:t>
            </a:r>
            <a:endParaRPr lang="en-US" dirty="0"/>
          </a:p>
          <a:p>
            <a:pPr lvl="1"/>
            <a:endParaRPr lang="en-US" dirty="0"/>
          </a:p>
          <a:p>
            <a:pPr lvl="1"/>
            <a:r>
              <a:rPr lang="en-US" b="1" dirty="0"/>
              <a:t>Sed a </a:t>
            </a:r>
            <a:r>
              <a:rPr lang="en-US" b="1" dirty="0" err="1"/>
              <a:t>urna</a:t>
            </a:r>
            <a:r>
              <a:rPr lang="en-US" b="1" dirty="0"/>
              <a:t> </a:t>
            </a:r>
            <a:r>
              <a:rPr lang="en-US" b="1" dirty="0" err="1"/>
              <a:t>lacus</a:t>
            </a:r>
            <a:r>
              <a:rPr lang="en-US" dirty="0"/>
              <a:t>: </a:t>
            </a:r>
            <a:r>
              <a:rPr lang="en-US" dirty="0" err="1"/>
              <a:t>Accumsan</a:t>
            </a:r>
            <a:r>
              <a:rPr lang="en-US" dirty="0"/>
              <a:t> </a:t>
            </a:r>
            <a:r>
              <a:rPr lang="en-US" dirty="0" err="1"/>
              <a:t>laoreet</a:t>
            </a:r>
            <a:r>
              <a:rPr lang="en-US" dirty="0"/>
              <a:t> </a:t>
            </a:r>
            <a:br>
              <a:rPr lang="en-US" dirty="0"/>
            </a:br>
            <a:r>
              <a:rPr lang="en-US" dirty="0" err="1"/>
              <a:t>velit</a:t>
            </a:r>
            <a:r>
              <a:rPr lang="en-US" dirty="0"/>
              <a:t> ac </a:t>
            </a:r>
            <a:r>
              <a:rPr lang="en-US" dirty="0" err="1"/>
              <a:t>vulputate</a:t>
            </a:r>
            <a:r>
              <a:rPr lang="en-US" dirty="0"/>
              <a:t>. Donec </a:t>
            </a:r>
            <a:br>
              <a:rPr lang="en-US" dirty="0"/>
            </a:br>
            <a:r>
              <a:rPr lang="en-US" dirty="0"/>
              <a:t>id </a:t>
            </a:r>
            <a:r>
              <a:rPr lang="en-US" dirty="0" err="1"/>
              <a:t>velit</a:t>
            </a:r>
            <a:r>
              <a:rPr lang="en-US" dirty="0"/>
              <a:t> </a:t>
            </a:r>
            <a:r>
              <a:rPr lang="en-US" dirty="0" err="1"/>
              <a:t>placerat</a:t>
            </a:r>
            <a:r>
              <a:rPr lang="en-US" dirty="0"/>
              <a:t>, </a:t>
            </a:r>
            <a:r>
              <a:rPr lang="en-US" dirty="0" err="1"/>
              <a:t>interdum</a:t>
            </a:r>
            <a:r>
              <a:rPr lang="en-US" dirty="0"/>
              <a:t> magna.</a:t>
            </a:r>
          </a:p>
          <a:p>
            <a:pPr lvl="1"/>
            <a:endParaRPr lang="en-US" dirty="0"/>
          </a:p>
          <a:p>
            <a:pPr lvl="1"/>
            <a:r>
              <a:rPr lang="en-US" b="1" dirty="0"/>
              <a:t>Donec: </a:t>
            </a:r>
            <a:r>
              <a:rPr lang="en-US" dirty="0" err="1"/>
              <a:t>eget</a:t>
            </a:r>
            <a:r>
              <a:rPr lang="en-US" dirty="0"/>
              <a:t> dolor </a:t>
            </a:r>
            <a:r>
              <a:rPr lang="en-US" dirty="0" err="1"/>
              <a:t>eget</a:t>
            </a:r>
            <a:r>
              <a:rPr lang="en-US" dirty="0"/>
              <a:t> </a:t>
            </a:r>
            <a:r>
              <a:rPr lang="en-US" dirty="0" err="1"/>
              <a:t>metus</a:t>
            </a:r>
            <a:r>
              <a:rPr lang="en-US" dirty="0"/>
              <a:t> convallis fermentum </a:t>
            </a:r>
            <a:r>
              <a:rPr lang="en-US" dirty="0" err="1"/>
              <a:t>nec</a:t>
            </a:r>
            <a:r>
              <a:rPr lang="en-US" dirty="0"/>
              <a:t> </a:t>
            </a:r>
            <a:r>
              <a:rPr lang="en-US" dirty="0" err="1"/>
              <a:t>orci</a:t>
            </a:r>
            <a:r>
              <a:rPr lang="en-US" dirty="0"/>
              <a:t>. </a:t>
            </a:r>
          </a:p>
          <a:p>
            <a:pPr lvl="1"/>
            <a:endParaRPr lang="en-US" dirty="0"/>
          </a:p>
          <a:p>
            <a:pPr lvl="1"/>
            <a:r>
              <a:rPr lang="en-US" b="1" dirty="0">
                <a:cs typeface="Arial"/>
              </a:rPr>
              <a:t>Lorem ipsum </a:t>
            </a:r>
            <a:r>
              <a:rPr lang="en-US" dirty="0"/>
              <a:t>dolor sit </a:t>
            </a:r>
            <a:r>
              <a:rPr lang="en-US" dirty="0" err="1"/>
              <a:t>fuga</a:t>
            </a:r>
            <a:r>
              <a:rPr lang="en-US" dirty="0"/>
              <a:t> </a:t>
            </a:r>
            <a:r>
              <a:rPr lang="en-US" dirty="0" err="1"/>
              <a:t>est</a:t>
            </a:r>
            <a:r>
              <a:rPr lang="en-US" dirty="0"/>
              <a:t> </a:t>
            </a:r>
            <a:r>
              <a:rPr lang="en-US" dirty="0" err="1"/>
              <a:t>quam</a:t>
            </a:r>
            <a:r>
              <a:rPr lang="en-US" dirty="0"/>
              <a:t>, </a:t>
            </a:r>
            <a:r>
              <a:rPr lang="en-US" dirty="0" err="1"/>
              <a:t>consectetur</a:t>
            </a:r>
            <a:r>
              <a:rPr lang="en-US" dirty="0"/>
              <a:t> </a:t>
            </a:r>
            <a:r>
              <a:rPr lang="en-US" dirty="0" err="1"/>
              <a:t>adipiscing</a:t>
            </a:r>
            <a:r>
              <a:rPr lang="en-US" dirty="0"/>
              <a:t> et </a:t>
            </a:r>
            <a:r>
              <a:rPr lang="en-US" dirty="0" err="1"/>
              <a:t>elit</a:t>
            </a:r>
            <a:endParaRPr lang="en-US" dirty="0"/>
          </a:p>
          <a:p>
            <a:endParaRPr lang="en-US" dirty="0"/>
          </a:p>
        </p:txBody>
      </p:sp>
      <p:sp>
        <p:nvSpPr>
          <p:cNvPr id="5" name="Date Placeholder 4">
            <a:extLst>
              <a:ext uri="{FF2B5EF4-FFF2-40B4-BE49-F238E27FC236}">
                <a16:creationId xmlns:a16="http://schemas.microsoft.com/office/drawing/2014/main" id="{9F4809D0-A6C4-4A79-BD0D-F602B8FE9432}"/>
              </a:ext>
            </a:extLst>
          </p:cNvPr>
          <p:cNvSpPr>
            <a:spLocks noGrp="1"/>
          </p:cNvSpPr>
          <p:nvPr>
            <p:ph type="dt" sz="half" idx="18"/>
          </p:nvPr>
        </p:nvSpPr>
        <p:spPr/>
        <p:txBody>
          <a:bodyPr/>
          <a:lstStyle/>
          <a:p>
            <a:fld id="{BDC6ED3B-E928-475F-A4A5-E14720F0F69C}" type="datetime3">
              <a:rPr lang="en-US" smtClean="0"/>
              <a:t>23 February 2026</a:t>
            </a:fld>
            <a:endParaRPr lang="en-US" dirty="0"/>
          </a:p>
        </p:txBody>
      </p:sp>
      <p:sp>
        <p:nvSpPr>
          <p:cNvPr id="6" name="Slide Number Placeholder 5">
            <a:extLst>
              <a:ext uri="{FF2B5EF4-FFF2-40B4-BE49-F238E27FC236}">
                <a16:creationId xmlns:a16="http://schemas.microsoft.com/office/drawing/2014/main" id="{92685A97-B130-4E8F-84C3-EFAD3015F63D}"/>
              </a:ext>
            </a:extLst>
          </p:cNvPr>
          <p:cNvSpPr>
            <a:spLocks noGrp="1"/>
          </p:cNvSpPr>
          <p:nvPr>
            <p:ph type="sldNum" sz="quarter" idx="19"/>
          </p:nvPr>
        </p:nvSpPr>
        <p:spPr/>
        <p:txBody>
          <a:bodyPr/>
          <a:lstStyle/>
          <a:p>
            <a:fld id="{62CB3E74-FC4B-418A-B5F6-72ED80208EB2}" type="slidenum">
              <a:rPr lang="en-US" smtClean="0"/>
              <a:pPr/>
              <a:t>9</a:t>
            </a:fld>
            <a:endParaRPr lang="en-US"/>
          </a:p>
        </p:txBody>
      </p:sp>
    </p:spTree>
    <p:extLst>
      <p:ext uri="{BB962C8B-B14F-4D97-AF65-F5344CB8AC3E}">
        <p14:creationId xmlns:p14="http://schemas.microsoft.com/office/powerpoint/2010/main" val="2809197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4A2A5B0D-82CB-4BA9-BAC6-1EADC38F0783}"/>
              </a:ext>
            </a:extLst>
          </p:cNvPr>
          <p:cNvGraphicFramePr>
            <a:graphicFrameLocks noChangeAspect="1"/>
          </p:cNvGraphicFramePr>
          <p:nvPr>
            <p:custDataLst>
              <p:tags r:id="rId1"/>
            </p:custDataLst>
            <p:extLst>
              <p:ext uri="{D42A27DB-BD31-4B8C-83A1-F6EECF244321}">
                <p14:modId xmlns:p14="http://schemas.microsoft.com/office/powerpoint/2010/main" val="21443962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9" name="Object 8" hidden="1">
                        <a:extLst>
                          <a:ext uri="{FF2B5EF4-FFF2-40B4-BE49-F238E27FC236}">
                            <a16:creationId xmlns:a16="http://schemas.microsoft.com/office/drawing/2014/main" id="{4A2A5B0D-82CB-4BA9-BAC6-1EADC38F078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0E8131C-79A4-4C94-A36D-002D60F4B667}"/>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3000" b="1" dirty="0">
              <a:latin typeface="Arial" panose="020B0604020202020204" pitchFamily="34" charset="0"/>
              <a:ea typeface="+mj-ea"/>
              <a:cs typeface="+mj-cs"/>
              <a:sym typeface="Arial" panose="020B0604020202020204" pitchFamily="34" charset="0"/>
            </a:endParaRPr>
          </a:p>
        </p:txBody>
      </p:sp>
      <p:sp>
        <p:nvSpPr>
          <p:cNvPr id="3" name="Titel 2">
            <a:extLst>
              <a:ext uri="{FF2B5EF4-FFF2-40B4-BE49-F238E27FC236}">
                <a16:creationId xmlns:a16="http://schemas.microsoft.com/office/drawing/2014/main" id="{802DFBFD-171D-424A-AA61-C27569C87B1B}"/>
              </a:ext>
            </a:extLst>
          </p:cNvPr>
          <p:cNvSpPr>
            <a:spLocks noGrp="1"/>
          </p:cNvSpPr>
          <p:nvPr>
            <p:ph type="title"/>
          </p:nvPr>
        </p:nvSpPr>
        <p:spPr/>
        <p:txBody>
          <a:bodyPr/>
          <a:lstStyle/>
          <a:p>
            <a:r>
              <a:rPr lang="en-US" dirty="0"/>
              <a:t>Slide with bar graph example (full width)</a:t>
            </a:r>
          </a:p>
        </p:txBody>
      </p:sp>
      <p:graphicFrame>
        <p:nvGraphicFramePr>
          <p:cNvPr id="8" name="Object 6">
            <a:extLst>
              <a:ext uri="{FF2B5EF4-FFF2-40B4-BE49-F238E27FC236}">
                <a16:creationId xmlns:a16="http://schemas.microsoft.com/office/drawing/2014/main" id="{34F633E9-6D3E-4180-991E-C9023241E5E5}"/>
              </a:ext>
            </a:extLst>
          </p:cNvPr>
          <p:cNvGraphicFramePr>
            <a:graphicFrameLocks noGrp="1" noChangeAspect="1"/>
          </p:cNvGraphicFramePr>
          <p:nvPr>
            <p:ph idx="1"/>
            <p:extLst>
              <p:ext uri="{D42A27DB-BD31-4B8C-83A1-F6EECF244321}">
                <p14:modId xmlns:p14="http://schemas.microsoft.com/office/powerpoint/2010/main" val="4190867760"/>
              </p:ext>
            </p:extLst>
          </p:nvPr>
        </p:nvGraphicFramePr>
        <p:xfrm>
          <a:off x="587375" y="1700213"/>
          <a:ext cx="11017250" cy="3817019"/>
        </p:xfrm>
        <a:graphic>
          <a:graphicData uri="http://schemas.openxmlformats.org/drawingml/2006/chart">
            <c:chart xmlns:c="http://schemas.openxmlformats.org/drawingml/2006/chart" xmlns:r="http://schemas.openxmlformats.org/officeDocument/2006/relationships" r:id="rId7"/>
          </a:graphicData>
        </a:graphic>
      </p:graphicFrame>
      <p:sp>
        <p:nvSpPr>
          <p:cNvPr id="10" name="Textplatzhalter 6">
            <a:extLst>
              <a:ext uri="{FF2B5EF4-FFF2-40B4-BE49-F238E27FC236}">
                <a16:creationId xmlns:a16="http://schemas.microsoft.com/office/drawing/2014/main" id="{624A9480-54D3-4A1B-9E5C-F12471B6321F}"/>
              </a:ext>
            </a:extLst>
          </p:cNvPr>
          <p:cNvSpPr txBox="1">
            <a:spLocks/>
          </p:cNvSpPr>
          <p:nvPr/>
        </p:nvSpPr>
        <p:spPr>
          <a:xfrm>
            <a:off x="587376" y="1484313"/>
            <a:ext cx="4813299" cy="215900"/>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r>
              <a:rPr lang="en-US" sz="1400" b="1" dirty="0"/>
              <a:t>Caption 14 </a:t>
            </a:r>
            <a:r>
              <a:rPr lang="en-US" sz="1400" b="1" dirty="0" err="1"/>
              <a:t>pt</a:t>
            </a:r>
            <a:endParaRPr lang="en-US" sz="1400" b="1" dirty="0"/>
          </a:p>
        </p:txBody>
      </p:sp>
      <p:sp>
        <p:nvSpPr>
          <p:cNvPr id="2" name="Date Placeholder 1">
            <a:extLst>
              <a:ext uri="{FF2B5EF4-FFF2-40B4-BE49-F238E27FC236}">
                <a16:creationId xmlns:a16="http://schemas.microsoft.com/office/drawing/2014/main" id="{3E43661C-6BE9-4A36-8F5F-9FFAD95D57C7}"/>
              </a:ext>
            </a:extLst>
          </p:cNvPr>
          <p:cNvSpPr>
            <a:spLocks noGrp="1"/>
          </p:cNvSpPr>
          <p:nvPr>
            <p:ph type="dt" sz="half" idx="10"/>
          </p:nvPr>
        </p:nvSpPr>
        <p:spPr/>
        <p:txBody>
          <a:bodyPr/>
          <a:lstStyle/>
          <a:p>
            <a:fld id="{F6567DE7-BF7A-4D8F-BA52-29DFEC3E6DBB}" type="datetime3">
              <a:rPr lang="en-US" smtClean="0"/>
              <a:t>23 February 2026</a:t>
            </a:fld>
            <a:endParaRPr lang="en-US" dirty="0"/>
          </a:p>
        </p:txBody>
      </p:sp>
      <p:sp>
        <p:nvSpPr>
          <p:cNvPr id="7" name="Slide Number Placeholder 6">
            <a:extLst>
              <a:ext uri="{FF2B5EF4-FFF2-40B4-BE49-F238E27FC236}">
                <a16:creationId xmlns:a16="http://schemas.microsoft.com/office/drawing/2014/main" id="{7C924D13-000C-45BD-BCC5-D9E1D41A1E8C}"/>
              </a:ext>
            </a:extLst>
          </p:cNvPr>
          <p:cNvSpPr>
            <a:spLocks noGrp="1"/>
          </p:cNvSpPr>
          <p:nvPr>
            <p:ph type="sldNum" sz="quarter" idx="11"/>
          </p:nvPr>
        </p:nvSpPr>
        <p:spPr/>
        <p:txBody>
          <a:bodyPr/>
          <a:lstStyle/>
          <a:p>
            <a:fld id="{62CB3E74-FC4B-418A-B5F6-72ED80208EB2}" type="slidenum">
              <a:rPr lang="en-US" smtClean="0"/>
              <a:pPr/>
              <a:t>10</a:t>
            </a:fld>
            <a:endParaRPr lang="en-US" dirty="0"/>
          </a:p>
        </p:txBody>
      </p:sp>
    </p:spTree>
    <p:extLst>
      <p:ext uri="{BB962C8B-B14F-4D97-AF65-F5344CB8AC3E}">
        <p14:creationId xmlns:p14="http://schemas.microsoft.com/office/powerpoint/2010/main" val="3988760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D00BB583-46F9-4E0E-A38C-675305405BD5}"/>
              </a:ext>
            </a:extLst>
          </p:cNvPr>
          <p:cNvGraphicFramePr>
            <a:graphicFrameLocks noChangeAspect="1"/>
          </p:cNvGraphicFramePr>
          <p:nvPr>
            <p:custDataLst>
              <p:tags r:id="rId1"/>
            </p:custDataLst>
            <p:extLst>
              <p:ext uri="{D42A27DB-BD31-4B8C-83A1-F6EECF244321}">
                <p14:modId xmlns:p14="http://schemas.microsoft.com/office/powerpoint/2010/main" val="4261212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11" name="Object 10" hidden="1">
                        <a:extLst>
                          <a:ext uri="{FF2B5EF4-FFF2-40B4-BE49-F238E27FC236}">
                            <a16:creationId xmlns:a16="http://schemas.microsoft.com/office/drawing/2014/main" id="{D00BB583-46F9-4E0E-A38C-675305405BD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0EC230E-1542-45BD-8D10-E8C3A2515D6B}"/>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000" b="1" dirty="0">
              <a:latin typeface="Arial" panose="020B0604020202020204" pitchFamily="34" charset="0"/>
              <a:ea typeface="+mj-ea"/>
              <a:cs typeface="+mj-cs"/>
              <a:sym typeface="Arial" panose="020B0604020202020204" pitchFamily="34" charset="0"/>
            </a:endParaRPr>
          </a:p>
        </p:txBody>
      </p:sp>
      <p:sp>
        <p:nvSpPr>
          <p:cNvPr id="3" name="Titel 2">
            <a:extLst>
              <a:ext uri="{FF2B5EF4-FFF2-40B4-BE49-F238E27FC236}">
                <a16:creationId xmlns:a16="http://schemas.microsoft.com/office/drawing/2014/main" id="{753E2F1E-C46C-4BC3-9838-428AC73FBA30}"/>
              </a:ext>
            </a:extLst>
          </p:cNvPr>
          <p:cNvSpPr>
            <a:spLocks noGrp="1"/>
          </p:cNvSpPr>
          <p:nvPr>
            <p:ph type="title"/>
          </p:nvPr>
        </p:nvSpPr>
        <p:spPr/>
        <p:txBody>
          <a:bodyPr/>
          <a:lstStyle/>
          <a:p>
            <a:r>
              <a:rPr lang="en-US" dirty="0"/>
              <a:t>Sample doughnut graph</a:t>
            </a:r>
          </a:p>
        </p:txBody>
      </p:sp>
      <p:sp>
        <p:nvSpPr>
          <p:cNvPr id="9" name="Textplatzhalter 8">
            <a:extLst>
              <a:ext uri="{FF2B5EF4-FFF2-40B4-BE49-F238E27FC236}">
                <a16:creationId xmlns:a16="http://schemas.microsoft.com/office/drawing/2014/main" id="{4C7B11E1-77AF-45AC-B1DB-E73274140744}"/>
              </a:ext>
            </a:extLst>
          </p:cNvPr>
          <p:cNvSpPr>
            <a:spLocks noGrp="1"/>
          </p:cNvSpPr>
          <p:nvPr>
            <p:ph type="body" sz="quarter" idx="16"/>
          </p:nvPr>
        </p:nvSpPr>
        <p:spPr/>
        <p:txBody>
          <a:bodyPr/>
          <a:lstStyle/>
          <a:p>
            <a:r>
              <a:rPr lang="en-US" dirty="0"/>
              <a:t> </a:t>
            </a:r>
          </a:p>
        </p:txBody>
      </p:sp>
      <p:sp>
        <p:nvSpPr>
          <p:cNvPr id="8" name="Inhaltsplatzhalter 7">
            <a:extLst>
              <a:ext uri="{FF2B5EF4-FFF2-40B4-BE49-F238E27FC236}">
                <a16:creationId xmlns:a16="http://schemas.microsoft.com/office/drawing/2014/main" id="{62B3EA3F-3148-4A31-82F4-FED3A07D7F6D}"/>
              </a:ext>
            </a:extLst>
          </p:cNvPr>
          <p:cNvSpPr>
            <a:spLocks noGrp="1"/>
          </p:cNvSpPr>
          <p:nvPr>
            <p:ph sz="quarter" idx="17"/>
          </p:nvPr>
        </p:nvSpPr>
        <p:spPr/>
        <p:txBody>
          <a:bodyPr/>
          <a:lstStyle/>
          <a:p>
            <a:pPr lvl="1">
              <a:spcAft>
                <a:spcPts val="600"/>
              </a:spcAft>
            </a:pPr>
            <a:r>
              <a:rPr lang="en-US" sz="1600" dirty="0"/>
              <a:t>Arial 16 </a:t>
            </a:r>
            <a:r>
              <a:rPr lang="en-US" sz="1600" dirty="0" err="1"/>
              <a:t>pt</a:t>
            </a:r>
            <a:r>
              <a:rPr lang="en-US" sz="1600" dirty="0"/>
              <a:t>: </a:t>
            </a:r>
            <a:r>
              <a:rPr lang="en-US" sz="1600" dirty="0" err="1"/>
              <a:t>Mauris</a:t>
            </a:r>
            <a:r>
              <a:rPr lang="en-US" sz="1600" dirty="0"/>
              <a:t> </a:t>
            </a:r>
            <a:r>
              <a:rPr lang="en-US" sz="1600" dirty="0" err="1"/>
              <a:t>faucibus</a:t>
            </a:r>
            <a:r>
              <a:rPr lang="en-US" sz="1600" dirty="0"/>
              <a:t>, ipsum </a:t>
            </a:r>
            <a:r>
              <a:rPr lang="en-US" sz="1600" dirty="0" err="1"/>
              <a:t>ultrice</a:t>
            </a:r>
            <a:r>
              <a:rPr lang="en-US" sz="1600" dirty="0"/>
              <a:t> </a:t>
            </a:r>
            <a:r>
              <a:rPr lang="en-US" sz="1600" dirty="0" err="1"/>
              <a:t>suscip</a:t>
            </a:r>
            <a:r>
              <a:rPr lang="en-US" sz="1600" dirty="0"/>
              <a:t> </a:t>
            </a:r>
            <a:br>
              <a:rPr lang="en-US" sz="1600" dirty="0"/>
            </a:br>
            <a:r>
              <a:rPr lang="en-US" sz="1600" dirty="0" err="1"/>
              <a:t>faucibus</a:t>
            </a:r>
            <a:r>
              <a:rPr lang="en-US" sz="1600" dirty="0"/>
              <a:t>, </a:t>
            </a:r>
            <a:r>
              <a:rPr lang="en-US" sz="1600" dirty="0" err="1"/>
              <a:t>enim</a:t>
            </a:r>
            <a:r>
              <a:rPr lang="en-US" sz="1600" dirty="0"/>
              <a:t> nisi </a:t>
            </a:r>
            <a:r>
              <a:rPr lang="en-US" sz="1600" dirty="0" err="1"/>
              <a:t>mollis</a:t>
            </a:r>
            <a:r>
              <a:rPr lang="en-US" sz="1600" dirty="0"/>
              <a:t> </a:t>
            </a:r>
            <a:r>
              <a:rPr lang="en-US" sz="1600" dirty="0" err="1"/>
              <a:t>urna</a:t>
            </a:r>
            <a:r>
              <a:rPr lang="en-US" sz="1600" dirty="0"/>
              <a:t>, </a:t>
            </a:r>
            <a:r>
              <a:rPr lang="en-US" sz="1600" dirty="0" err="1"/>
              <a:t>aliquam</a:t>
            </a:r>
            <a:r>
              <a:rPr lang="en-US" sz="1600" dirty="0"/>
              <a:t> vestibulum </a:t>
            </a:r>
            <a:r>
              <a:rPr lang="en-US" sz="1600" dirty="0" err="1"/>
              <a:t>tellu</a:t>
            </a:r>
            <a:r>
              <a:rPr lang="en-US" sz="1600" dirty="0"/>
              <a:t> </a:t>
            </a:r>
            <a:r>
              <a:rPr lang="en-US" sz="1600" dirty="0" err="1"/>
              <a:t>risus</a:t>
            </a:r>
            <a:r>
              <a:rPr lang="en-US" sz="1600" dirty="0"/>
              <a:t> non </a:t>
            </a:r>
            <a:r>
              <a:rPr lang="en-US" sz="1600" dirty="0" err="1"/>
              <a:t>neque</a:t>
            </a:r>
            <a:r>
              <a:rPr lang="en-US" sz="1600" dirty="0"/>
              <a:t>. Maecenas </a:t>
            </a:r>
            <a:r>
              <a:rPr lang="en-US" sz="1600" dirty="0" err="1"/>
              <a:t>finibus</a:t>
            </a:r>
            <a:r>
              <a:rPr lang="en-US" sz="1600" dirty="0"/>
              <a:t>, </a:t>
            </a:r>
            <a:r>
              <a:rPr lang="en-US" sz="1600" dirty="0" err="1"/>
              <a:t>eros</a:t>
            </a:r>
            <a:r>
              <a:rPr lang="en-US" sz="1600" dirty="0"/>
              <a:t> </a:t>
            </a:r>
            <a:r>
              <a:rPr lang="en-US" sz="1600" dirty="0" err="1"/>
              <a:t>ut</a:t>
            </a:r>
            <a:r>
              <a:rPr lang="en-US" sz="1600" dirty="0"/>
              <a:t> </a:t>
            </a:r>
            <a:r>
              <a:rPr lang="en-US" sz="1600" dirty="0" err="1"/>
              <a:t>interdum</a:t>
            </a:r>
            <a:r>
              <a:rPr lang="en-US" sz="1600" dirty="0"/>
              <a:t> </a:t>
            </a:r>
            <a:r>
              <a:rPr lang="en-US" sz="1600" dirty="0" err="1"/>
              <a:t>tincidunt</a:t>
            </a:r>
            <a:r>
              <a:rPr lang="en-US" sz="1600" dirty="0"/>
              <a:t>, </a:t>
            </a:r>
            <a:r>
              <a:rPr lang="en-US" sz="1600" dirty="0" err="1"/>
              <a:t>purus</a:t>
            </a:r>
            <a:r>
              <a:rPr lang="en-US" sz="1600" dirty="0"/>
              <a:t> lorem </a:t>
            </a:r>
            <a:r>
              <a:rPr lang="en-US" sz="1600" dirty="0" err="1"/>
              <a:t>mollis</a:t>
            </a:r>
            <a:r>
              <a:rPr lang="en-US" sz="1600" dirty="0"/>
              <a:t> </a:t>
            </a:r>
            <a:r>
              <a:rPr lang="en-US" sz="1600" dirty="0" err="1"/>
              <a:t>eros</a:t>
            </a:r>
            <a:r>
              <a:rPr lang="en-US" sz="1600" dirty="0"/>
              <a:t>.</a:t>
            </a:r>
          </a:p>
          <a:p>
            <a:pPr lvl="1">
              <a:spcAft>
                <a:spcPts val="600"/>
              </a:spcAft>
            </a:pPr>
            <a:r>
              <a:rPr lang="en-US" sz="1600" dirty="0"/>
              <a:t>Id </a:t>
            </a:r>
            <a:r>
              <a:rPr lang="en-US" sz="1600" dirty="0" err="1"/>
              <a:t>laoreet</a:t>
            </a:r>
            <a:r>
              <a:rPr lang="en-US" sz="1600" dirty="0"/>
              <a:t> </a:t>
            </a:r>
            <a:r>
              <a:rPr lang="en-US" sz="1600" dirty="0" err="1"/>
              <a:t>turpis</a:t>
            </a:r>
            <a:r>
              <a:rPr lang="en-US" sz="1600" dirty="0"/>
              <a:t> libero ac </a:t>
            </a:r>
            <a:r>
              <a:rPr lang="en-US" sz="1600" dirty="0" err="1"/>
              <a:t>neque</a:t>
            </a:r>
            <a:r>
              <a:rPr lang="en-US" sz="1600" dirty="0"/>
              <a:t>. </a:t>
            </a:r>
            <a:r>
              <a:rPr lang="en-US" sz="1600" dirty="0" err="1"/>
              <a:t>Mauris</a:t>
            </a:r>
            <a:r>
              <a:rPr lang="en-US" sz="1600" dirty="0"/>
              <a:t> a </a:t>
            </a:r>
            <a:r>
              <a:rPr lang="en-US" sz="1600" dirty="0" err="1"/>
              <a:t>est</a:t>
            </a:r>
            <a:r>
              <a:rPr lang="en-US" sz="1600" dirty="0"/>
              <a:t> dolor fermentum </a:t>
            </a:r>
            <a:r>
              <a:rPr lang="en-US" sz="1600" dirty="0" err="1"/>
              <a:t>est</a:t>
            </a:r>
            <a:r>
              <a:rPr lang="en-US" sz="1600" dirty="0"/>
              <a:t> </a:t>
            </a:r>
            <a:r>
              <a:rPr lang="en-US" sz="1600" dirty="0" err="1"/>
              <a:t>faucibus</a:t>
            </a:r>
            <a:r>
              <a:rPr lang="en-US" sz="1600" dirty="0"/>
              <a:t> </a:t>
            </a:r>
            <a:r>
              <a:rPr lang="en-US" sz="1600" dirty="0" err="1"/>
              <a:t>ullamcorper</a:t>
            </a:r>
            <a:r>
              <a:rPr lang="en-US" sz="1600" dirty="0"/>
              <a:t>. </a:t>
            </a:r>
            <a:r>
              <a:rPr lang="en-US" sz="1600" dirty="0" err="1"/>
              <a:t>Etiam</a:t>
            </a:r>
            <a:r>
              <a:rPr lang="en-US" sz="1600" dirty="0"/>
              <a:t> </a:t>
            </a:r>
            <a:r>
              <a:rPr lang="en-US" sz="1600" dirty="0" err="1"/>
              <a:t>nec</a:t>
            </a:r>
            <a:r>
              <a:rPr lang="en-US" sz="1600" dirty="0"/>
              <a:t> </a:t>
            </a:r>
            <a:br>
              <a:rPr lang="en-US" sz="1600" dirty="0"/>
            </a:br>
            <a:r>
              <a:rPr lang="en-US" sz="1600" dirty="0" err="1"/>
              <a:t>bibendum</a:t>
            </a:r>
            <a:r>
              <a:rPr lang="en-US" sz="1600" dirty="0"/>
              <a:t> </a:t>
            </a:r>
            <a:r>
              <a:rPr lang="en-US" sz="1600" dirty="0" err="1"/>
              <a:t>erat</a:t>
            </a:r>
            <a:r>
              <a:rPr lang="en-US" sz="1600" dirty="0"/>
              <a:t>. </a:t>
            </a:r>
            <a:r>
              <a:rPr lang="en-US" sz="1600" dirty="0" err="1"/>
              <a:t>Quisque</a:t>
            </a:r>
            <a:r>
              <a:rPr lang="en-US" sz="1600" dirty="0"/>
              <a:t> sed </a:t>
            </a:r>
            <a:r>
              <a:rPr lang="en-US" sz="1600" dirty="0" err="1"/>
              <a:t>tortor</a:t>
            </a:r>
            <a:r>
              <a:rPr lang="en-US" sz="1600" dirty="0"/>
              <a:t> ac </a:t>
            </a:r>
            <a:r>
              <a:rPr lang="en-US" sz="1600" dirty="0" err="1"/>
              <a:t>erat</a:t>
            </a:r>
            <a:r>
              <a:rPr lang="en-US" sz="1600" dirty="0"/>
              <a:t> </a:t>
            </a:r>
            <a:r>
              <a:rPr lang="en-US" sz="1600" dirty="0" err="1"/>
              <a:t>interdum</a:t>
            </a:r>
            <a:r>
              <a:rPr lang="en-US" sz="1600" dirty="0"/>
              <a:t> </a:t>
            </a:r>
            <a:r>
              <a:rPr lang="en-US" sz="1600" dirty="0" err="1"/>
              <a:t>commodo</a:t>
            </a:r>
            <a:r>
              <a:rPr lang="en-US" sz="1600" dirty="0"/>
              <a:t>. </a:t>
            </a:r>
            <a:r>
              <a:rPr lang="en-US" sz="1600" dirty="0" err="1"/>
              <a:t>Suspendisse</a:t>
            </a:r>
            <a:r>
              <a:rPr lang="en-US" sz="1600" dirty="0"/>
              <a:t> </a:t>
            </a:r>
            <a:r>
              <a:rPr lang="en-US" sz="1600" dirty="0" err="1"/>
              <a:t>feugiat</a:t>
            </a:r>
            <a:r>
              <a:rPr lang="en-US" sz="1600" dirty="0"/>
              <a:t> </a:t>
            </a:r>
            <a:r>
              <a:rPr lang="en-US" sz="1600" dirty="0" err="1"/>
              <a:t>nunc</a:t>
            </a:r>
            <a:r>
              <a:rPr lang="en-US" sz="1600" dirty="0"/>
              <a:t> </a:t>
            </a:r>
            <a:r>
              <a:rPr lang="en-US" sz="1600" dirty="0" err="1"/>
              <a:t>nec</a:t>
            </a:r>
            <a:r>
              <a:rPr lang="en-US" sz="1600" dirty="0"/>
              <a:t> </a:t>
            </a:r>
            <a:r>
              <a:rPr lang="en-US" sz="1600" dirty="0" err="1"/>
              <a:t>massa</a:t>
            </a:r>
            <a:r>
              <a:rPr lang="en-US" sz="1600" dirty="0"/>
              <a:t>. </a:t>
            </a:r>
          </a:p>
          <a:p>
            <a:pPr lvl="1">
              <a:spcAft>
                <a:spcPts val="600"/>
              </a:spcAft>
            </a:pPr>
            <a:r>
              <a:rPr lang="en-US" sz="1600" dirty="0"/>
              <a:t>Duis vitae ipsum </a:t>
            </a:r>
            <a:r>
              <a:rPr lang="en-US" sz="1600" dirty="0" err="1"/>
              <a:t>ultricies</a:t>
            </a:r>
            <a:r>
              <a:rPr lang="en-US" sz="1600" dirty="0"/>
              <a:t>, </a:t>
            </a:r>
            <a:r>
              <a:rPr lang="en-US" sz="1600" dirty="0" err="1"/>
              <a:t>ultrices</a:t>
            </a:r>
            <a:r>
              <a:rPr lang="en-US" sz="1600" dirty="0"/>
              <a:t> diam ac, </a:t>
            </a:r>
            <a:r>
              <a:rPr lang="en-US" sz="1600" dirty="0" err="1"/>
              <a:t>feugiat</a:t>
            </a:r>
            <a:r>
              <a:rPr lang="en-US" sz="1600" dirty="0"/>
              <a:t>. </a:t>
            </a:r>
            <a:br>
              <a:rPr lang="en-US" sz="1600" dirty="0"/>
            </a:br>
            <a:r>
              <a:rPr lang="en-US" sz="1600" dirty="0" err="1"/>
              <a:t>Etiam</a:t>
            </a:r>
            <a:r>
              <a:rPr lang="en-US" sz="1600" dirty="0"/>
              <a:t> </a:t>
            </a:r>
            <a:r>
              <a:rPr lang="en-US" sz="1600" dirty="0" err="1"/>
              <a:t>nec</a:t>
            </a:r>
            <a:r>
              <a:rPr lang="en-US" sz="1600" dirty="0"/>
              <a:t> </a:t>
            </a:r>
            <a:r>
              <a:rPr lang="en-US" sz="1600" dirty="0" err="1"/>
              <a:t>bibendum</a:t>
            </a:r>
            <a:r>
              <a:rPr lang="en-US" sz="1600" dirty="0"/>
              <a:t> </a:t>
            </a:r>
            <a:r>
              <a:rPr lang="en-US" sz="1600" dirty="0" err="1"/>
              <a:t>erat</a:t>
            </a:r>
            <a:r>
              <a:rPr lang="en-US" sz="1600" dirty="0"/>
              <a:t>.</a:t>
            </a:r>
          </a:p>
          <a:p>
            <a:endParaRPr lang="en-US" dirty="0"/>
          </a:p>
        </p:txBody>
      </p:sp>
      <p:sp>
        <p:nvSpPr>
          <p:cNvPr id="2" name="Date Placeholder 1">
            <a:extLst>
              <a:ext uri="{FF2B5EF4-FFF2-40B4-BE49-F238E27FC236}">
                <a16:creationId xmlns:a16="http://schemas.microsoft.com/office/drawing/2014/main" id="{BCD2970C-DB7A-4C70-8DDB-752CB90E5BEB}"/>
              </a:ext>
            </a:extLst>
          </p:cNvPr>
          <p:cNvSpPr>
            <a:spLocks noGrp="1"/>
          </p:cNvSpPr>
          <p:nvPr>
            <p:ph type="dt" sz="half" idx="18"/>
          </p:nvPr>
        </p:nvSpPr>
        <p:spPr/>
        <p:txBody>
          <a:bodyPr/>
          <a:lstStyle/>
          <a:p>
            <a:fld id="{37B884BB-D265-49E8-BA44-823D81CA3E0E}" type="datetime3">
              <a:rPr lang="en-US" smtClean="0"/>
              <a:pPr/>
              <a:t>23 February 2026</a:t>
            </a:fld>
            <a:endParaRPr lang="en-US" dirty="0"/>
          </a:p>
        </p:txBody>
      </p:sp>
      <p:sp>
        <p:nvSpPr>
          <p:cNvPr id="7" name="Slide Number Placeholder 6">
            <a:extLst>
              <a:ext uri="{FF2B5EF4-FFF2-40B4-BE49-F238E27FC236}">
                <a16:creationId xmlns:a16="http://schemas.microsoft.com/office/drawing/2014/main" id="{0F4B7D88-21CE-4EE7-B001-7E1EFB1DB7C7}"/>
              </a:ext>
            </a:extLst>
          </p:cNvPr>
          <p:cNvSpPr>
            <a:spLocks noGrp="1"/>
          </p:cNvSpPr>
          <p:nvPr>
            <p:ph type="sldNum" sz="quarter" idx="19"/>
          </p:nvPr>
        </p:nvSpPr>
        <p:spPr/>
        <p:txBody>
          <a:bodyPr/>
          <a:lstStyle/>
          <a:p>
            <a:fld id="{62CB3E74-FC4B-418A-B5F6-72ED80208EB2}" type="slidenum">
              <a:rPr lang="en-US" smtClean="0"/>
              <a:pPr/>
              <a:t>11</a:t>
            </a:fld>
            <a:endParaRPr lang="en-US" dirty="0"/>
          </a:p>
        </p:txBody>
      </p:sp>
      <p:sp>
        <p:nvSpPr>
          <p:cNvPr id="12" name="Textplatzhalter 6">
            <a:extLst>
              <a:ext uri="{FF2B5EF4-FFF2-40B4-BE49-F238E27FC236}">
                <a16:creationId xmlns:a16="http://schemas.microsoft.com/office/drawing/2014/main" id="{DD3F7372-33D6-46E3-BF83-FF315699DE13}"/>
              </a:ext>
            </a:extLst>
          </p:cNvPr>
          <p:cNvSpPr txBox="1">
            <a:spLocks/>
          </p:cNvSpPr>
          <p:nvPr/>
        </p:nvSpPr>
        <p:spPr>
          <a:xfrm>
            <a:off x="587376" y="1484313"/>
            <a:ext cx="4813299" cy="215900"/>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r>
              <a:rPr lang="en-US" sz="1400" b="1" dirty="0"/>
              <a:t>Caption 14 </a:t>
            </a:r>
            <a:r>
              <a:rPr lang="en-US" sz="1400" b="1" dirty="0" err="1"/>
              <a:t>pt</a:t>
            </a:r>
            <a:endParaRPr lang="en-US" sz="1400" b="1" dirty="0"/>
          </a:p>
        </p:txBody>
      </p:sp>
      <p:graphicFrame>
        <p:nvGraphicFramePr>
          <p:cNvPr id="33" name="Inhaltsplatzhalter 9">
            <a:extLst>
              <a:ext uri="{FF2B5EF4-FFF2-40B4-BE49-F238E27FC236}">
                <a16:creationId xmlns:a16="http://schemas.microsoft.com/office/drawing/2014/main" id="{6FB0C9E7-CE9D-4432-BF4B-353F0AA4872A}"/>
              </a:ext>
            </a:extLst>
          </p:cNvPr>
          <p:cNvGraphicFramePr>
            <a:graphicFrameLocks/>
          </p:cNvGraphicFramePr>
          <p:nvPr>
            <p:extLst>
              <p:ext uri="{D42A27DB-BD31-4B8C-83A1-F6EECF244321}">
                <p14:modId xmlns:p14="http://schemas.microsoft.com/office/powerpoint/2010/main" val="3375817886"/>
              </p:ext>
            </p:extLst>
          </p:nvPr>
        </p:nvGraphicFramePr>
        <p:xfrm>
          <a:off x="587375" y="1916112"/>
          <a:ext cx="5400675" cy="4213225"/>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089145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C8313824-CAD6-41D4-AECE-A1D0182255EF}"/>
              </a:ext>
            </a:extLst>
          </p:cNvPr>
          <p:cNvGraphicFramePr>
            <a:graphicFrameLocks noChangeAspect="1"/>
          </p:cNvGraphicFramePr>
          <p:nvPr>
            <p:custDataLst>
              <p:tags r:id="rId1"/>
            </p:custDataLst>
            <p:extLst>
              <p:ext uri="{D42A27DB-BD31-4B8C-83A1-F6EECF244321}">
                <p14:modId xmlns:p14="http://schemas.microsoft.com/office/powerpoint/2010/main" val="32065978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10" name="Object 9" hidden="1">
                        <a:extLst>
                          <a:ext uri="{FF2B5EF4-FFF2-40B4-BE49-F238E27FC236}">
                            <a16:creationId xmlns:a16="http://schemas.microsoft.com/office/drawing/2014/main" id="{C8313824-CAD6-41D4-AECE-A1D0182255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7460DFC-FF7E-4EA1-9406-836384FD1E31}"/>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000" b="1" dirty="0">
              <a:latin typeface="Arial" panose="020B0604020202020204" pitchFamily="34" charset="0"/>
              <a:ea typeface="+mj-ea"/>
              <a:cs typeface="+mj-cs"/>
              <a:sym typeface="Arial" panose="020B0604020202020204" pitchFamily="34" charset="0"/>
            </a:endParaRPr>
          </a:p>
        </p:txBody>
      </p:sp>
      <p:sp>
        <p:nvSpPr>
          <p:cNvPr id="3" name="Titel 2">
            <a:extLst>
              <a:ext uri="{FF2B5EF4-FFF2-40B4-BE49-F238E27FC236}">
                <a16:creationId xmlns:a16="http://schemas.microsoft.com/office/drawing/2014/main" id="{01758741-D9C4-4033-9D81-F6EF3684DA73}"/>
              </a:ext>
            </a:extLst>
          </p:cNvPr>
          <p:cNvSpPr>
            <a:spLocks noGrp="1"/>
          </p:cNvSpPr>
          <p:nvPr>
            <p:ph type="title"/>
          </p:nvPr>
        </p:nvSpPr>
        <p:spPr/>
        <p:txBody>
          <a:bodyPr/>
          <a:lstStyle/>
          <a:p>
            <a:r>
              <a:rPr lang="en-US" dirty="0"/>
              <a:t>Sample line graph</a:t>
            </a:r>
          </a:p>
        </p:txBody>
      </p:sp>
      <p:graphicFrame>
        <p:nvGraphicFramePr>
          <p:cNvPr id="8" name="Inhaltsplatzhalter 7">
            <a:extLst>
              <a:ext uri="{FF2B5EF4-FFF2-40B4-BE49-F238E27FC236}">
                <a16:creationId xmlns:a16="http://schemas.microsoft.com/office/drawing/2014/main" id="{6AD89CD4-E269-4A8C-AC19-F342312F6B2A}"/>
              </a:ext>
            </a:extLst>
          </p:cNvPr>
          <p:cNvGraphicFramePr>
            <a:graphicFrameLocks noGrp="1"/>
          </p:cNvGraphicFramePr>
          <p:nvPr>
            <p:ph idx="1"/>
            <p:extLst>
              <p:ext uri="{D42A27DB-BD31-4B8C-83A1-F6EECF244321}">
                <p14:modId xmlns:p14="http://schemas.microsoft.com/office/powerpoint/2010/main" val="534511239"/>
              </p:ext>
            </p:extLst>
          </p:nvPr>
        </p:nvGraphicFramePr>
        <p:xfrm>
          <a:off x="587375" y="2024844"/>
          <a:ext cx="11017250" cy="4104494"/>
        </p:xfrm>
        <a:graphic>
          <a:graphicData uri="http://schemas.openxmlformats.org/drawingml/2006/chart">
            <c:chart xmlns:c="http://schemas.openxmlformats.org/drawingml/2006/chart" xmlns:r="http://schemas.openxmlformats.org/officeDocument/2006/relationships" r:id="rId7"/>
          </a:graphicData>
        </a:graphic>
      </p:graphicFrame>
      <p:sp>
        <p:nvSpPr>
          <p:cNvPr id="9" name="Textfeld 8">
            <a:extLst>
              <a:ext uri="{FF2B5EF4-FFF2-40B4-BE49-F238E27FC236}">
                <a16:creationId xmlns:a16="http://schemas.microsoft.com/office/drawing/2014/main" id="{A7AA43FD-8440-4449-9994-730E4C2DBCEF}"/>
              </a:ext>
            </a:extLst>
          </p:cNvPr>
          <p:cNvSpPr txBox="1"/>
          <p:nvPr/>
        </p:nvSpPr>
        <p:spPr>
          <a:xfrm>
            <a:off x="8075613" y="5913276"/>
            <a:ext cx="3529012" cy="215900"/>
          </a:xfrm>
          <a:prstGeom prst="rect">
            <a:avLst/>
          </a:prstGeom>
          <a:noFill/>
        </p:spPr>
        <p:txBody>
          <a:bodyPr wrap="square" lIns="0" tIns="0" rIns="0" bIns="0" rtlCol="0" anchor="b">
            <a:noAutofit/>
          </a:bodyPr>
          <a:lstStyle/>
          <a:p>
            <a:pPr algn="r"/>
            <a:r>
              <a:rPr lang="en-US" sz="800" dirty="0"/>
              <a:t>1) Footnote Arial Regular 8 </a:t>
            </a:r>
            <a:r>
              <a:rPr lang="en-US" sz="800" dirty="0" err="1"/>
              <a:t>pt</a:t>
            </a:r>
            <a:r>
              <a:rPr lang="en-US" sz="800" dirty="0"/>
              <a:t> lorem ipsum</a:t>
            </a:r>
          </a:p>
        </p:txBody>
      </p:sp>
      <p:sp>
        <p:nvSpPr>
          <p:cNvPr id="11" name="Textplatzhalter 6">
            <a:extLst>
              <a:ext uri="{FF2B5EF4-FFF2-40B4-BE49-F238E27FC236}">
                <a16:creationId xmlns:a16="http://schemas.microsoft.com/office/drawing/2014/main" id="{A3584F7E-492B-4402-A0BF-CC7306E3C6B2}"/>
              </a:ext>
            </a:extLst>
          </p:cNvPr>
          <p:cNvSpPr txBox="1">
            <a:spLocks/>
          </p:cNvSpPr>
          <p:nvPr/>
        </p:nvSpPr>
        <p:spPr>
          <a:xfrm>
            <a:off x="587376" y="1484313"/>
            <a:ext cx="4813299" cy="215900"/>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r>
              <a:rPr lang="en-US" sz="1400" b="1" dirty="0"/>
              <a:t>Caption 14 </a:t>
            </a:r>
            <a:r>
              <a:rPr lang="en-US" sz="1400" b="1" dirty="0" err="1"/>
              <a:t>pt</a:t>
            </a:r>
            <a:endParaRPr lang="en-US" sz="1400" b="1" dirty="0"/>
          </a:p>
        </p:txBody>
      </p:sp>
      <p:sp>
        <p:nvSpPr>
          <p:cNvPr id="2" name="Date Placeholder 1">
            <a:extLst>
              <a:ext uri="{FF2B5EF4-FFF2-40B4-BE49-F238E27FC236}">
                <a16:creationId xmlns:a16="http://schemas.microsoft.com/office/drawing/2014/main" id="{92C4AB70-1EE3-4C7B-A112-CB3FFEC920DA}"/>
              </a:ext>
            </a:extLst>
          </p:cNvPr>
          <p:cNvSpPr>
            <a:spLocks noGrp="1"/>
          </p:cNvSpPr>
          <p:nvPr>
            <p:ph type="dt" sz="half" idx="10"/>
          </p:nvPr>
        </p:nvSpPr>
        <p:spPr/>
        <p:txBody>
          <a:bodyPr/>
          <a:lstStyle/>
          <a:p>
            <a:fld id="{9B7088E3-DED1-485B-ABE8-9FC369BA7D0A}" type="datetime3">
              <a:rPr lang="en-US" smtClean="0"/>
              <a:t>23 February 2026</a:t>
            </a:fld>
            <a:endParaRPr lang="en-US" dirty="0"/>
          </a:p>
        </p:txBody>
      </p:sp>
      <p:sp>
        <p:nvSpPr>
          <p:cNvPr id="7" name="Slide Number Placeholder 6">
            <a:extLst>
              <a:ext uri="{FF2B5EF4-FFF2-40B4-BE49-F238E27FC236}">
                <a16:creationId xmlns:a16="http://schemas.microsoft.com/office/drawing/2014/main" id="{E2E4577F-5B8C-4994-A705-51E82AF657B9}"/>
              </a:ext>
            </a:extLst>
          </p:cNvPr>
          <p:cNvSpPr>
            <a:spLocks noGrp="1"/>
          </p:cNvSpPr>
          <p:nvPr>
            <p:ph type="sldNum" sz="quarter" idx="11"/>
          </p:nvPr>
        </p:nvSpPr>
        <p:spPr/>
        <p:txBody>
          <a:bodyPr/>
          <a:lstStyle/>
          <a:p>
            <a:fld id="{62CB3E74-FC4B-418A-B5F6-72ED80208EB2}" type="slidenum">
              <a:rPr lang="en-US" smtClean="0"/>
              <a:pPr/>
              <a:t>12</a:t>
            </a:fld>
            <a:endParaRPr lang="en-US" dirty="0"/>
          </a:p>
        </p:txBody>
      </p:sp>
    </p:spTree>
    <p:extLst>
      <p:ext uri="{BB962C8B-B14F-4D97-AF65-F5344CB8AC3E}">
        <p14:creationId xmlns:p14="http://schemas.microsoft.com/office/powerpoint/2010/main" val="3136350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9EB11DE-674C-4540-8B3F-1FA391ED04C6}"/>
              </a:ext>
            </a:extLst>
          </p:cNvPr>
          <p:cNvGraphicFramePr>
            <a:graphicFrameLocks noChangeAspect="1"/>
          </p:cNvGraphicFramePr>
          <p:nvPr>
            <p:custDataLst>
              <p:tags r:id="rId1"/>
            </p:custDataLst>
            <p:extLst>
              <p:ext uri="{D42A27DB-BD31-4B8C-83A1-F6EECF244321}">
                <p14:modId xmlns:p14="http://schemas.microsoft.com/office/powerpoint/2010/main" val="23977289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8" name="Object 7" hidden="1">
                        <a:extLst>
                          <a:ext uri="{FF2B5EF4-FFF2-40B4-BE49-F238E27FC236}">
                            <a16:creationId xmlns:a16="http://schemas.microsoft.com/office/drawing/2014/main" id="{D9EB11DE-674C-4540-8B3F-1FA391ED04C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451BBF3-B3D2-44B7-8669-738B8912E93B}"/>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000" b="1" dirty="0">
              <a:latin typeface="Arial" panose="020B0604020202020204" pitchFamily="34" charset="0"/>
              <a:ea typeface="+mj-ea"/>
              <a:cs typeface="+mj-cs"/>
              <a:sym typeface="Arial" panose="020B0604020202020204" pitchFamily="34" charset="0"/>
            </a:endParaRPr>
          </a:p>
        </p:txBody>
      </p:sp>
      <p:sp>
        <p:nvSpPr>
          <p:cNvPr id="3" name="Titel 2">
            <a:extLst>
              <a:ext uri="{FF2B5EF4-FFF2-40B4-BE49-F238E27FC236}">
                <a16:creationId xmlns:a16="http://schemas.microsoft.com/office/drawing/2014/main" id="{907916F6-58BD-4D12-AAB1-47618EC16A44}"/>
              </a:ext>
            </a:extLst>
          </p:cNvPr>
          <p:cNvSpPr>
            <a:spLocks noGrp="1"/>
          </p:cNvSpPr>
          <p:nvPr>
            <p:ph type="title"/>
          </p:nvPr>
        </p:nvSpPr>
        <p:spPr/>
        <p:txBody>
          <a:bodyPr/>
          <a:lstStyle/>
          <a:p>
            <a:r>
              <a:rPr lang="en-US" dirty="0"/>
              <a:t>Sample mixed graph slide</a:t>
            </a:r>
          </a:p>
        </p:txBody>
      </p:sp>
      <p:graphicFrame>
        <p:nvGraphicFramePr>
          <p:cNvPr id="10" name="Inhaltsplatzhalter 9">
            <a:extLst>
              <a:ext uri="{FF2B5EF4-FFF2-40B4-BE49-F238E27FC236}">
                <a16:creationId xmlns:a16="http://schemas.microsoft.com/office/drawing/2014/main" id="{3A578F41-8760-4036-99AE-96C73C024393}"/>
              </a:ext>
            </a:extLst>
          </p:cNvPr>
          <p:cNvGraphicFramePr>
            <a:graphicFrameLocks noGrp="1"/>
          </p:cNvGraphicFramePr>
          <p:nvPr>
            <p:ph sz="quarter" idx="16"/>
            <p:extLst>
              <p:ext uri="{D42A27DB-BD31-4B8C-83A1-F6EECF244321}">
                <p14:modId xmlns:p14="http://schemas.microsoft.com/office/powerpoint/2010/main" val="344275155"/>
              </p:ext>
            </p:extLst>
          </p:nvPr>
        </p:nvGraphicFramePr>
        <p:xfrm>
          <a:off x="587375" y="1959982"/>
          <a:ext cx="5292601" cy="298118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Inhaltsplatzhalter 11">
            <a:extLst>
              <a:ext uri="{FF2B5EF4-FFF2-40B4-BE49-F238E27FC236}">
                <a16:creationId xmlns:a16="http://schemas.microsoft.com/office/drawing/2014/main" id="{2057D9B5-8B44-49CC-BFFF-E8B3769D976F}"/>
              </a:ext>
            </a:extLst>
          </p:cNvPr>
          <p:cNvGraphicFramePr>
            <a:graphicFrameLocks noGrp="1"/>
          </p:cNvGraphicFramePr>
          <p:nvPr>
            <p:ph sz="quarter" idx="17"/>
            <p:extLst>
              <p:ext uri="{D42A27DB-BD31-4B8C-83A1-F6EECF244321}">
                <p14:modId xmlns:p14="http://schemas.microsoft.com/office/powerpoint/2010/main" val="4104827564"/>
              </p:ext>
            </p:extLst>
          </p:nvPr>
        </p:nvGraphicFramePr>
        <p:xfrm>
          <a:off x="6203950" y="1988840"/>
          <a:ext cx="5400673" cy="3312368"/>
        </p:xfrm>
        <a:graphic>
          <a:graphicData uri="http://schemas.openxmlformats.org/drawingml/2006/chart">
            <c:chart xmlns:c="http://schemas.openxmlformats.org/drawingml/2006/chart" xmlns:r="http://schemas.openxmlformats.org/officeDocument/2006/relationships" r:id="rId8"/>
          </a:graphicData>
        </a:graphic>
      </p:graphicFrame>
      <p:sp>
        <p:nvSpPr>
          <p:cNvPr id="7" name="Textplatzhalter 6">
            <a:extLst>
              <a:ext uri="{FF2B5EF4-FFF2-40B4-BE49-F238E27FC236}">
                <a16:creationId xmlns:a16="http://schemas.microsoft.com/office/drawing/2014/main" id="{3E5C66C4-C097-4D36-B9C2-507354E62240}"/>
              </a:ext>
            </a:extLst>
          </p:cNvPr>
          <p:cNvSpPr>
            <a:spLocks noGrp="1"/>
          </p:cNvSpPr>
          <p:nvPr>
            <p:ph type="body" sz="quarter" idx="4294967295"/>
          </p:nvPr>
        </p:nvSpPr>
        <p:spPr>
          <a:xfrm>
            <a:off x="587376" y="1484313"/>
            <a:ext cx="4813299" cy="215900"/>
          </a:xfrm>
        </p:spPr>
        <p:txBody>
          <a:bodyPr/>
          <a:lstStyle/>
          <a:p>
            <a:r>
              <a:rPr lang="en-US" sz="1400" b="1" dirty="0"/>
              <a:t>Caption 14 </a:t>
            </a:r>
            <a:r>
              <a:rPr lang="en-US" sz="1400" b="1" dirty="0" err="1"/>
              <a:t>pt</a:t>
            </a:r>
            <a:endParaRPr lang="en-US" sz="1400" b="1" dirty="0"/>
          </a:p>
        </p:txBody>
      </p:sp>
      <p:sp>
        <p:nvSpPr>
          <p:cNvPr id="9" name="Textplatzhalter 8">
            <a:extLst>
              <a:ext uri="{FF2B5EF4-FFF2-40B4-BE49-F238E27FC236}">
                <a16:creationId xmlns:a16="http://schemas.microsoft.com/office/drawing/2014/main" id="{5861782D-00DF-4AD8-AA47-F36BE55B328F}"/>
              </a:ext>
            </a:extLst>
          </p:cNvPr>
          <p:cNvSpPr>
            <a:spLocks noGrp="1"/>
          </p:cNvSpPr>
          <p:nvPr>
            <p:ph type="body" sz="quarter" idx="4294967295"/>
          </p:nvPr>
        </p:nvSpPr>
        <p:spPr>
          <a:xfrm>
            <a:off x="6791325" y="1484313"/>
            <a:ext cx="5400675" cy="215900"/>
          </a:xfrm>
        </p:spPr>
        <p:txBody>
          <a:bodyPr/>
          <a:lstStyle/>
          <a:p>
            <a:r>
              <a:rPr lang="en-US" dirty="0"/>
              <a:t> </a:t>
            </a:r>
          </a:p>
        </p:txBody>
      </p:sp>
      <p:sp>
        <p:nvSpPr>
          <p:cNvPr id="11" name="Textfeld 10">
            <a:extLst>
              <a:ext uri="{FF2B5EF4-FFF2-40B4-BE49-F238E27FC236}">
                <a16:creationId xmlns:a16="http://schemas.microsoft.com/office/drawing/2014/main" id="{A4A759F7-782B-4288-BC4E-E3027E9804C3}"/>
              </a:ext>
            </a:extLst>
          </p:cNvPr>
          <p:cNvSpPr txBox="1"/>
          <p:nvPr/>
        </p:nvSpPr>
        <p:spPr>
          <a:xfrm>
            <a:off x="587375" y="5109325"/>
            <a:ext cx="4644528" cy="1020013"/>
          </a:xfrm>
          <a:prstGeom prst="rect">
            <a:avLst/>
          </a:prstGeom>
          <a:noFill/>
        </p:spPr>
        <p:txBody>
          <a:bodyPr wrap="square" lIns="0" tIns="0" rIns="0" bIns="0" rtlCol="0">
            <a:noAutofit/>
          </a:bodyPr>
          <a:lstStyle/>
          <a:p>
            <a:pPr lvl="4"/>
            <a:r>
              <a:rPr lang="en-US" sz="1400" dirty="0"/>
              <a:t>Id </a:t>
            </a:r>
            <a:r>
              <a:rPr lang="en-US" sz="1400" dirty="0" err="1"/>
              <a:t>laoreet</a:t>
            </a:r>
            <a:r>
              <a:rPr lang="en-US" sz="1400" dirty="0"/>
              <a:t> </a:t>
            </a:r>
            <a:r>
              <a:rPr lang="en-US" sz="1400" dirty="0" err="1"/>
              <a:t>turpis</a:t>
            </a:r>
            <a:r>
              <a:rPr lang="en-US" sz="1400" dirty="0"/>
              <a:t> libero ac </a:t>
            </a:r>
            <a:r>
              <a:rPr lang="en-US" sz="1400" dirty="0" err="1"/>
              <a:t>neque</a:t>
            </a:r>
            <a:r>
              <a:rPr lang="en-US" sz="1400" dirty="0"/>
              <a:t>. </a:t>
            </a:r>
            <a:r>
              <a:rPr lang="en-US" sz="1400" dirty="0" err="1"/>
              <a:t>Mauris</a:t>
            </a:r>
            <a:r>
              <a:rPr lang="en-US" sz="1400" dirty="0"/>
              <a:t> a </a:t>
            </a:r>
            <a:r>
              <a:rPr lang="en-US" sz="1400" dirty="0" err="1"/>
              <a:t>est</a:t>
            </a:r>
            <a:r>
              <a:rPr lang="en-US" sz="1400" dirty="0"/>
              <a:t> dolor fermentum </a:t>
            </a:r>
            <a:r>
              <a:rPr lang="en-US" sz="1400" dirty="0" err="1"/>
              <a:t>est</a:t>
            </a:r>
            <a:r>
              <a:rPr lang="en-US" sz="1400" dirty="0"/>
              <a:t> </a:t>
            </a:r>
            <a:r>
              <a:rPr lang="en-US" sz="1400" dirty="0" err="1"/>
              <a:t>faucibus</a:t>
            </a:r>
            <a:r>
              <a:rPr lang="en-US" sz="1400" dirty="0"/>
              <a:t> </a:t>
            </a:r>
            <a:r>
              <a:rPr lang="en-US" sz="1400" dirty="0" err="1"/>
              <a:t>ullamcorper</a:t>
            </a:r>
            <a:r>
              <a:rPr lang="en-US" sz="1400" dirty="0"/>
              <a:t>. </a:t>
            </a:r>
          </a:p>
          <a:p>
            <a:pPr lvl="4"/>
            <a:r>
              <a:rPr lang="en-US" sz="1400" dirty="0"/>
              <a:t>Duis vitae ipsum </a:t>
            </a:r>
            <a:r>
              <a:rPr lang="en-US" sz="1400" dirty="0" err="1"/>
              <a:t>ultricies</a:t>
            </a:r>
            <a:r>
              <a:rPr lang="en-US" sz="1400" dirty="0"/>
              <a:t>, </a:t>
            </a:r>
            <a:r>
              <a:rPr lang="en-US" sz="1400" dirty="0" err="1"/>
              <a:t>ultrices</a:t>
            </a:r>
            <a:r>
              <a:rPr lang="en-US" sz="1400" dirty="0"/>
              <a:t> diam ac, </a:t>
            </a:r>
            <a:r>
              <a:rPr lang="en-US" sz="1400" dirty="0" err="1"/>
              <a:t>feugiat</a:t>
            </a:r>
            <a:r>
              <a:rPr lang="en-US" sz="1400" dirty="0"/>
              <a:t>. </a:t>
            </a:r>
            <a:br>
              <a:rPr lang="en-US" sz="1400" dirty="0"/>
            </a:br>
            <a:r>
              <a:rPr lang="en-US" sz="1400" dirty="0" err="1"/>
              <a:t>Etiam</a:t>
            </a:r>
            <a:r>
              <a:rPr lang="en-US" sz="1400" dirty="0"/>
              <a:t> </a:t>
            </a:r>
            <a:r>
              <a:rPr lang="en-US" sz="1400" dirty="0" err="1"/>
              <a:t>nec</a:t>
            </a:r>
            <a:r>
              <a:rPr lang="en-US" sz="1400" dirty="0"/>
              <a:t> </a:t>
            </a:r>
            <a:r>
              <a:rPr lang="en-US" sz="1400" dirty="0" err="1"/>
              <a:t>bibendum</a:t>
            </a:r>
            <a:r>
              <a:rPr lang="en-US" sz="1400" dirty="0"/>
              <a:t> </a:t>
            </a:r>
            <a:r>
              <a:rPr lang="en-US" sz="1400" dirty="0" err="1"/>
              <a:t>erat</a:t>
            </a:r>
            <a:r>
              <a:rPr lang="en-US" sz="1400" dirty="0"/>
              <a:t>.</a:t>
            </a:r>
          </a:p>
          <a:p>
            <a:pPr algn="l"/>
            <a:endParaRPr lang="en-US" sz="1400" dirty="0"/>
          </a:p>
        </p:txBody>
      </p:sp>
      <p:sp>
        <p:nvSpPr>
          <p:cNvPr id="2" name="Date Placeholder 1">
            <a:extLst>
              <a:ext uri="{FF2B5EF4-FFF2-40B4-BE49-F238E27FC236}">
                <a16:creationId xmlns:a16="http://schemas.microsoft.com/office/drawing/2014/main" id="{7F3FD51F-2499-407D-BBB9-A2E471A56863}"/>
              </a:ext>
            </a:extLst>
          </p:cNvPr>
          <p:cNvSpPr>
            <a:spLocks noGrp="1"/>
          </p:cNvSpPr>
          <p:nvPr>
            <p:ph type="dt" sz="half" idx="18"/>
          </p:nvPr>
        </p:nvSpPr>
        <p:spPr/>
        <p:txBody>
          <a:bodyPr/>
          <a:lstStyle/>
          <a:p>
            <a:fld id="{8BC99B89-A601-444F-A6C2-BC56417445DC}" type="datetime3">
              <a:rPr lang="en-US" smtClean="0"/>
              <a:t>23 February 2026</a:t>
            </a:fld>
            <a:endParaRPr lang="en-US" dirty="0"/>
          </a:p>
        </p:txBody>
      </p:sp>
      <p:sp>
        <p:nvSpPr>
          <p:cNvPr id="13" name="Slide Number Placeholder 12">
            <a:extLst>
              <a:ext uri="{FF2B5EF4-FFF2-40B4-BE49-F238E27FC236}">
                <a16:creationId xmlns:a16="http://schemas.microsoft.com/office/drawing/2014/main" id="{A7B4618B-8916-4E08-9773-B783BFCB8952}"/>
              </a:ext>
            </a:extLst>
          </p:cNvPr>
          <p:cNvSpPr>
            <a:spLocks noGrp="1"/>
          </p:cNvSpPr>
          <p:nvPr>
            <p:ph type="sldNum" sz="quarter" idx="19"/>
          </p:nvPr>
        </p:nvSpPr>
        <p:spPr/>
        <p:txBody>
          <a:bodyPr/>
          <a:lstStyle/>
          <a:p>
            <a:fld id="{62CB3E74-FC4B-418A-B5F6-72ED80208EB2}" type="slidenum">
              <a:rPr lang="en-US" smtClean="0"/>
              <a:pPr/>
              <a:t>13</a:t>
            </a:fld>
            <a:endParaRPr lang="en-US" dirty="0"/>
          </a:p>
        </p:txBody>
      </p:sp>
    </p:spTree>
    <p:extLst>
      <p:ext uri="{BB962C8B-B14F-4D97-AF65-F5344CB8AC3E}">
        <p14:creationId xmlns:p14="http://schemas.microsoft.com/office/powerpoint/2010/main" val="2911047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AD520E4-246A-450C-B672-F4B5278A011D}"/>
              </a:ext>
            </a:extLst>
          </p:cNvPr>
          <p:cNvGraphicFramePr>
            <a:graphicFrameLocks noChangeAspect="1"/>
          </p:cNvGraphicFramePr>
          <p:nvPr>
            <p:custDataLst>
              <p:tags r:id="rId1"/>
            </p:custDataLst>
            <p:extLst>
              <p:ext uri="{D42A27DB-BD31-4B8C-83A1-F6EECF244321}">
                <p14:modId xmlns:p14="http://schemas.microsoft.com/office/powerpoint/2010/main" val="41428058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9" name="Object 8" hidden="1">
                        <a:extLst>
                          <a:ext uri="{FF2B5EF4-FFF2-40B4-BE49-F238E27FC236}">
                            <a16:creationId xmlns:a16="http://schemas.microsoft.com/office/drawing/2014/main" id="{3AD520E4-246A-450C-B672-F4B5278A011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C530914-AA5A-45B7-A337-316354E821A9}"/>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000" b="1" dirty="0">
              <a:latin typeface="Arial" panose="020B0604020202020204" pitchFamily="34" charset="0"/>
              <a:ea typeface="+mj-ea"/>
              <a:cs typeface="+mj-cs"/>
              <a:sym typeface="Arial" panose="020B0604020202020204" pitchFamily="34" charset="0"/>
            </a:endParaRPr>
          </a:p>
        </p:txBody>
      </p:sp>
      <p:sp>
        <p:nvSpPr>
          <p:cNvPr id="3" name="Titel 2">
            <a:extLst>
              <a:ext uri="{FF2B5EF4-FFF2-40B4-BE49-F238E27FC236}">
                <a16:creationId xmlns:a16="http://schemas.microsoft.com/office/drawing/2014/main" id="{E2EFC10D-FC6B-4465-A814-62B47B9F1913}"/>
              </a:ext>
            </a:extLst>
          </p:cNvPr>
          <p:cNvSpPr>
            <a:spLocks noGrp="1"/>
          </p:cNvSpPr>
          <p:nvPr>
            <p:ph type="title"/>
          </p:nvPr>
        </p:nvSpPr>
        <p:spPr/>
        <p:txBody>
          <a:bodyPr/>
          <a:lstStyle/>
          <a:p>
            <a:r>
              <a:rPr lang="en-US" dirty="0"/>
              <a:t>Sample mixed graph slide</a:t>
            </a:r>
          </a:p>
        </p:txBody>
      </p:sp>
      <p:graphicFrame>
        <p:nvGraphicFramePr>
          <p:cNvPr id="12" name="Inhaltsplatzhalter 11">
            <a:extLst>
              <a:ext uri="{FF2B5EF4-FFF2-40B4-BE49-F238E27FC236}">
                <a16:creationId xmlns:a16="http://schemas.microsoft.com/office/drawing/2014/main" id="{CA00E7AC-C765-420F-BFD8-27FEF79D9CF0}"/>
              </a:ext>
            </a:extLst>
          </p:cNvPr>
          <p:cNvGraphicFramePr>
            <a:graphicFrameLocks noGrp="1"/>
          </p:cNvGraphicFramePr>
          <p:nvPr>
            <p:ph sz="quarter" idx="17"/>
            <p:extLst>
              <p:ext uri="{D42A27DB-BD31-4B8C-83A1-F6EECF244321}">
                <p14:modId xmlns:p14="http://schemas.microsoft.com/office/powerpoint/2010/main" val="3944910722"/>
              </p:ext>
            </p:extLst>
          </p:nvPr>
        </p:nvGraphicFramePr>
        <p:xfrm>
          <a:off x="587375" y="1700213"/>
          <a:ext cx="3529013" cy="3986051"/>
        </p:xfrm>
        <a:graphic>
          <a:graphicData uri="http://schemas.openxmlformats.org/drawingml/2006/chart">
            <c:chart xmlns:c="http://schemas.openxmlformats.org/drawingml/2006/chart" xmlns:r="http://schemas.openxmlformats.org/officeDocument/2006/relationships" r:id="rId7"/>
          </a:graphicData>
        </a:graphic>
      </p:graphicFrame>
      <p:sp>
        <p:nvSpPr>
          <p:cNvPr id="8" name="Inhaltsplatzhalter 7">
            <a:extLst>
              <a:ext uri="{FF2B5EF4-FFF2-40B4-BE49-F238E27FC236}">
                <a16:creationId xmlns:a16="http://schemas.microsoft.com/office/drawing/2014/main" id="{BE0F902E-062A-4475-8628-1CE407E65A02}"/>
              </a:ext>
            </a:extLst>
          </p:cNvPr>
          <p:cNvSpPr>
            <a:spLocks noGrp="1"/>
          </p:cNvSpPr>
          <p:nvPr>
            <p:ph sz="quarter" idx="18"/>
          </p:nvPr>
        </p:nvSpPr>
        <p:spPr/>
        <p:txBody>
          <a:bodyPr/>
          <a:lstStyle/>
          <a:p>
            <a:pPr lvl="4"/>
            <a:r>
              <a:rPr lang="en-US" sz="1400" dirty="0"/>
              <a:t>Minimum size for copies: Arial 14 </a:t>
            </a:r>
            <a:r>
              <a:rPr lang="en-US" sz="1400" dirty="0" err="1"/>
              <a:t>pt</a:t>
            </a:r>
            <a:r>
              <a:rPr lang="en-US" sz="1400" dirty="0"/>
              <a:t> </a:t>
            </a:r>
            <a:r>
              <a:rPr lang="en-US" sz="1400" dirty="0" err="1"/>
              <a:t>Mauris</a:t>
            </a:r>
            <a:r>
              <a:rPr lang="en-US" sz="1400" dirty="0"/>
              <a:t> </a:t>
            </a:r>
            <a:r>
              <a:rPr lang="en-US" sz="1400" dirty="0" err="1"/>
              <a:t>faucibus</a:t>
            </a:r>
            <a:r>
              <a:rPr lang="en-US" sz="1400" dirty="0"/>
              <a:t>, ipsum </a:t>
            </a:r>
            <a:r>
              <a:rPr lang="en-US" sz="1400" dirty="0" err="1"/>
              <a:t>ultrice</a:t>
            </a:r>
            <a:r>
              <a:rPr lang="en-US" sz="1400" dirty="0"/>
              <a:t> </a:t>
            </a:r>
            <a:r>
              <a:rPr lang="en-US" sz="1400" dirty="0" err="1"/>
              <a:t>suscip</a:t>
            </a:r>
            <a:r>
              <a:rPr lang="en-US" sz="1400" dirty="0"/>
              <a:t> </a:t>
            </a:r>
            <a:r>
              <a:rPr lang="en-US" sz="1400" dirty="0" err="1"/>
              <a:t>faucibus</a:t>
            </a:r>
            <a:r>
              <a:rPr lang="en-US" sz="1400" dirty="0"/>
              <a:t>, </a:t>
            </a:r>
            <a:r>
              <a:rPr lang="en-US" sz="1400" dirty="0" err="1"/>
              <a:t>enim</a:t>
            </a:r>
            <a:r>
              <a:rPr lang="en-US" sz="1400" dirty="0"/>
              <a:t> nisi </a:t>
            </a:r>
            <a:r>
              <a:rPr lang="en-US" sz="1400" dirty="0" err="1"/>
              <a:t>mollis</a:t>
            </a:r>
            <a:r>
              <a:rPr lang="en-US" sz="1400" dirty="0"/>
              <a:t> </a:t>
            </a:r>
            <a:r>
              <a:rPr lang="en-US" sz="1400" dirty="0" err="1"/>
              <a:t>urna</a:t>
            </a:r>
            <a:r>
              <a:rPr lang="en-US" sz="1400" dirty="0"/>
              <a:t>, </a:t>
            </a:r>
            <a:r>
              <a:rPr lang="en-US" sz="1400" dirty="0" err="1"/>
              <a:t>aliquam</a:t>
            </a:r>
            <a:r>
              <a:rPr lang="en-US" sz="1400" dirty="0"/>
              <a:t> vestibulum </a:t>
            </a:r>
            <a:r>
              <a:rPr lang="en-US" sz="1400" dirty="0" err="1"/>
              <a:t>tellu</a:t>
            </a:r>
            <a:r>
              <a:rPr lang="en-US" sz="1400" dirty="0"/>
              <a:t> </a:t>
            </a:r>
            <a:r>
              <a:rPr lang="en-US" sz="1400" dirty="0" err="1"/>
              <a:t>risus</a:t>
            </a:r>
            <a:r>
              <a:rPr lang="en-US" sz="1400" dirty="0"/>
              <a:t> non </a:t>
            </a:r>
            <a:r>
              <a:rPr lang="en-US" sz="1400" dirty="0" err="1"/>
              <a:t>neque</a:t>
            </a:r>
            <a:r>
              <a:rPr lang="en-US" sz="1400" dirty="0"/>
              <a:t>.</a:t>
            </a:r>
          </a:p>
          <a:p>
            <a:pPr lvl="4"/>
            <a:r>
              <a:rPr lang="en-US" sz="1400" dirty="0"/>
              <a:t>Maecenas </a:t>
            </a:r>
            <a:r>
              <a:rPr lang="en-US" sz="1400" dirty="0" err="1"/>
              <a:t>finibus</a:t>
            </a:r>
            <a:r>
              <a:rPr lang="en-US" sz="1400" dirty="0"/>
              <a:t>, </a:t>
            </a:r>
            <a:r>
              <a:rPr lang="en-US" sz="1400" dirty="0" err="1"/>
              <a:t>eros</a:t>
            </a:r>
            <a:r>
              <a:rPr lang="en-US" sz="1400" dirty="0"/>
              <a:t> </a:t>
            </a:r>
            <a:r>
              <a:rPr lang="en-US" sz="1400" dirty="0" err="1"/>
              <a:t>ut</a:t>
            </a:r>
            <a:r>
              <a:rPr lang="en-US" sz="1400" dirty="0"/>
              <a:t> </a:t>
            </a:r>
            <a:r>
              <a:rPr lang="en-US" sz="1400" dirty="0" err="1"/>
              <a:t>interdum</a:t>
            </a:r>
            <a:r>
              <a:rPr lang="en-US" sz="1400" dirty="0"/>
              <a:t> </a:t>
            </a:r>
            <a:r>
              <a:rPr lang="en-US" sz="1400" dirty="0" err="1"/>
              <a:t>tincidunt</a:t>
            </a:r>
            <a:r>
              <a:rPr lang="en-US" sz="1400" dirty="0"/>
              <a:t>, </a:t>
            </a:r>
            <a:r>
              <a:rPr lang="en-US" sz="1400" dirty="0" err="1"/>
              <a:t>purus</a:t>
            </a:r>
            <a:r>
              <a:rPr lang="en-US" sz="1400" dirty="0"/>
              <a:t> lorem </a:t>
            </a:r>
            <a:r>
              <a:rPr lang="en-US" sz="1400" dirty="0" err="1"/>
              <a:t>mollis</a:t>
            </a:r>
            <a:r>
              <a:rPr lang="en-US" sz="1400" dirty="0"/>
              <a:t> </a:t>
            </a:r>
            <a:r>
              <a:rPr lang="en-US" sz="1400" dirty="0" err="1"/>
              <a:t>eros</a:t>
            </a:r>
            <a:r>
              <a:rPr lang="en-US" sz="1400" dirty="0"/>
              <a:t>.</a:t>
            </a:r>
          </a:p>
          <a:p>
            <a:pPr lvl="4"/>
            <a:r>
              <a:rPr lang="en-US" sz="1400" dirty="0"/>
              <a:t>Id </a:t>
            </a:r>
            <a:r>
              <a:rPr lang="en-US" sz="1400" dirty="0" err="1"/>
              <a:t>laoreet</a:t>
            </a:r>
            <a:r>
              <a:rPr lang="en-US" sz="1400" dirty="0"/>
              <a:t> </a:t>
            </a:r>
            <a:r>
              <a:rPr lang="en-US" sz="1400" dirty="0" err="1"/>
              <a:t>turpis</a:t>
            </a:r>
            <a:r>
              <a:rPr lang="en-US" sz="1400" dirty="0"/>
              <a:t> libero ac </a:t>
            </a:r>
            <a:r>
              <a:rPr lang="en-US" sz="1400" dirty="0" err="1"/>
              <a:t>neque</a:t>
            </a:r>
            <a:r>
              <a:rPr lang="en-US" sz="1400" dirty="0"/>
              <a:t>. </a:t>
            </a:r>
            <a:r>
              <a:rPr lang="en-US" sz="1400" dirty="0" err="1"/>
              <a:t>Mauris</a:t>
            </a:r>
            <a:r>
              <a:rPr lang="en-US" sz="1400" dirty="0"/>
              <a:t> a </a:t>
            </a:r>
            <a:r>
              <a:rPr lang="en-US" sz="1400" dirty="0" err="1"/>
              <a:t>est</a:t>
            </a:r>
            <a:r>
              <a:rPr lang="en-US" sz="1400" dirty="0"/>
              <a:t> dolor fermentum </a:t>
            </a:r>
            <a:r>
              <a:rPr lang="en-US" sz="1400" dirty="0" err="1"/>
              <a:t>est</a:t>
            </a:r>
            <a:r>
              <a:rPr lang="en-US" sz="1400" dirty="0"/>
              <a:t> </a:t>
            </a:r>
            <a:r>
              <a:rPr lang="en-US" sz="1400" dirty="0" err="1"/>
              <a:t>faucibus</a:t>
            </a:r>
            <a:r>
              <a:rPr lang="en-US" sz="1400" dirty="0"/>
              <a:t> </a:t>
            </a:r>
            <a:r>
              <a:rPr lang="en-US" sz="1400" dirty="0" err="1"/>
              <a:t>ullamcorper</a:t>
            </a:r>
            <a:r>
              <a:rPr lang="en-US" sz="1400" dirty="0"/>
              <a:t>. </a:t>
            </a:r>
            <a:r>
              <a:rPr lang="en-US" sz="1400" dirty="0" err="1"/>
              <a:t>Etiam</a:t>
            </a:r>
            <a:r>
              <a:rPr lang="en-US" sz="1400" dirty="0"/>
              <a:t> </a:t>
            </a:r>
            <a:r>
              <a:rPr lang="en-US" sz="1400" dirty="0" err="1"/>
              <a:t>nec</a:t>
            </a:r>
            <a:r>
              <a:rPr lang="en-US" sz="1400" dirty="0"/>
              <a:t> </a:t>
            </a:r>
            <a:r>
              <a:rPr lang="en-US" sz="1400" dirty="0" err="1"/>
              <a:t>bibendum</a:t>
            </a:r>
            <a:r>
              <a:rPr lang="en-US" sz="1400" dirty="0"/>
              <a:t> </a:t>
            </a:r>
            <a:r>
              <a:rPr lang="en-US" sz="1400" dirty="0" err="1"/>
              <a:t>erat</a:t>
            </a:r>
            <a:r>
              <a:rPr lang="en-US" sz="1400" dirty="0"/>
              <a:t>. </a:t>
            </a:r>
          </a:p>
          <a:p>
            <a:pPr lvl="4"/>
            <a:r>
              <a:rPr lang="en-US" sz="1400" dirty="0" err="1"/>
              <a:t>Quisque</a:t>
            </a:r>
            <a:r>
              <a:rPr lang="en-US" sz="1400" dirty="0"/>
              <a:t> sed </a:t>
            </a:r>
            <a:r>
              <a:rPr lang="en-US" sz="1400" dirty="0" err="1"/>
              <a:t>tortor</a:t>
            </a:r>
            <a:r>
              <a:rPr lang="en-US" sz="1400" dirty="0"/>
              <a:t> ac </a:t>
            </a:r>
            <a:r>
              <a:rPr lang="en-US" sz="1400" dirty="0" err="1"/>
              <a:t>erat</a:t>
            </a:r>
            <a:r>
              <a:rPr lang="en-US" sz="1400" dirty="0"/>
              <a:t> </a:t>
            </a:r>
            <a:r>
              <a:rPr lang="en-US" sz="1400" dirty="0" err="1"/>
              <a:t>interdum</a:t>
            </a:r>
            <a:r>
              <a:rPr lang="en-US" sz="1400" dirty="0"/>
              <a:t> </a:t>
            </a:r>
            <a:r>
              <a:rPr lang="en-US" sz="1400" dirty="0" err="1"/>
              <a:t>commodo</a:t>
            </a:r>
            <a:r>
              <a:rPr lang="en-US" sz="1400" dirty="0"/>
              <a:t>. </a:t>
            </a:r>
            <a:r>
              <a:rPr lang="en-US" sz="1400" dirty="0" err="1"/>
              <a:t>Suspendisse</a:t>
            </a:r>
            <a:r>
              <a:rPr lang="en-US" sz="1400" dirty="0"/>
              <a:t> </a:t>
            </a:r>
            <a:r>
              <a:rPr lang="en-US" sz="1400" dirty="0" err="1"/>
              <a:t>feugiat</a:t>
            </a:r>
            <a:r>
              <a:rPr lang="en-US" sz="1400" dirty="0"/>
              <a:t> </a:t>
            </a:r>
            <a:r>
              <a:rPr lang="en-US" sz="1400" dirty="0" err="1"/>
              <a:t>nunc</a:t>
            </a:r>
            <a:r>
              <a:rPr lang="en-US" sz="1400" dirty="0"/>
              <a:t> </a:t>
            </a:r>
            <a:br>
              <a:rPr lang="en-US" sz="1400" dirty="0"/>
            </a:br>
            <a:r>
              <a:rPr lang="en-US" sz="1400" dirty="0" err="1"/>
              <a:t>nec</a:t>
            </a:r>
            <a:r>
              <a:rPr lang="en-US" sz="1400" dirty="0"/>
              <a:t> massa.</a:t>
            </a:r>
            <a:r>
              <a:rPr lang="en-US" sz="1400" baseline="30000" dirty="0"/>
              <a:t>1</a:t>
            </a:r>
            <a:r>
              <a:rPr lang="en-US" sz="1400" dirty="0"/>
              <a:t> </a:t>
            </a:r>
          </a:p>
          <a:p>
            <a:pPr lvl="4"/>
            <a:r>
              <a:rPr lang="en-US" sz="1400" dirty="0"/>
              <a:t>Duis vitae ipsum </a:t>
            </a:r>
            <a:r>
              <a:rPr lang="en-US" sz="1400" dirty="0" err="1"/>
              <a:t>ultricies</a:t>
            </a:r>
            <a:r>
              <a:rPr lang="en-US" sz="1400" dirty="0"/>
              <a:t>, </a:t>
            </a:r>
            <a:r>
              <a:rPr lang="en-US" sz="1400" dirty="0" err="1"/>
              <a:t>ultrices</a:t>
            </a:r>
            <a:r>
              <a:rPr lang="en-US" sz="1400" dirty="0"/>
              <a:t> diam ac, </a:t>
            </a:r>
            <a:r>
              <a:rPr lang="en-US" sz="1400" dirty="0" err="1"/>
              <a:t>feugiat</a:t>
            </a:r>
            <a:r>
              <a:rPr lang="en-US" sz="1400" dirty="0"/>
              <a:t>. </a:t>
            </a:r>
            <a:r>
              <a:rPr lang="en-US" sz="1400" dirty="0" err="1"/>
              <a:t>Etiam</a:t>
            </a:r>
            <a:r>
              <a:rPr lang="en-US" sz="1400" dirty="0"/>
              <a:t> </a:t>
            </a:r>
            <a:r>
              <a:rPr lang="en-US" sz="1400" dirty="0" err="1"/>
              <a:t>nec</a:t>
            </a:r>
            <a:r>
              <a:rPr lang="en-US" sz="1400" dirty="0"/>
              <a:t> </a:t>
            </a:r>
            <a:r>
              <a:rPr lang="en-US" sz="1400" dirty="0" err="1"/>
              <a:t>bibendum</a:t>
            </a:r>
            <a:r>
              <a:rPr lang="en-US" sz="1400" dirty="0"/>
              <a:t> </a:t>
            </a:r>
            <a:r>
              <a:rPr lang="en-US" sz="1400" dirty="0" err="1"/>
              <a:t>erat</a:t>
            </a:r>
            <a:r>
              <a:rPr lang="en-US" sz="1400" dirty="0"/>
              <a:t>. At </a:t>
            </a:r>
            <a:r>
              <a:rPr lang="en-US" sz="1400" dirty="0" err="1"/>
              <a:t>vero</a:t>
            </a:r>
            <a:r>
              <a:rPr lang="en-US" sz="1400" dirty="0"/>
              <a:t> </a:t>
            </a:r>
            <a:r>
              <a:rPr lang="en-US" sz="1400" dirty="0" err="1"/>
              <a:t>eos</a:t>
            </a:r>
            <a:r>
              <a:rPr lang="en-US" sz="1400" dirty="0"/>
              <a:t> et </a:t>
            </a:r>
            <a:r>
              <a:rPr lang="en-US" sz="1400" dirty="0" err="1"/>
              <a:t>accusam</a:t>
            </a:r>
            <a:r>
              <a:rPr lang="en-US" sz="1400" dirty="0"/>
              <a:t>.</a:t>
            </a:r>
          </a:p>
          <a:p>
            <a:endParaRPr lang="en-US" sz="1400" dirty="0"/>
          </a:p>
        </p:txBody>
      </p:sp>
      <p:graphicFrame>
        <p:nvGraphicFramePr>
          <p:cNvPr id="13" name="Chart 14">
            <a:extLst>
              <a:ext uri="{FF2B5EF4-FFF2-40B4-BE49-F238E27FC236}">
                <a16:creationId xmlns:a16="http://schemas.microsoft.com/office/drawing/2014/main" id="{352EAA3B-2C22-4D43-8BB6-69A3BDFFB5F3}"/>
              </a:ext>
            </a:extLst>
          </p:cNvPr>
          <p:cNvGraphicFramePr>
            <a:graphicFrameLocks noGrp="1"/>
          </p:cNvGraphicFramePr>
          <p:nvPr>
            <p:ph sz="quarter" idx="19"/>
            <p:extLst>
              <p:ext uri="{D42A27DB-BD31-4B8C-83A1-F6EECF244321}">
                <p14:modId xmlns:p14="http://schemas.microsoft.com/office/powerpoint/2010/main" val="1537996697"/>
              </p:ext>
            </p:extLst>
          </p:nvPr>
        </p:nvGraphicFramePr>
        <p:xfrm>
          <a:off x="8075613" y="1700213"/>
          <a:ext cx="3529012" cy="3986051"/>
        </p:xfrm>
        <a:graphic>
          <a:graphicData uri="http://schemas.openxmlformats.org/drawingml/2006/chart">
            <c:chart xmlns:c="http://schemas.openxmlformats.org/drawingml/2006/chart" xmlns:r="http://schemas.openxmlformats.org/officeDocument/2006/relationships" r:id="rId8"/>
          </a:graphicData>
        </a:graphic>
      </p:graphicFrame>
      <p:sp>
        <p:nvSpPr>
          <p:cNvPr id="14" name="Textfeld 13">
            <a:extLst>
              <a:ext uri="{FF2B5EF4-FFF2-40B4-BE49-F238E27FC236}">
                <a16:creationId xmlns:a16="http://schemas.microsoft.com/office/drawing/2014/main" id="{284A6AAB-9009-4997-9FB6-4EBD9935E83B}"/>
              </a:ext>
            </a:extLst>
          </p:cNvPr>
          <p:cNvSpPr txBox="1"/>
          <p:nvPr/>
        </p:nvSpPr>
        <p:spPr>
          <a:xfrm>
            <a:off x="6203950" y="5913276"/>
            <a:ext cx="5400675" cy="216062"/>
          </a:xfrm>
          <a:prstGeom prst="rect">
            <a:avLst/>
          </a:prstGeom>
          <a:noFill/>
        </p:spPr>
        <p:txBody>
          <a:bodyPr wrap="square" lIns="0" tIns="0" rIns="0" bIns="0" rtlCol="0" anchor="b">
            <a:noAutofit/>
          </a:bodyPr>
          <a:lstStyle/>
          <a:p>
            <a:pPr algn="r"/>
            <a:r>
              <a:rPr lang="en-US" sz="800" dirty="0"/>
              <a:t>1) Footnote Arial Regular 8 </a:t>
            </a:r>
            <a:r>
              <a:rPr lang="en-US" sz="800" dirty="0" err="1"/>
              <a:t>pt</a:t>
            </a:r>
            <a:r>
              <a:rPr lang="en-US" sz="800" dirty="0"/>
              <a:t> lorem ipsum dolor sit </a:t>
            </a:r>
            <a:r>
              <a:rPr lang="en-US" sz="800" dirty="0" err="1"/>
              <a:t>amelt</a:t>
            </a:r>
            <a:r>
              <a:rPr lang="en-US" sz="800" dirty="0"/>
              <a:t>, </a:t>
            </a:r>
            <a:r>
              <a:rPr lang="en-US" sz="800" dirty="0" err="1"/>
              <a:t>conesctetur</a:t>
            </a:r>
            <a:r>
              <a:rPr lang="en-US" sz="800" dirty="0"/>
              <a:t> </a:t>
            </a:r>
            <a:r>
              <a:rPr lang="en-US" sz="800" dirty="0" err="1"/>
              <a:t>adipiscing</a:t>
            </a:r>
            <a:r>
              <a:rPr lang="en-US" sz="800" dirty="0"/>
              <a:t> </a:t>
            </a:r>
            <a:r>
              <a:rPr lang="en-US" sz="800" dirty="0" err="1"/>
              <a:t>elit</a:t>
            </a:r>
            <a:endParaRPr lang="en-US" sz="800" dirty="0"/>
          </a:p>
        </p:txBody>
      </p:sp>
      <p:sp>
        <p:nvSpPr>
          <p:cNvPr id="15" name="Textplatzhalter 6">
            <a:extLst>
              <a:ext uri="{FF2B5EF4-FFF2-40B4-BE49-F238E27FC236}">
                <a16:creationId xmlns:a16="http://schemas.microsoft.com/office/drawing/2014/main" id="{AD531862-7105-4BBB-992B-587688117B72}"/>
              </a:ext>
            </a:extLst>
          </p:cNvPr>
          <p:cNvSpPr txBox="1">
            <a:spLocks/>
          </p:cNvSpPr>
          <p:nvPr/>
        </p:nvSpPr>
        <p:spPr>
          <a:xfrm>
            <a:off x="587377" y="1484313"/>
            <a:ext cx="3743324" cy="215900"/>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r>
              <a:rPr lang="en-US" sz="1400" b="1" dirty="0"/>
              <a:t>Caption 14 </a:t>
            </a:r>
            <a:r>
              <a:rPr lang="en-US" sz="1400" b="1" dirty="0" err="1"/>
              <a:t>pt</a:t>
            </a:r>
            <a:endParaRPr lang="en-US" sz="1400" b="1" dirty="0"/>
          </a:p>
        </p:txBody>
      </p:sp>
      <p:sp>
        <p:nvSpPr>
          <p:cNvPr id="2" name="Date Placeholder 1">
            <a:extLst>
              <a:ext uri="{FF2B5EF4-FFF2-40B4-BE49-F238E27FC236}">
                <a16:creationId xmlns:a16="http://schemas.microsoft.com/office/drawing/2014/main" id="{314A7390-9BC0-406B-A0D2-BB4C6EC4ED98}"/>
              </a:ext>
            </a:extLst>
          </p:cNvPr>
          <p:cNvSpPr>
            <a:spLocks noGrp="1"/>
          </p:cNvSpPr>
          <p:nvPr>
            <p:ph type="dt" sz="half" idx="20"/>
          </p:nvPr>
        </p:nvSpPr>
        <p:spPr/>
        <p:txBody>
          <a:bodyPr/>
          <a:lstStyle/>
          <a:p>
            <a:fld id="{15F39DB0-5D4B-4B17-9D63-7EA91690E15F}" type="datetime3">
              <a:rPr lang="en-US" smtClean="0"/>
              <a:t>23 February 2026</a:t>
            </a:fld>
            <a:endParaRPr lang="en-US" dirty="0"/>
          </a:p>
        </p:txBody>
      </p:sp>
      <p:sp>
        <p:nvSpPr>
          <p:cNvPr id="7" name="Slide Number Placeholder 6">
            <a:extLst>
              <a:ext uri="{FF2B5EF4-FFF2-40B4-BE49-F238E27FC236}">
                <a16:creationId xmlns:a16="http://schemas.microsoft.com/office/drawing/2014/main" id="{B87C7DF8-1D88-4D9A-BE99-DD44EB2BD76C}"/>
              </a:ext>
            </a:extLst>
          </p:cNvPr>
          <p:cNvSpPr>
            <a:spLocks noGrp="1"/>
          </p:cNvSpPr>
          <p:nvPr>
            <p:ph type="sldNum" sz="quarter" idx="21"/>
          </p:nvPr>
        </p:nvSpPr>
        <p:spPr/>
        <p:txBody>
          <a:bodyPr/>
          <a:lstStyle/>
          <a:p>
            <a:fld id="{62CB3E74-FC4B-418A-B5F6-72ED80208EB2}" type="slidenum">
              <a:rPr lang="en-US" smtClean="0"/>
              <a:pPr/>
              <a:t>14</a:t>
            </a:fld>
            <a:endParaRPr lang="en-US" dirty="0"/>
          </a:p>
        </p:txBody>
      </p:sp>
    </p:spTree>
    <p:extLst>
      <p:ext uri="{BB962C8B-B14F-4D97-AF65-F5344CB8AC3E}">
        <p14:creationId xmlns:p14="http://schemas.microsoft.com/office/powerpoint/2010/main" val="455232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DEAB376-8F37-41A1-AC45-2B8048B00F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6" name="Object 5" hidden="1">
                        <a:extLst>
                          <a:ext uri="{FF2B5EF4-FFF2-40B4-BE49-F238E27FC236}">
                            <a16:creationId xmlns:a16="http://schemas.microsoft.com/office/drawing/2014/main" id="{FDEAB376-8F37-41A1-AC45-2B8048B00F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D4DEE6-EF06-4C0E-87A6-9E012FB8E71A}"/>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000" b="1" dirty="0">
              <a:latin typeface="Arial" panose="020B0604020202020204" pitchFamily="34" charset="0"/>
              <a:ea typeface="+mj-ea"/>
              <a:cs typeface="+mj-cs"/>
              <a:sym typeface="Arial" panose="020B0604020202020204" pitchFamily="34" charset="0"/>
            </a:endParaRPr>
          </a:p>
        </p:txBody>
      </p:sp>
      <p:sp>
        <p:nvSpPr>
          <p:cNvPr id="3" name="Titel 2">
            <a:extLst>
              <a:ext uri="{FF2B5EF4-FFF2-40B4-BE49-F238E27FC236}">
                <a16:creationId xmlns:a16="http://schemas.microsoft.com/office/drawing/2014/main" id="{77695776-EE85-4B3E-AD1C-DCFB94AECF45}"/>
              </a:ext>
            </a:extLst>
          </p:cNvPr>
          <p:cNvSpPr>
            <a:spLocks noGrp="1"/>
          </p:cNvSpPr>
          <p:nvPr>
            <p:ph type="title"/>
          </p:nvPr>
        </p:nvSpPr>
        <p:spPr/>
        <p:txBody>
          <a:bodyPr/>
          <a:lstStyle/>
          <a:p>
            <a:r>
              <a:rPr lang="en-US"/>
              <a:t>Sample table 1</a:t>
            </a:r>
          </a:p>
        </p:txBody>
      </p:sp>
      <p:graphicFrame>
        <p:nvGraphicFramePr>
          <p:cNvPr id="10" name="Tabelle 10">
            <a:extLst>
              <a:ext uri="{FF2B5EF4-FFF2-40B4-BE49-F238E27FC236}">
                <a16:creationId xmlns:a16="http://schemas.microsoft.com/office/drawing/2014/main" id="{F91237EB-7C21-4692-8D15-D2B2ED889A36}"/>
              </a:ext>
            </a:extLst>
          </p:cNvPr>
          <p:cNvGraphicFramePr>
            <a:graphicFrameLocks noGrp="1"/>
          </p:cNvGraphicFramePr>
          <p:nvPr>
            <p:ph idx="1"/>
            <p:extLst>
              <p:ext uri="{D42A27DB-BD31-4B8C-83A1-F6EECF244321}">
                <p14:modId xmlns:p14="http://schemas.microsoft.com/office/powerpoint/2010/main" val="1994944516"/>
              </p:ext>
            </p:extLst>
          </p:nvPr>
        </p:nvGraphicFramePr>
        <p:xfrm>
          <a:off x="587375" y="1916113"/>
          <a:ext cx="11017248" cy="3749997"/>
        </p:xfrm>
        <a:graphic>
          <a:graphicData uri="http://schemas.openxmlformats.org/drawingml/2006/table">
            <a:tbl>
              <a:tblPr firstRow="1">
                <a:tableStyleId>{30FC0DDD-37FB-4523-A006-01308BA8B187}</a:tableStyleId>
              </a:tblPr>
              <a:tblGrid>
                <a:gridCol w="2754312">
                  <a:extLst>
                    <a:ext uri="{9D8B030D-6E8A-4147-A177-3AD203B41FA5}">
                      <a16:colId xmlns:a16="http://schemas.microsoft.com/office/drawing/2014/main" val="215981780"/>
                    </a:ext>
                  </a:extLst>
                </a:gridCol>
                <a:gridCol w="2754312">
                  <a:extLst>
                    <a:ext uri="{9D8B030D-6E8A-4147-A177-3AD203B41FA5}">
                      <a16:colId xmlns:a16="http://schemas.microsoft.com/office/drawing/2014/main" val="28288695"/>
                    </a:ext>
                  </a:extLst>
                </a:gridCol>
                <a:gridCol w="2754312">
                  <a:extLst>
                    <a:ext uri="{9D8B030D-6E8A-4147-A177-3AD203B41FA5}">
                      <a16:colId xmlns:a16="http://schemas.microsoft.com/office/drawing/2014/main" val="4277949936"/>
                    </a:ext>
                  </a:extLst>
                </a:gridCol>
                <a:gridCol w="2754312">
                  <a:extLst>
                    <a:ext uri="{9D8B030D-6E8A-4147-A177-3AD203B41FA5}">
                      <a16:colId xmlns:a16="http://schemas.microsoft.com/office/drawing/2014/main" val="1570558885"/>
                    </a:ext>
                  </a:extLst>
                </a:gridCol>
              </a:tblGrid>
              <a:tr h="334159">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b="1" u="none" strike="noStrike" cap="none" normalizeH="0" baseline="0" dirty="0" err="1">
                          <a:ln>
                            <a:noFill/>
                          </a:ln>
                          <a:solidFill>
                            <a:schemeClr val="tx1"/>
                          </a:solidFill>
                          <a:effectLst/>
                        </a:rPr>
                        <a:t>Category</a:t>
                      </a:r>
                      <a:endParaRPr kumimoji="0" lang="de-DE" sz="1200" b="1" i="0" u="none" strike="noStrike" cap="none" normalizeH="0" baseline="0" dirty="0">
                        <a:ln>
                          <a:noFill/>
                        </a:ln>
                        <a:solidFill>
                          <a:schemeClr val="tx1"/>
                        </a:solidFill>
                        <a:effectLst/>
                        <a:latin typeface="+mj-lt"/>
                        <a:cs typeface="Arial"/>
                      </a:endParaRPr>
                    </a:p>
                  </a:txBody>
                  <a:tcPr marL="90000" marR="90000" marT="61200" marB="61200" anchor="ctr"/>
                </a:tc>
                <a:tc>
                  <a:txBody>
                    <a:bodyPr/>
                    <a:lstStyle/>
                    <a:p>
                      <a:r>
                        <a:rPr lang="de-DE" sz="1200" dirty="0">
                          <a:solidFill>
                            <a:schemeClr val="tx1"/>
                          </a:solidFill>
                        </a:rPr>
                        <a:t>Item</a:t>
                      </a:r>
                    </a:p>
                  </a:txBody>
                  <a:tcPr marL="90000" marR="90000" marT="61200" marB="61200" anchor="ctr"/>
                </a:tc>
                <a:tc>
                  <a:txBody>
                    <a:bodyPr/>
                    <a:lstStyle/>
                    <a:p>
                      <a:r>
                        <a:rPr lang="de-DE" sz="1200" dirty="0">
                          <a:solidFill>
                            <a:schemeClr val="tx1"/>
                          </a:solidFill>
                        </a:rPr>
                        <a:t>Price per item &amp; </a:t>
                      </a:r>
                      <a:r>
                        <a:rPr lang="de-DE" sz="1200" dirty="0" err="1">
                          <a:solidFill>
                            <a:schemeClr val="tx1"/>
                          </a:solidFill>
                        </a:rPr>
                        <a:t>month</a:t>
                      </a:r>
                      <a:endParaRPr lang="de-DE" sz="1200" dirty="0">
                        <a:solidFill>
                          <a:schemeClr val="tx1"/>
                        </a:solidFill>
                      </a:endParaRPr>
                    </a:p>
                  </a:txBody>
                  <a:tcPr marL="90000" marR="90000" marT="61200" marB="61200" anchor="ct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b="1" u="none" strike="noStrike" cap="none" normalizeH="0" baseline="0" dirty="0">
                          <a:ln>
                            <a:noFill/>
                          </a:ln>
                          <a:solidFill>
                            <a:schemeClr val="tx1"/>
                          </a:solidFill>
                          <a:effectLst/>
                        </a:rPr>
                        <a:t>Special </a:t>
                      </a:r>
                      <a:r>
                        <a:rPr kumimoji="0" lang="de-DE" sz="1200" b="1" u="none" strike="noStrike" cap="none" normalizeH="0" baseline="0" dirty="0" err="1">
                          <a:ln>
                            <a:noFill/>
                          </a:ln>
                          <a:solidFill>
                            <a:schemeClr val="tx1"/>
                          </a:solidFill>
                          <a:effectLst/>
                        </a:rPr>
                        <a:t>arrangements</a:t>
                      </a:r>
                      <a:endParaRPr kumimoji="0" lang="de-DE" sz="1200" b="1" i="0" u="none" strike="noStrike" cap="none" normalizeH="0" baseline="0" dirty="0">
                        <a:ln>
                          <a:noFill/>
                        </a:ln>
                        <a:solidFill>
                          <a:schemeClr val="tx1"/>
                        </a:solidFill>
                        <a:effectLst/>
                        <a:latin typeface="+mj-lt"/>
                        <a:cs typeface="Arial"/>
                      </a:endParaRPr>
                    </a:p>
                  </a:txBody>
                  <a:tcPr marL="90000" marR="90000" marT="61200" marB="61200" anchor="ctr"/>
                </a:tc>
                <a:extLst>
                  <a:ext uri="{0D108BD9-81ED-4DB2-BD59-A6C34878D82A}">
                    <a16:rowId xmlns:a16="http://schemas.microsoft.com/office/drawing/2014/main" val="3378295037"/>
                  </a:ext>
                </a:extLst>
              </a:tr>
              <a:tr h="334159">
                <a:tc gridSpan="4">
                  <a:txBody>
                    <a:bodyPr/>
                    <a:lstStyle/>
                    <a:p>
                      <a:r>
                        <a:rPr lang="de-DE" sz="1200" dirty="0">
                          <a:solidFill>
                            <a:schemeClr val="bg1"/>
                          </a:solidFill>
                        </a:rPr>
                        <a:t>Mauris </a:t>
                      </a:r>
                      <a:r>
                        <a:rPr lang="de-DE" sz="1200" dirty="0" err="1">
                          <a:solidFill>
                            <a:schemeClr val="bg1"/>
                          </a:solidFill>
                        </a:rPr>
                        <a:t>faucibus</a:t>
                      </a:r>
                      <a:endParaRPr lang="de-DE" sz="1200" b="1" dirty="0">
                        <a:solidFill>
                          <a:schemeClr val="bg1"/>
                        </a:solidFill>
                      </a:endParaRPr>
                    </a:p>
                  </a:txBody>
                  <a:tcPr marL="90000" marR="90000" marT="61200" marB="61200" anchor="ctr">
                    <a:solidFill>
                      <a:schemeClr val="tx1"/>
                    </a:solidFill>
                  </a:tcPr>
                </a:tc>
                <a:tc hMerge="1">
                  <a:txBody>
                    <a:bodyPr/>
                    <a:lstStyle/>
                    <a:p>
                      <a:endParaRPr lang="de-DE" sz="1000" dirty="0"/>
                    </a:p>
                  </a:txBody>
                  <a:tcPr/>
                </a:tc>
                <a:tc hMerge="1">
                  <a:txBody>
                    <a:bodyPr/>
                    <a:lstStyle/>
                    <a:p>
                      <a:endParaRPr lang="de-DE" sz="1000" dirty="0"/>
                    </a:p>
                  </a:txBody>
                  <a:tcPr/>
                </a:tc>
                <a:tc hMerge="1">
                  <a:txBody>
                    <a:bodyPr/>
                    <a:lstStyle/>
                    <a:p>
                      <a:endParaRPr lang="de-DE" sz="1000" dirty="0"/>
                    </a:p>
                  </a:txBody>
                  <a:tcPr/>
                </a:tc>
                <a:extLst>
                  <a:ext uri="{0D108BD9-81ED-4DB2-BD59-A6C34878D82A}">
                    <a16:rowId xmlns:a16="http://schemas.microsoft.com/office/drawing/2014/main" val="2794041483"/>
                  </a:ext>
                </a:extLst>
              </a:tr>
              <a:tr h="304740">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r>
                        <a:rPr lang="de-DE" sz="1200" dirty="0" err="1">
                          <a:solidFill>
                            <a:schemeClr val="tx1"/>
                          </a:solidFill>
                        </a:rPr>
                        <a:t>ipsum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750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643551148"/>
                  </a:ext>
                </a:extLst>
              </a:tr>
              <a:tr h="304740">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r>
                        <a:rPr lang="de-DE" sz="1200" dirty="0" err="1">
                          <a:solidFill>
                            <a:schemeClr val="tx1"/>
                          </a:solidFill>
                        </a:rPr>
                        <a:t>ipsum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2,000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3944865922"/>
                  </a:ext>
                </a:extLst>
              </a:tr>
              <a:tr h="304740">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r>
                        <a:rPr lang="de-DE" sz="1200" dirty="0" err="1">
                          <a:solidFill>
                            <a:schemeClr val="tx1"/>
                          </a:solidFill>
                        </a:rPr>
                        <a:t>ipsum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500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925022502"/>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1583945350"/>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r>
                        <a:rPr lang="de-DE" sz="1200" dirty="0" err="1">
                          <a:solidFill>
                            <a:schemeClr val="tx1"/>
                          </a:solidFill>
                        </a:rPr>
                        <a:t>interdum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1,400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4043013960"/>
                  </a:ext>
                </a:extLst>
              </a:tr>
              <a:tr h="334159">
                <a:tc gridSpan="4">
                  <a:txBody>
                    <a:bodyPr/>
                    <a:lstStyle/>
                    <a:p>
                      <a:pPr marL="0" marR="0" lvl="0" indent="0" algn="l" defTabSz="914400" rtl="0" eaLnBrk="1" fontAlgn="auto" latinLnBrk="0" hangingPunct="1">
                        <a:lnSpc>
                          <a:spcPct val="110000"/>
                        </a:lnSpc>
                        <a:spcBef>
                          <a:spcPts val="0"/>
                        </a:spcBef>
                        <a:spcAft>
                          <a:spcPts val="0"/>
                        </a:spcAft>
                        <a:buClrTx/>
                        <a:buSzTx/>
                        <a:buFont typeface="Wingdings" panose="05000000000000000000" pitchFamily="2" charset="2"/>
                        <a:buNone/>
                        <a:tabLst/>
                        <a:defRPr/>
                      </a:pPr>
                      <a:r>
                        <a:rPr lang="de-DE" sz="1200" dirty="0" err="1">
                          <a:solidFill>
                            <a:schemeClr val="bg1"/>
                          </a:solidFill>
                        </a:rPr>
                        <a:t>Id</a:t>
                      </a:r>
                      <a:r>
                        <a:rPr lang="de-DE" sz="1200" dirty="0">
                          <a:solidFill>
                            <a:schemeClr val="bg1"/>
                          </a:solidFill>
                        </a:rPr>
                        <a:t> </a:t>
                      </a:r>
                      <a:r>
                        <a:rPr lang="de-DE" sz="1200" dirty="0" err="1">
                          <a:solidFill>
                            <a:schemeClr val="bg1"/>
                          </a:solidFill>
                        </a:rPr>
                        <a:t>laoreet</a:t>
                      </a:r>
                      <a:r>
                        <a:rPr lang="de-DE" sz="1200" dirty="0">
                          <a:solidFill>
                            <a:schemeClr val="bg1"/>
                          </a:solidFill>
                        </a:rPr>
                        <a:t> </a:t>
                      </a:r>
                      <a:r>
                        <a:rPr lang="de-DE" sz="1200" dirty="0" err="1">
                          <a:solidFill>
                            <a:schemeClr val="bg1"/>
                          </a:solidFill>
                        </a:rPr>
                        <a:t>turpi</a:t>
                      </a:r>
                      <a:endParaRPr kumimoji="0" lang="de-DE" sz="1200" b="1" i="0" u="none" strike="noStrike" cap="none" normalizeH="0" baseline="0" dirty="0">
                        <a:ln>
                          <a:noFill/>
                        </a:ln>
                        <a:solidFill>
                          <a:schemeClr val="bg1"/>
                        </a:solidFill>
                        <a:effectLst/>
                        <a:latin typeface="+mn-lt"/>
                        <a:cs typeface="Arial"/>
                      </a:endParaRPr>
                    </a:p>
                  </a:txBody>
                  <a:tcPr marL="90000" marR="90000" marT="61200" marB="61200" anchor="ctr">
                    <a:solidFill>
                      <a:schemeClr val="tx1"/>
                    </a:solidFill>
                  </a:tcPr>
                </a:tc>
                <a:tc hMerge="1">
                  <a:txBody>
                    <a:bodyPr/>
                    <a:lstStyle/>
                    <a:p>
                      <a:endParaRPr lang="de-DE" sz="1000" dirty="0"/>
                    </a:p>
                  </a:txBody>
                  <a:tcPr/>
                </a:tc>
                <a:tc hMerge="1">
                  <a:txBody>
                    <a:bodyPr/>
                    <a:lstStyle/>
                    <a:p>
                      <a:endParaRPr lang="de-DE" sz="1000" dirty="0"/>
                    </a:p>
                  </a:txBody>
                  <a:tcPr/>
                </a:tc>
                <a:tc hMerge="1">
                  <a:txBody>
                    <a:bodyPr/>
                    <a:lstStyle/>
                    <a:p>
                      <a:endParaRPr lang="de-DE" sz="1000" dirty="0"/>
                    </a:p>
                  </a:txBody>
                  <a:tcPr/>
                </a:tc>
                <a:extLst>
                  <a:ext uri="{0D108BD9-81ED-4DB2-BD59-A6C34878D82A}">
                    <a16:rowId xmlns:a16="http://schemas.microsoft.com/office/drawing/2014/main" val="3252972207"/>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endParaRPr kumimoji="0" lang="en-GB"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500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4158578666"/>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3716853752"/>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10 </a:t>
                      </a: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1,400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2591812925"/>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a:ln>
                            <a:noFill/>
                          </a:ln>
                          <a:solidFill>
                            <a:schemeClr val="tx1"/>
                          </a:solidFill>
                          <a:effectLst/>
                        </a:rPr>
                        <a:t>New</a:t>
                      </a:r>
                      <a:endParaRPr kumimoji="0" lang="de-DE" sz="1200" b="1" i="0" u="none" strike="noStrike" cap="none" normalizeH="0" baseline="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1789024995"/>
                  </a:ext>
                </a:extLst>
              </a:tr>
            </a:tbl>
          </a:graphicData>
        </a:graphic>
      </p:graphicFrame>
      <p:sp>
        <p:nvSpPr>
          <p:cNvPr id="4" name="Datumsplatzhalter 3">
            <a:extLst>
              <a:ext uri="{FF2B5EF4-FFF2-40B4-BE49-F238E27FC236}">
                <a16:creationId xmlns:a16="http://schemas.microsoft.com/office/drawing/2014/main" id="{DF9020A7-7B90-40AB-9BAA-14133252102A}"/>
              </a:ext>
            </a:extLst>
          </p:cNvPr>
          <p:cNvSpPr>
            <a:spLocks noGrp="1"/>
          </p:cNvSpPr>
          <p:nvPr>
            <p:ph type="dt" sz="half" idx="10"/>
          </p:nvPr>
        </p:nvSpPr>
        <p:spPr/>
        <p:txBody>
          <a:bodyPr/>
          <a:lstStyle/>
          <a:p>
            <a:fld id="{BA170A59-20D3-4575-BEFB-20D8A2074BB3}" type="datetime3">
              <a:rPr lang="en-US" smtClean="0"/>
              <a:t>23 February 2026</a:t>
            </a:fld>
            <a:endParaRPr lang="en-US"/>
          </a:p>
        </p:txBody>
      </p:sp>
      <p:sp>
        <p:nvSpPr>
          <p:cNvPr id="5" name="Foliennummernplatzhalter 4">
            <a:extLst>
              <a:ext uri="{FF2B5EF4-FFF2-40B4-BE49-F238E27FC236}">
                <a16:creationId xmlns:a16="http://schemas.microsoft.com/office/drawing/2014/main" id="{304B3BF5-2C79-490C-AE73-52D1DEA9319C}"/>
              </a:ext>
            </a:extLst>
          </p:cNvPr>
          <p:cNvSpPr>
            <a:spLocks noGrp="1"/>
          </p:cNvSpPr>
          <p:nvPr>
            <p:ph type="sldNum" sz="quarter" idx="11"/>
          </p:nvPr>
        </p:nvSpPr>
        <p:spPr/>
        <p:txBody>
          <a:bodyPr/>
          <a:lstStyle/>
          <a:p>
            <a:fld id="{62CB3E74-FC4B-418A-B5F6-72ED80208EB2}" type="slidenum">
              <a:rPr lang="en-US" smtClean="0"/>
              <a:pPr/>
              <a:t>15</a:t>
            </a:fld>
            <a:endParaRPr lang="en-US"/>
          </a:p>
        </p:txBody>
      </p:sp>
      <p:sp>
        <p:nvSpPr>
          <p:cNvPr id="9" name="Textplatzhalter 7">
            <a:extLst>
              <a:ext uri="{FF2B5EF4-FFF2-40B4-BE49-F238E27FC236}">
                <a16:creationId xmlns:a16="http://schemas.microsoft.com/office/drawing/2014/main" id="{B379AD9E-CD54-6249-A39E-183BEFD10B9E}"/>
              </a:ext>
            </a:extLst>
          </p:cNvPr>
          <p:cNvSpPr txBox="1">
            <a:spLocks/>
          </p:cNvSpPr>
          <p:nvPr/>
        </p:nvSpPr>
        <p:spPr>
          <a:xfrm>
            <a:off x="587375" y="1484313"/>
            <a:ext cx="10429874" cy="263399"/>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r>
              <a:rPr lang="en-US" sz="1400" b="1"/>
              <a:t>Caption (Arial Bold, 14 pt)</a:t>
            </a:r>
          </a:p>
        </p:txBody>
      </p:sp>
    </p:spTree>
    <p:extLst>
      <p:ext uri="{BB962C8B-B14F-4D97-AF65-F5344CB8AC3E}">
        <p14:creationId xmlns:p14="http://schemas.microsoft.com/office/powerpoint/2010/main" val="1776402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DEAB376-8F37-41A1-AC45-2B8048B00F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6" name="Object 5" hidden="1">
                        <a:extLst>
                          <a:ext uri="{FF2B5EF4-FFF2-40B4-BE49-F238E27FC236}">
                            <a16:creationId xmlns:a16="http://schemas.microsoft.com/office/drawing/2014/main" id="{FDEAB376-8F37-41A1-AC45-2B8048B00F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D4DEE6-EF06-4C0E-87A6-9E012FB8E71A}"/>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3000" b="1" dirty="0">
              <a:latin typeface="Arial" panose="020B0604020202020204" pitchFamily="34" charset="0"/>
              <a:ea typeface="+mj-ea"/>
              <a:cs typeface="+mj-cs"/>
              <a:sym typeface="Arial" panose="020B0604020202020204" pitchFamily="34" charset="0"/>
            </a:endParaRPr>
          </a:p>
        </p:txBody>
      </p:sp>
      <p:sp>
        <p:nvSpPr>
          <p:cNvPr id="3" name="Titel 2">
            <a:extLst>
              <a:ext uri="{FF2B5EF4-FFF2-40B4-BE49-F238E27FC236}">
                <a16:creationId xmlns:a16="http://schemas.microsoft.com/office/drawing/2014/main" id="{77695776-EE85-4B3E-AD1C-DCFB94AECF45}"/>
              </a:ext>
            </a:extLst>
          </p:cNvPr>
          <p:cNvSpPr>
            <a:spLocks noGrp="1"/>
          </p:cNvSpPr>
          <p:nvPr>
            <p:ph type="title"/>
          </p:nvPr>
        </p:nvSpPr>
        <p:spPr/>
        <p:txBody>
          <a:bodyPr/>
          <a:lstStyle/>
          <a:p>
            <a:r>
              <a:rPr lang="en-US"/>
              <a:t>Sample table 2</a:t>
            </a:r>
          </a:p>
        </p:txBody>
      </p:sp>
      <p:graphicFrame>
        <p:nvGraphicFramePr>
          <p:cNvPr id="10" name="Tabelle 10">
            <a:extLst>
              <a:ext uri="{FF2B5EF4-FFF2-40B4-BE49-F238E27FC236}">
                <a16:creationId xmlns:a16="http://schemas.microsoft.com/office/drawing/2014/main" id="{F91237EB-7C21-4692-8D15-D2B2ED889A36}"/>
              </a:ext>
            </a:extLst>
          </p:cNvPr>
          <p:cNvGraphicFramePr>
            <a:graphicFrameLocks noGrp="1"/>
          </p:cNvGraphicFramePr>
          <p:nvPr>
            <p:ph idx="1"/>
            <p:extLst>
              <p:ext uri="{D42A27DB-BD31-4B8C-83A1-F6EECF244321}">
                <p14:modId xmlns:p14="http://schemas.microsoft.com/office/powerpoint/2010/main" val="882312752"/>
              </p:ext>
            </p:extLst>
          </p:nvPr>
        </p:nvGraphicFramePr>
        <p:xfrm>
          <a:off x="587375" y="1916113"/>
          <a:ext cx="11017248" cy="3749997"/>
        </p:xfrm>
        <a:graphic>
          <a:graphicData uri="http://schemas.openxmlformats.org/drawingml/2006/table">
            <a:tbl>
              <a:tblPr firstRow="1">
                <a:tableStyleId>{30FC0DDD-37FB-4523-A006-01308BA8B187}</a:tableStyleId>
              </a:tblPr>
              <a:tblGrid>
                <a:gridCol w="2754312">
                  <a:extLst>
                    <a:ext uri="{9D8B030D-6E8A-4147-A177-3AD203B41FA5}">
                      <a16:colId xmlns:a16="http://schemas.microsoft.com/office/drawing/2014/main" val="215981780"/>
                    </a:ext>
                  </a:extLst>
                </a:gridCol>
                <a:gridCol w="2754312">
                  <a:extLst>
                    <a:ext uri="{9D8B030D-6E8A-4147-A177-3AD203B41FA5}">
                      <a16:colId xmlns:a16="http://schemas.microsoft.com/office/drawing/2014/main" val="28288695"/>
                    </a:ext>
                  </a:extLst>
                </a:gridCol>
                <a:gridCol w="2754312">
                  <a:extLst>
                    <a:ext uri="{9D8B030D-6E8A-4147-A177-3AD203B41FA5}">
                      <a16:colId xmlns:a16="http://schemas.microsoft.com/office/drawing/2014/main" val="4277949936"/>
                    </a:ext>
                  </a:extLst>
                </a:gridCol>
                <a:gridCol w="2754312">
                  <a:extLst>
                    <a:ext uri="{9D8B030D-6E8A-4147-A177-3AD203B41FA5}">
                      <a16:colId xmlns:a16="http://schemas.microsoft.com/office/drawing/2014/main" val="1570558885"/>
                    </a:ext>
                  </a:extLst>
                </a:gridCol>
              </a:tblGrid>
              <a:tr h="334159">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b="1" u="none" strike="noStrike" cap="none" normalizeH="0" baseline="0" dirty="0" err="1">
                          <a:ln>
                            <a:noFill/>
                          </a:ln>
                          <a:solidFill>
                            <a:schemeClr val="bg1"/>
                          </a:solidFill>
                          <a:effectLst/>
                        </a:rPr>
                        <a:t>Category</a:t>
                      </a:r>
                      <a:endParaRPr kumimoji="0" lang="de-DE" sz="1200" b="1" i="0" u="none" strike="noStrike" cap="none" normalizeH="0" baseline="0" dirty="0">
                        <a:ln>
                          <a:noFill/>
                        </a:ln>
                        <a:solidFill>
                          <a:schemeClr val="bg1"/>
                        </a:solidFill>
                        <a:effectLst/>
                        <a:latin typeface="+mj-lt"/>
                        <a:cs typeface="Arial"/>
                      </a:endParaRPr>
                    </a:p>
                  </a:txBody>
                  <a:tcPr marL="90000" marR="90000" marT="61200" marB="61200" anchor="ctr">
                    <a:solidFill>
                      <a:schemeClr val="tx1"/>
                    </a:solidFill>
                  </a:tcPr>
                </a:tc>
                <a:tc>
                  <a:txBody>
                    <a:bodyPr/>
                    <a:lstStyle/>
                    <a:p>
                      <a:r>
                        <a:rPr lang="de-DE" sz="1200" dirty="0">
                          <a:solidFill>
                            <a:schemeClr val="bg1"/>
                          </a:solidFill>
                        </a:rPr>
                        <a:t>Item</a:t>
                      </a:r>
                    </a:p>
                  </a:txBody>
                  <a:tcPr marL="90000" marR="90000" marT="61200" marB="61200" anchor="ctr">
                    <a:solidFill>
                      <a:schemeClr val="tx1"/>
                    </a:solidFill>
                  </a:tcPr>
                </a:tc>
                <a:tc>
                  <a:txBody>
                    <a:bodyPr/>
                    <a:lstStyle/>
                    <a:p>
                      <a:r>
                        <a:rPr lang="de-DE" sz="1200" dirty="0">
                          <a:solidFill>
                            <a:schemeClr val="bg1"/>
                          </a:solidFill>
                        </a:rPr>
                        <a:t>Price per item &amp; </a:t>
                      </a:r>
                      <a:r>
                        <a:rPr lang="de-DE" sz="1200" dirty="0" err="1">
                          <a:solidFill>
                            <a:schemeClr val="bg1"/>
                          </a:solidFill>
                        </a:rPr>
                        <a:t>month</a:t>
                      </a:r>
                      <a:endParaRPr lang="de-DE" sz="1200" dirty="0">
                        <a:solidFill>
                          <a:schemeClr val="bg1"/>
                        </a:solidFill>
                      </a:endParaRPr>
                    </a:p>
                  </a:txBody>
                  <a:tcPr marL="90000" marR="90000" marT="61200" marB="61200" anchor="ctr">
                    <a:solidFill>
                      <a:schemeClr val="tx1"/>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b="1" u="none" strike="noStrike" cap="none" normalizeH="0" baseline="0" dirty="0">
                          <a:ln>
                            <a:noFill/>
                          </a:ln>
                          <a:solidFill>
                            <a:schemeClr val="bg1"/>
                          </a:solidFill>
                          <a:effectLst/>
                        </a:rPr>
                        <a:t>Special </a:t>
                      </a:r>
                      <a:r>
                        <a:rPr kumimoji="0" lang="de-DE" sz="1200" b="1" u="none" strike="noStrike" cap="none" normalizeH="0" baseline="0" dirty="0" err="1">
                          <a:ln>
                            <a:noFill/>
                          </a:ln>
                          <a:solidFill>
                            <a:schemeClr val="bg1"/>
                          </a:solidFill>
                          <a:effectLst/>
                        </a:rPr>
                        <a:t>arrangements</a:t>
                      </a:r>
                      <a:endParaRPr kumimoji="0" lang="de-DE" sz="1200" b="1" i="0" u="none" strike="noStrike" cap="none" normalizeH="0" baseline="0" dirty="0">
                        <a:ln>
                          <a:noFill/>
                        </a:ln>
                        <a:solidFill>
                          <a:schemeClr val="bg1"/>
                        </a:solidFill>
                        <a:effectLst/>
                        <a:latin typeface="+mj-lt"/>
                        <a:cs typeface="Arial"/>
                      </a:endParaRPr>
                    </a:p>
                  </a:txBody>
                  <a:tcPr marL="90000" marR="90000" marT="61200" marB="61200" anchor="ctr">
                    <a:solidFill>
                      <a:schemeClr val="tx1"/>
                    </a:solidFill>
                  </a:tcPr>
                </a:tc>
                <a:extLst>
                  <a:ext uri="{0D108BD9-81ED-4DB2-BD59-A6C34878D82A}">
                    <a16:rowId xmlns:a16="http://schemas.microsoft.com/office/drawing/2014/main" val="3378295037"/>
                  </a:ext>
                </a:extLst>
              </a:tr>
              <a:tr h="334159">
                <a:tc gridSpan="4">
                  <a:txBody>
                    <a:bodyPr/>
                    <a:lstStyle/>
                    <a:p>
                      <a:r>
                        <a:rPr lang="de-DE" sz="1200" dirty="0">
                          <a:solidFill>
                            <a:schemeClr val="tx1"/>
                          </a:solidFill>
                        </a:rPr>
                        <a:t>Mauris </a:t>
                      </a:r>
                      <a:r>
                        <a:rPr lang="de-DE" sz="1200" dirty="0" err="1">
                          <a:solidFill>
                            <a:schemeClr val="tx1"/>
                          </a:solidFill>
                        </a:rPr>
                        <a:t>faucibus</a:t>
                      </a:r>
                      <a:endParaRPr lang="de-DE" sz="1200" b="1" dirty="0">
                        <a:solidFill>
                          <a:schemeClr val="tx1"/>
                        </a:solidFill>
                      </a:endParaRPr>
                    </a:p>
                  </a:txBody>
                  <a:tcPr marL="90000" marR="90000" marT="61200" marB="61200" anchor="ctr">
                    <a:solidFill>
                      <a:schemeClr val="bg2"/>
                    </a:solidFill>
                  </a:tcPr>
                </a:tc>
                <a:tc hMerge="1">
                  <a:txBody>
                    <a:bodyPr/>
                    <a:lstStyle/>
                    <a:p>
                      <a:endParaRPr lang="de-DE" sz="1000" dirty="0"/>
                    </a:p>
                  </a:txBody>
                  <a:tcPr/>
                </a:tc>
                <a:tc hMerge="1">
                  <a:txBody>
                    <a:bodyPr/>
                    <a:lstStyle/>
                    <a:p>
                      <a:endParaRPr lang="de-DE" sz="1000" dirty="0"/>
                    </a:p>
                  </a:txBody>
                  <a:tcPr/>
                </a:tc>
                <a:tc hMerge="1">
                  <a:txBody>
                    <a:bodyPr/>
                    <a:lstStyle/>
                    <a:p>
                      <a:endParaRPr lang="de-DE" sz="1000" dirty="0"/>
                    </a:p>
                  </a:txBody>
                  <a:tcPr/>
                </a:tc>
                <a:extLst>
                  <a:ext uri="{0D108BD9-81ED-4DB2-BD59-A6C34878D82A}">
                    <a16:rowId xmlns:a16="http://schemas.microsoft.com/office/drawing/2014/main" val="2794041483"/>
                  </a:ext>
                </a:extLst>
              </a:tr>
              <a:tr h="304740">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r>
                        <a:rPr lang="de-DE" sz="1200" dirty="0" err="1">
                          <a:solidFill>
                            <a:schemeClr val="tx1"/>
                          </a:solidFill>
                        </a:rPr>
                        <a:t>ipsum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750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643551148"/>
                  </a:ext>
                </a:extLst>
              </a:tr>
              <a:tr h="304740">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r>
                        <a:rPr lang="de-DE" sz="1200" dirty="0" err="1">
                          <a:solidFill>
                            <a:schemeClr val="tx1"/>
                          </a:solidFill>
                        </a:rPr>
                        <a:t>ipsum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2,000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3944865922"/>
                  </a:ext>
                </a:extLst>
              </a:tr>
              <a:tr h="304740">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r>
                        <a:rPr lang="de-DE" sz="1200" dirty="0" err="1">
                          <a:solidFill>
                            <a:schemeClr val="tx1"/>
                          </a:solidFill>
                        </a:rPr>
                        <a:t>ipsum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500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925022502"/>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1583945350"/>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r>
                        <a:rPr lang="de-DE" sz="1200" dirty="0" err="1">
                          <a:solidFill>
                            <a:schemeClr val="tx1"/>
                          </a:solidFill>
                        </a:rPr>
                        <a:t>interdum</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1,400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4043013960"/>
                  </a:ext>
                </a:extLst>
              </a:tr>
              <a:tr h="334159">
                <a:tc gridSpan="4">
                  <a:txBody>
                    <a:bodyPr/>
                    <a:lstStyle/>
                    <a:p>
                      <a:pPr marL="0" marR="0" lvl="0" indent="0" algn="l" defTabSz="914400" rtl="0" eaLnBrk="1" fontAlgn="auto" latinLnBrk="0" hangingPunct="1">
                        <a:lnSpc>
                          <a:spcPct val="110000"/>
                        </a:lnSpc>
                        <a:spcBef>
                          <a:spcPts val="0"/>
                        </a:spcBef>
                        <a:spcAft>
                          <a:spcPts val="0"/>
                        </a:spcAft>
                        <a:buClrTx/>
                        <a:buSzTx/>
                        <a:buFont typeface="Wingdings" panose="05000000000000000000" pitchFamily="2" charset="2"/>
                        <a:buNone/>
                        <a:tabLst/>
                        <a:defRPr/>
                      </a:pPr>
                      <a:r>
                        <a:rPr lang="de-DE" sz="1200" dirty="0" err="1">
                          <a:solidFill>
                            <a:schemeClr val="tx1"/>
                          </a:solidFill>
                        </a:rPr>
                        <a:t>Id</a:t>
                      </a:r>
                      <a:r>
                        <a:rPr lang="de-DE" sz="1200" dirty="0">
                          <a:solidFill>
                            <a:schemeClr val="tx1"/>
                          </a:solidFill>
                        </a:rPr>
                        <a:t> </a:t>
                      </a:r>
                      <a:r>
                        <a:rPr lang="de-DE" sz="1200" dirty="0" err="1">
                          <a:solidFill>
                            <a:schemeClr val="tx1"/>
                          </a:solidFill>
                        </a:rPr>
                        <a:t>laoreet</a:t>
                      </a:r>
                      <a:r>
                        <a:rPr lang="de-DE" sz="1200" dirty="0">
                          <a:solidFill>
                            <a:schemeClr val="tx1"/>
                          </a:solidFill>
                        </a:rPr>
                        <a:t> </a:t>
                      </a:r>
                      <a:r>
                        <a:rPr lang="de-DE" sz="1200" dirty="0" err="1">
                          <a:solidFill>
                            <a:schemeClr val="tx1"/>
                          </a:solidFill>
                        </a:rPr>
                        <a:t>turpi</a:t>
                      </a:r>
                      <a:endParaRPr kumimoji="0" lang="de-DE" sz="1200" b="1" i="0" u="none" strike="noStrike" cap="none" normalizeH="0" baseline="0" dirty="0">
                        <a:ln>
                          <a:noFill/>
                        </a:ln>
                        <a:solidFill>
                          <a:schemeClr val="tx1"/>
                        </a:solidFill>
                        <a:effectLst/>
                        <a:latin typeface="+mn-lt"/>
                        <a:cs typeface="Arial"/>
                      </a:endParaRPr>
                    </a:p>
                  </a:txBody>
                  <a:tcPr marL="90000" marR="90000" marT="61200" marB="61200" anchor="ctr">
                    <a:solidFill>
                      <a:schemeClr val="bg2"/>
                    </a:solidFill>
                  </a:tcPr>
                </a:tc>
                <a:tc hMerge="1">
                  <a:txBody>
                    <a:bodyPr/>
                    <a:lstStyle/>
                    <a:p>
                      <a:endParaRPr lang="de-DE" sz="1000" dirty="0"/>
                    </a:p>
                  </a:txBody>
                  <a:tcPr/>
                </a:tc>
                <a:tc hMerge="1">
                  <a:txBody>
                    <a:bodyPr/>
                    <a:lstStyle/>
                    <a:p>
                      <a:endParaRPr lang="de-DE" sz="1000" dirty="0"/>
                    </a:p>
                  </a:txBody>
                  <a:tcPr/>
                </a:tc>
                <a:tc hMerge="1">
                  <a:txBody>
                    <a:bodyPr/>
                    <a:lstStyle/>
                    <a:p>
                      <a:endParaRPr lang="de-DE" sz="1000" dirty="0"/>
                    </a:p>
                  </a:txBody>
                  <a:tcPr/>
                </a:tc>
                <a:extLst>
                  <a:ext uri="{0D108BD9-81ED-4DB2-BD59-A6C34878D82A}">
                    <a16:rowId xmlns:a16="http://schemas.microsoft.com/office/drawing/2014/main" val="3252972207"/>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a:solidFill>
                            <a:schemeClr val="tx1"/>
                          </a:solidFill>
                        </a:rPr>
                        <a:t>Duis </a:t>
                      </a:r>
                      <a:r>
                        <a:rPr lang="de-DE" sz="1200" dirty="0" err="1">
                          <a:solidFill>
                            <a:schemeClr val="tx1"/>
                          </a:solidFill>
                        </a:rPr>
                        <a:t>vitae</a:t>
                      </a:r>
                      <a:r>
                        <a:rPr lang="de-DE" sz="1200" dirty="0">
                          <a:solidFill>
                            <a:schemeClr val="tx1"/>
                          </a:solidFill>
                        </a:rPr>
                        <a:t> </a:t>
                      </a:r>
                      <a:endParaRPr kumimoji="0" lang="en-GB"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500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4158578666"/>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249238" rtl="0" eaLnBrk="1" fontAlgn="base" latinLnBrk="0" hangingPunct="1">
                        <a:lnSpc>
                          <a:spcPct val="100000"/>
                        </a:lnSpc>
                        <a:spcBef>
                          <a:spcPct val="0"/>
                        </a:spcBef>
                        <a:spcAft>
                          <a:spcPct val="0"/>
                        </a:spcAft>
                        <a:buClr>
                          <a:schemeClr val="tx2"/>
                        </a:buClr>
                        <a:buSzTx/>
                        <a:buFontTx/>
                        <a:buNone/>
                        <a:tabLst/>
                      </a:pPr>
                      <a:endParaRPr kumimoji="0" lang="en-US"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3716853752"/>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New</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10 </a:t>
                      </a: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1,400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2591812925"/>
                  </a:ext>
                </a:extLst>
              </a:tr>
              <a:tr h="30474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a:ln>
                            <a:noFill/>
                          </a:ln>
                          <a:solidFill>
                            <a:schemeClr val="tx1"/>
                          </a:solidFill>
                          <a:effectLst/>
                        </a:rPr>
                        <a:t>New</a:t>
                      </a:r>
                      <a:endParaRPr kumimoji="0" lang="de-DE" sz="1200" b="1" i="0" u="none" strike="noStrike" cap="none" normalizeH="0" baseline="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de-DE" sz="1200" u="none" strike="noStrike" cap="none" normalizeH="0" baseline="0" dirty="0">
                          <a:ln>
                            <a:noFill/>
                          </a:ln>
                          <a:solidFill>
                            <a:schemeClr val="tx1"/>
                          </a:solidFill>
                          <a:effectLst/>
                        </a:rPr>
                        <a:t>EUR 700</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de-DE" sz="1200" dirty="0" err="1">
                          <a:solidFill>
                            <a:schemeClr val="tx1"/>
                          </a:solidFill>
                        </a:rPr>
                        <a:t>Quisque</a:t>
                      </a:r>
                      <a:r>
                        <a:rPr lang="de-DE" sz="1200" dirty="0">
                          <a:solidFill>
                            <a:schemeClr val="tx1"/>
                          </a:solidFill>
                        </a:rPr>
                        <a:t> sed </a:t>
                      </a:r>
                      <a:r>
                        <a:rPr lang="de-DE" sz="1200" dirty="0" err="1">
                          <a:solidFill>
                            <a:schemeClr val="tx1"/>
                          </a:solidFill>
                        </a:rPr>
                        <a:t>tortor</a:t>
                      </a:r>
                      <a:r>
                        <a:rPr lang="de-DE" sz="1200" dirty="0">
                          <a:solidFill>
                            <a:schemeClr val="tx1"/>
                          </a:solidFill>
                        </a:rPr>
                        <a:t> </a:t>
                      </a:r>
                      <a:r>
                        <a:rPr lang="de-DE" sz="1200" dirty="0" err="1">
                          <a:solidFill>
                            <a:schemeClr val="tx1"/>
                          </a:solidFill>
                        </a:rPr>
                        <a:t>ac</a:t>
                      </a:r>
                      <a:r>
                        <a:rPr lang="de-DE" sz="1200" dirty="0">
                          <a:solidFill>
                            <a:schemeClr val="tx1"/>
                          </a:solidFill>
                        </a:rPr>
                        <a:t> </a:t>
                      </a:r>
                      <a:r>
                        <a:rPr lang="de-DE" sz="1200" dirty="0" err="1">
                          <a:solidFill>
                            <a:schemeClr val="tx1"/>
                          </a:solidFill>
                        </a:rPr>
                        <a:t>erat</a:t>
                      </a:r>
                      <a:r>
                        <a:rPr lang="de-DE" sz="1200" dirty="0">
                          <a:solidFill>
                            <a:schemeClr val="tx1"/>
                          </a:solidFill>
                        </a:rPr>
                        <a:t> </a:t>
                      </a:r>
                      <a:endParaRPr kumimoji="0" lang="de-DE" sz="1200" b="1" i="0" u="none" strike="noStrike" cap="none" normalizeH="0" baseline="0" dirty="0">
                        <a:ln>
                          <a:noFill/>
                        </a:ln>
                        <a:solidFill>
                          <a:schemeClr val="tx1"/>
                        </a:solidFill>
                        <a:effectLst/>
                        <a:latin typeface="Arial" charset="0"/>
                      </a:endParaRPr>
                    </a:p>
                  </a:txBody>
                  <a:tcPr marL="90000" marR="90000" marT="61200" marB="61200" anchor="ctr" horzOverflow="overflow"/>
                </a:tc>
                <a:extLst>
                  <a:ext uri="{0D108BD9-81ED-4DB2-BD59-A6C34878D82A}">
                    <a16:rowId xmlns:a16="http://schemas.microsoft.com/office/drawing/2014/main" val="1789024995"/>
                  </a:ext>
                </a:extLst>
              </a:tr>
            </a:tbl>
          </a:graphicData>
        </a:graphic>
      </p:graphicFrame>
      <p:sp>
        <p:nvSpPr>
          <p:cNvPr id="4" name="Datumsplatzhalter 3">
            <a:extLst>
              <a:ext uri="{FF2B5EF4-FFF2-40B4-BE49-F238E27FC236}">
                <a16:creationId xmlns:a16="http://schemas.microsoft.com/office/drawing/2014/main" id="{DF9020A7-7B90-40AB-9BAA-14133252102A}"/>
              </a:ext>
            </a:extLst>
          </p:cNvPr>
          <p:cNvSpPr>
            <a:spLocks noGrp="1"/>
          </p:cNvSpPr>
          <p:nvPr>
            <p:ph type="dt" sz="half" idx="10"/>
          </p:nvPr>
        </p:nvSpPr>
        <p:spPr/>
        <p:txBody>
          <a:bodyPr/>
          <a:lstStyle/>
          <a:p>
            <a:fld id="{AA809435-3DE6-4178-BDB9-E953E8E0EF03}" type="datetime3">
              <a:rPr lang="en-US" smtClean="0"/>
              <a:t>23 February 2026</a:t>
            </a:fld>
            <a:endParaRPr lang="en-US"/>
          </a:p>
        </p:txBody>
      </p:sp>
      <p:sp>
        <p:nvSpPr>
          <p:cNvPr id="5" name="Foliennummernplatzhalter 4">
            <a:extLst>
              <a:ext uri="{FF2B5EF4-FFF2-40B4-BE49-F238E27FC236}">
                <a16:creationId xmlns:a16="http://schemas.microsoft.com/office/drawing/2014/main" id="{304B3BF5-2C79-490C-AE73-52D1DEA9319C}"/>
              </a:ext>
            </a:extLst>
          </p:cNvPr>
          <p:cNvSpPr>
            <a:spLocks noGrp="1"/>
          </p:cNvSpPr>
          <p:nvPr>
            <p:ph type="sldNum" sz="quarter" idx="11"/>
          </p:nvPr>
        </p:nvSpPr>
        <p:spPr/>
        <p:txBody>
          <a:bodyPr/>
          <a:lstStyle/>
          <a:p>
            <a:fld id="{62CB3E74-FC4B-418A-B5F6-72ED80208EB2}" type="slidenum">
              <a:rPr lang="en-US" smtClean="0"/>
              <a:pPr/>
              <a:t>16</a:t>
            </a:fld>
            <a:endParaRPr lang="en-US"/>
          </a:p>
        </p:txBody>
      </p:sp>
      <p:sp>
        <p:nvSpPr>
          <p:cNvPr id="9" name="Textplatzhalter 7">
            <a:extLst>
              <a:ext uri="{FF2B5EF4-FFF2-40B4-BE49-F238E27FC236}">
                <a16:creationId xmlns:a16="http://schemas.microsoft.com/office/drawing/2014/main" id="{D9016053-9077-DD40-B918-98BD7B233795}"/>
              </a:ext>
            </a:extLst>
          </p:cNvPr>
          <p:cNvSpPr txBox="1">
            <a:spLocks/>
          </p:cNvSpPr>
          <p:nvPr/>
        </p:nvSpPr>
        <p:spPr>
          <a:xfrm>
            <a:off x="587375" y="1484313"/>
            <a:ext cx="10429874" cy="263399"/>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r>
              <a:rPr lang="en-US" sz="1400" b="1"/>
              <a:t>Caption (Arial Bold, 14 pt)</a:t>
            </a:r>
          </a:p>
        </p:txBody>
      </p:sp>
    </p:spTree>
    <p:extLst>
      <p:ext uri="{BB962C8B-B14F-4D97-AF65-F5344CB8AC3E}">
        <p14:creationId xmlns:p14="http://schemas.microsoft.com/office/powerpoint/2010/main" val="3357524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9FA9C362-464D-9E47-B179-00A78FE28480}"/>
              </a:ext>
            </a:extLst>
          </p:cNvPr>
          <p:cNvSpPr>
            <a:spLocks noGrp="1"/>
          </p:cNvSpPr>
          <p:nvPr>
            <p:ph type="pic" sz="quarter" idx="13"/>
          </p:nvPr>
        </p:nvSpPr>
        <p:spPr>
          <a:solidFill>
            <a:schemeClr val="bg2">
              <a:lumMod val="50000"/>
            </a:schemeClr>
          </a:solidFill>
        </p:spPr>
        <p:txBody>
          <a:bodyPr/>
          <a:lstStyle/>
          <a:p>
            <a:endParaRPr lang="en-US"/>
          </a:p>
        </p:txBody>
      </p:sp>
      <p:sp>
        <p:nvSpPr>
          <p:cNvPr id="8" name="Bildplatzhalter 7">
            <a:extLst>
              <a:ext uri="{FF2B5EF4-FFF2-40B4-BE49-F238E27FC236}">
                <a16:creationId xmlns:a16="http://schemas.microsoft.com/office/drawing/2014/main" id="{FB131042-F039-3E44-B33F-B7171181C9EB}"/>
              </a:ext>
            </a:extLst>
          </p:cNvPr>
          <p:cNvSpPr>
            <a:spLocks noGrp="1"/>
          </p:cNvSpPr>
          <p:nvPr>
            <p:ph type="pic" sz="quarter" idx="15"/>
          </p:nvPr>
        </p:nvSpPr>
        <p:spPr>
          <a:solidFill>
            <a:schemeClr val="bg2">
              <a:lumMod val="75000"/>
            </a:schemeClr>
          </a:solidFill>
        </p:spPr>
        <p:txBody>
          <a:bodyPr/>
          <a:lstStyle/>
          <a:p>
            <a:endParaRPr lang="en-US"/>
          </a:p>
        </p:txBody>
      </p:sp>
      <p:graphicFrame>
        <p:nvGraphicFramePr>
          <p:cNvPr id="2" name="Object 1" hidden="1">
            <a:extLst>
              <a:ext uri="{FF2B5EF4-FFF2-40B4-BE49-F238E27FC236}">
                <a16:creationId xmlns:a16="http://schemas.microsoft.com/office/drawing/2014/main" id="{E646D61E-8872-4723-BBBC-EB39B47867E9}"/>
              </a:ext>
            </a:extLst>
          </p:cNvPr>
          <p:cNvGraphicFramePr>
            <a:graphicFrameLocks noChangeAspect="1"/>
          </p:cNvGraphicFramePr>
          <p:nvPr>
            <p:custDataLst>
              <p:tags r:id="rId1"/>
            </p:custDataLst>
            <p:extLst>
              <p:ext uri="{D42A27DB-BD31-4B8C-83A1-F6EECF244321}">
                <p14:modId xmlns:p14="http://schemas.microsoft.com/office/powerpoint/2010/main" val="3705070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a:extLst>
                          <a:ext uri="{FF2B5EF4-FFF2-40B4-BE49-F238E27FC236}">
                            <a16:creationId xmlns:a16="http://schemas.microsoft.com/office/drawing/2014/main" id="{E646D61E-8872-4723-BBBC-EB39B47867E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itel 16">
            <a:extLst>
              <a:ext uri="{FF2B5EF4-FFF2-40B4-BE49-F238E27FC236}">
                <a16:creationId xmlns:a16="http://schemas.microsoft.com/office/drawing/2014/main" id="{8F126AD5-C404-49AC-A938-525DDF86AC09}"/>
              </a:ext>
            </a:extLst>
          </p:cNvPr>
          <p:cNvSpPr>
            <a:spLocks noGrp="1"/>
          </p:cNvSpPr>
          <p:nvPr>
            <p:ph type="title"/>
          </p:nvPr>
        </p:nvSpPr>
        <p:spPr/>
        <p:txBody>
          <a:bodyPr/>
          <a:lstStyle/>
          <a:p>
            <a:r>
              <a:rPr lang="en-US"/>
              <a:t>Contact</a:t>
            </a:r>
          </a:p>
        </p:txBody>
      </p:sp>
      <p:sp>
        <p:nvSpPr>
          <p:cNvPr id="18" name="Textplatzhalter 17">
            <a:extLst>
              <a:ext uri="{FF2B5EF4-FFF2-40B4-BE49-F238E27FC236}">
                <a16:creationId xmlns:a16="http://schemas.microsoft.com/office/drawing/2014/main" id="{BFAAAC46-E885-4FE9-8E9E-A27401F80D87}"/>
              </a:ext>
            </a:extLst>
          </p:cNvPr>
          <p:cNvSpPr>
            <a:spLocks noGrp="1"/>
          </p:cNvSpPr>
          <p:nvPr>
            <p:ph type="body" sz="quarter" idx="12"/>
          </p:nvPr>
        </p:nvSpPr>
        <p:spPr/>
        <p:txBody>
          <a:bodyPr/>
          <a:lstStyle/>
          <a:p>
            <a:pPr lvl="1"/>
            <a:r>
              <a:rPr lang="en-US" dirty="0"/>
              <a:t>Name contact person (14 </a:t>
            </a:r>
            <a:r>
              <a:rPr lang="en-US" dirty="0" err="1"/>
              <a:t>pt</a:t>
            </a:r>
            <a:r>
              <a:rPr lang="en-US" dirty="0"/>
              <a:t>)</a:t>
            </a:r>
          </a:p>
          <a:p>
            <a:pPr lvl="2"/>
            <a:r>
              <a:rPr lang="en-US" dirty="0"/>
              <a:t>Job designation </a:t>
            </a:r>
            <a:br>
              <a:rPr lang="en-US" dirty="0"/>
            </a:br>
            <a:endParaRPr lang="en-US" dirty="0"/>
          </a:p>
          <a:p>
            <a:r>
              <a:rPr lang="en-US" dirty="0" err="1"/>
              <a:t>Eurex</a:t>
            </a:r>
            <a:r>
              <a:rPr lang="en-US" dirty="0"/>
              <a:t> Frankfurt AG </a:t>
            </a:r>
          </a:p>
          <a:p>
            <a:r>
              <a:rPr lang="en-US" dirty="0" err="1"/>
              <a:t>Mergenthalerallee</a:t>
            </a:r>
            <a:r>
              <a:rPr lang="en-US" dirty="0"/>
              <a:t> 61</a:t>
            </a:r>
          </a:p>
          <a:p>
            <a:r>
              <a:rPr lang="en-US" dirty="0"/>
              <a:t>65760 </a:t>
            </a:r>
            <a:r>
              <a:rPr lang="en-US" dirty="0" err="1"/>
              <a:t>Eschborn</a:t>
            </a:r>
            <a:endParaRPr lang="en-US" dirty="0"/>
          </a:p>
          <a:p>
            <a:r>
              <a:rPr lang="en-US" dirty="0"/>
              <a:t>Tel:	+49 (0) 69 211 - 12345</a:t>
            </a:r>
          </a:p>
          <a:p>
            <a:r>
              <a:rPr lang="en-US" dirty="0"/>
              <a:t>Fax:	+49 (0) 69 211 - 12345</a:t>
            </a:r>
          </a:p>
          <a:p>
            <a:r>
              <a:rPr lang="en-US" dirty="0"/>
              <a:t>sample@eurex.com</a:t>
            </a:r>
          </a:p>
        </p:txBody>
      </p:sp>
      <p:sp>
        <p:nvSpPr>
          <p:cNvPr id="27" name="Textplatzhalter 26">
            <a:extLst>
              <a:ext uri="{FF2B5EF4-FFF2-40B4-BE49-F238E27FC236}">
                <a16:creationId xmlns:a16="http://schemas.microsoft.com/office/drawing/2014/main" id="{4779E2B0-10DF-46D8-8AAE-27DF86EB3208}"/>
              </a:ext>
            </a:extLst>
          </p:cNvPr>
          <p:cNvSpPr>
            <a:spLocks noGrp="1"/>
          </p:cNvSpPr>
          <p:nvPr>
            <p:ph type="body" sz="quarter" idx="14"/>
          </p:nvPr>
        </p:nvSpPr>
        <p:spPr/>
        <p:txBody>
          <a:bodyPr/>
          <a:lstStyle/>
          <a:p>
            <a:pPr lvl="1"/>
            <a:r>
              <a:rPr lang="en-US"/>
              <a:t>Name contact person (14 pt)</a:t>
            </a:r>
          </a:p>
          <a:p>
            <a:pPr lvl="2"/>
            <a:r>
              <a:rPr lang="en-US"/>
              <a:t>Job designation </a:t>
            </a:r>
            <a:br>
              <a:rPr lang="en-US"/>
            </a:br>
            <a:endParaRPr lang="en-US"/>
          </a:p>
          <a:p>
            <a:r>
              <a:rPr lang="en-US"/>
              <a:t>Eurex Frankfurt AG </a:t>
            </a:r>
          </a:p>
          <a:p>
            <a:r>
              <a:rPr lang="en-US"/>
              <a:t>Mergenthalerallee 61</a:t>
            </a:r>
          </a:p>
          <a:p>
            <a:r>
              <a:rPr lang="en-US"/>
              <a:t>65760 Eschborn</a:t>
            </a:r>
          </a:p>
          <a:p>
            <a:r>
              <a:rPr lang="en-US"/>
              <a:t>Tel:	+49 (0) 69 211 - 12345</a:t>
            </a:r>
          </a:p>
          <a:p>
            <a:r>
              <a:rPr lang="en-US"/>
              <a:t>Fax:	+49 (0) 69 211 - 12345</a:t>
            </a:r>
          </a:p>
          <a:p>
            <a:r>
              <a:rPr lang="en-US"/>
              <a:t>sample@eurex.com</a:t>
            </a:r>
          </a:p>
        </p:txBody>
      </p:sp>
      <p:sp>
        <p:nvSpPr>
          <p:cNvPr id="5" name="Date Placeholder 4">
            <a:extLst>
              <a:ext uri="{FF2B5EF4-FFF2-40B4-BE49-F238E27FC236}">
                <a16:creationId xmlns:a16="http://schemas.microsoft.com/office/drawing/2014/main" id="{3F39F29C-4D2B-49D1-B355-D00C2DD93C9B}"/>
              </a:ext>
            </a:extLst>
          </p:cNvPr>
          <p:cNvSpPr>
            <a:spLocks noGrp="1"/>
          </p:cNvSpPr>
          <p:nvPr>
            <p:ph type="dt" sz="half" idx="16"/>
          </p:nvPr>
        </p:nvSpPr>
        <p:spPr/>
        <p:txBody>
          <a:bodyPr/>
          <a:lstStyle/>
          <a:p>
            <a:fld id="{89952AC1-D962-4C52-8390-459BB47E10D6}" type="datetime3">
              <a:rPr lang="en-US" smtClean="0"/>
              <a:t>23 February 2026</a:t>
            </a:fld>
            <a:endParaRPr lang="en-US"/>
          </a:p>
        </p:txBody>
      </p:sp>
      <p:sp>
        <p:nvSpPr>
          <p:cNvPr id="6" name="Slide Number Placeholder 5">
            <a:extLst>
              <a:ext uri="{FF2B5EF4-FFF2-40B4-BE49-F238E27FC236}">
                <a16:creationId xmlns:a16="http://schemas.microsoft.com/office/drawing/2014/main" id="{9534DF55-E042-4FE5-9CBD-32BC853366FB}"/>
              </a:ext>
            </a:extLst>
          </p:cNvPr>
          <p:cNvSpPr>
            <a:spLocks noGrp="1"/>
          </p:cNvSpPr>
          <p:nvPr>
            <p:ph type="sldNum" sz="quarter" idx="17"/>
          </p:nvPr>
        </p:nvSpPr>
        <p:spPr/>
        <p:txBody>
          <a:bodyPr/>
          <a:lstStyle/>
          <a:p>
            <a:fld id="{62CB3E74-FC4B-418A-B5F6-72ED80208EB2}" type="slidenum">
              <a:rPr lang="en-US" smtClean="0"/>
              <a:pPr/>
              <a:t>17</a:t>
            </a:fld>
            <a:endParaRPr lang="en-US"/>
          </a:p>
        </p:txBody>
      </p:sp>
    </p:spTree>
    <p:extLst>
      <p:ext uri="{BB962C8B-B14F-4D97-AF65-F5344CB8AC3E}">
        <p14:creationId xmlns:p14="http://schemas.microsoft.com/office/powerpoint/2010/main" val="1333154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E0BA84C8-CFAE-436B-9A4F-2BEF2D0DD6E0}"/>
              </a:ext>
            </a:extLst>
          </p:cNvPr>
          <p:cNvGraphicFramePr>
            <a:graphicFrameLocks noChangeAspect="1"/>
          </p:cNvGraphicFramePr>
          <p:nvPr>
            <p:custDataLst>
              <p:tags r:id="rId1"/>
            </p:custDataLst>
            <p:extLst>
              <p:ext uri="{D42A27DB-BD31-4B8C-83A1-F6EECF244321}">
                <p14:modId xmlns:p14="http://schemas.microsoft.com/office/powerpoint/2010/main" val="29523328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a:extLst>
                          <a:ext uri="{FF2B5EF4-FFF2-40B4-BE49-F238E27FC236}">
                            <a16:creationId xmlns:a16="http://schemas.microsoft.com/office/drawing/2014/main" id="{E0BA84C8-CFAE-436B-9A4F-2BEF2D0DD6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itel 16">
            <a:extLst>
              <a:ext uri="{FF2B5EF4-FFF2-40B4-BE49-F238E27FC236}">
                <a16:creationId xmlns:a16="http://schemas.microsoft.com/office/drawing/2014/main" id="{8F126AD5-C404-49AC-A938-525DDF86AC09}"/>
              </a:ext>
            </a:extLst>
          </p:cNvPr>
          <p:cNvSpPr>
            <a:spLocks noGrp="1"/>
          </p:cNvSpPr>
          <p:nvPr>
            <p:ph type="title"/>
          </p:nvPr>
        </p:nvSpPr>
        <p:spPr/>
        <p:txBody>
          <a:bodyPr/>
          <a:lstStyle/>
          <a:p>
            <a:r>
              <a:rPr lang="en-US"/>
              <a:t>Contacts</a:t>
            </a:r>
          </a:p>
        </p:txBody>
      </p:sp>
      <p:sp>
        <p:nvSpPr>
          <p:cNvPr id="18" name="Textplatzhalter 17">
            <a:extLst>
              <a:ext uri="{FF2B5EF4-FFF2-40B4-BE49-F238E27FC236}">
                <a16:creationId xmlns:a16="http://schemas.microsoft.com/office/drawing/2014/main" id="{BFAAAC46-E885-4FE9-8E9E-A27401F80D87}"/>
              </a:ext>
            </a:extLst>
          </p:cNvPr>
          <p:cNvSpPr>
            <a:spLocks noGrp="1"/>
          </p:cNvSpPr>
          <p:nvPr>
            <p:ph type="body" sz="quarter" idx="12"/>
          </p:nvPr>
        </p:nvSpPr>
        <p:spPr/>
        <p:txBody>
          <a:bodyPr/>
          <a:lstStyle/>
          <a:p>
            <a:pPr lvl="1"/>
            <a:r>
              <a:rPr lang="en-US" dirty="0"/>
              <a:t>Name contact person (14 </a:t>
            </a:r>
            <a:r>
              <a:rPr lang="en-US" dirty="0" err="1"/>
              <a:t>pt</a:t>
            </a:r>
            <a:r>
              <a:rPr lang="en-US" dirty="0"/>
              <a:t>)</a:t>
            </a:r>
          </a:p>
          <a:p>
            <a:pPr lvl="2"/>
            <a:r>
              <a:rPr lang="en-US" dirty="0"/>
              <a:t>Job designation </a:t>
            </a:r>
            <a:br>
              <a:rPr lang="en-US" dirty="0"/>
            </a:br>
            <a:endParaRPr lang="en-US" dirty="0"/>
          </a:p>
          <a:p>
            <a:r>
              <a:rPr lang="en-US" dirty="0" err="1"/>
              <a:t>Eurex</a:t>
            </a:r>
            <a:r>
              <a:rPr lang="en-US" dirty="0"/>
              <a:t> Frankfurt AG </a:t>
            </a:r>
          </a:p>
          <a:p>
            <a:r>
              <a:rPr lang="en-US" dirty="0" err="1"/>
              <a:t>Mergenthalerallee</a:t>
            </a:r>
            <a:r>
              <a:rPr lang="en-US" dirty="0"/>
              <a:t> 61</a:t>
            </a:r>
          </a:p>
          <a:p>
            <a:r>
              <a:rPr lang="en-US" dirty="0"/>
              <a:t>65760 </a:t>
            </a:r>
            <a:r>
              <a:rPr lang="en-US" dirty="0" err="1"/>
              <a:t>Eschborn</a:t>
            </a:r>
            <a:endParaRPr lang="en-US" dirty="0"/>
          </a:p>
          <a:p>
            <a:r>
              <a:rPr lang="en-US" dirty="0"/>
              <a:t>Tel:	+49 (0) 69 211 - 12345</a:t>
            </a:r>
          </a:p>
          <a:p>
            <a:r>
              <a:rPr lang="en-US" dirty="0"/>
              <a:t>Fax:	+49 (0) 69 211 - 12345</a:t>
            </a:r>
          </a:p>
          <a:p>
            <a:r>
              <a:rPr lang="en-US" dirty="0"/>
              <a:t>sample@eurex.com</a:t>
            </a:r>
          </a:p>
        </p:txBody>
      </p:sp>
      <p:sp>
        <p:nvSpPr>
          <p:cNvPr id="26" name="Bildplatzhalter 25">
            <a:extLst>
              <a:ext uri="{FF2B5EF4-FFF2-40B4-BE49-F238E27FC236}">
                <a16:creationId xmlns:a16="http://schemas.microsoft.com/office/drawing/2014/main" id="{2D2F8F6A-0BB0-40F7-BE0E-4C6CA60E2502}"/>
              </a:ext>
            </a:extLst>
          </p:cNvPr>
          <p:cNvSpPr>
            <a:spLocks noGrp="1"/>
          </p:cNvSpPr>
          <p:nvPr>
            <p:ph type="pic" sz="quarter" idx="13"/>
          </p:nvPr>
        </p:nvSpPr>
        <p:spPr/>
        <p:txBody>
          <a:bodyPr/>
          <a:lstStyle/>
          <a:p>
            <a:endParaRPr lang="en-US"/>
          </a:p>
        </p:txBody>
      </p:sp>
      <p:sp>
        <p:nvSpPr>
          <p:cNvPr id="27" name="Textplatzhalter 26">
            <a:extLst>
              <a:ext uri="{FF2B5EF4-FFF2-40B4-BE49-F238E27FC236}">
                <a16:creationId xmlns:a16="http://schemas.microsoft.com/office/drawing/2014/main" id="{4779E2B0-10DF-46D8-8AAE-27DF86EB3208}"/>
              </a:ext>
            </a:extLst>
          </p:cNvPr>
          <p:cNvSpPr>
            <a:spLocks noGrp="1"/>
          </p:cNvSpPr>
          <p:nvPr>
            <p:ph type="body" sz="quarter" idx="14"/>
          </p:nvPr>
        </p:nvSpPr>
        <p:spPr/>
        <p:txBody>
          <a:bodyPr/>
          <a:lstStyle/>
          <a:p>
            <a:pPr lvl="1"/>
            <a:r>
              <a:rPr lang="en-US"/>
              <a:t>Name contact person (14 pt)</a:t>
            </a:r>
          </a:p>
          <a:p>
            <a:pPr lvl="2"/>
            <a:r>
              <a:rPr lang="en-US"/>
              <a:t>Job designation </a:t>
            </a:r>
            <a:br>
              <a:rPr lang="en-US"/>
            </a:br>
            <a:endParaRPr lang="en-US"/>
          </a:p>
          <a:p>
            <a:r>
              <a:rPr lang="en-US"/>
              <a:t>Eurex Frankfurt AG </a:t>
            </a:r>
          </a:p>
          <a:p>
            <a:r>
              <a:rPr lang="en-US"/>
              <a:t>Mergenthalerallee 61</a:t>
            </a:r>
          </a:p>
          <a:p>
            <a:r>
              <a:rPr lang="en-US"/>
              <a:t>65760 Eschborn</a:t>
            </a:r>
          </a:p>
          <a:p>
            <a:r>
              <a:rPr lang="en-US"/>
              <a:t>Tel:	+49 (0) 69 211 - 12345</a:t>
            </a:r>
          </a:p>
          <a:p>
            <a:r>
              <a:rPr lang="en-US"/>
              <a:t>Fax:	+49 (0) 69 211 - 12345</a:t>
            </a:r>
          </a:p>
          <a:p>
            <a:r>
              <a:rPr lang="en-US"/>
              <a:t>sample@eurex.com</a:t>
            </a:r>
          </a:p>
        </p:txBody>
      </p:sp>
      <p:sp>
        <p:nvSpPr>
          <p:cNvPr id="28" name="Bildplatzhalter 27">
            <a:extLst>
              <a:ext uri="{FF2B5EF4-FFF2-40B4-BE49-F238E27FC236}">
                <a16:creationId xmlns:a16="http://schemas.microsoft.com/office/drawing/2014/main" id="{139CF662-C08A-4E52-9495-8DC64B882AEB}"/>
              </a:ext>
            </a:extLst>
          </p:cNvPr>
          <p:cNvSpPr>
            <a:spLocks noGrp="1"/>
          </p:cNvSpPr>
          <p:nvPr>
            <p:ph type="pic" sz="quarter" idx="15"/>
          </p:nvPr>
        </p:nvSpPr>
        <p:spPr/>
        <p:txBody>
          <a:bodyPr/>
          <a:lstStyle/>
          <a:p>
            <a:endParaRPr lang="en-US"/>
          </a:p>
        </p:txBody>
      </p:sp>
      <p:sp>
        <p:nvSpPr>
          <p:cNvPr id="5" name="Date Placeholder 4">
            <a:extLst>
              <a:ext uri="{FF2B5EF4-FFF2-40B4-BE49-F238E27FC236}">
                <a16:creationId xmlns:a16="http://schemas.microsoft.com/office/drawing/2014/main" id="{D87D341B-3A59-4A57-9D1F-BA645051D1FC}"/>
              </a:ext>
            </a:extLst>
          </p:cNvPr>
          <p:cNvSpPr>
            <a:spLocks noGrp="1"/>
          </p:cNvSpPr>
          <p:nvPr>
            <p:ph type="dt" sz="half" idx="16"/>
          </p:nvPr>
        </p:nvSpPr>
        <p:spPr/>
        <p:txBody>
          <a:bodyPr/>
          <a:lstStyle/>
          <a:p>
            <a:fld id="{DE9C7F6A-611F-46A9-89DE-7440AFF83366}" type="datetime3">
              <a:rPr lang="en-US" smtClean="0"/>
              <a:t>23 February 2026</a:t>
            </a:fld>
            <a:endParaRPr lang="en-US"/>
          </a:p>
        </p:txBody>
      </p:sp>
      <p:sp>
        <p:nvSpPr>
          <p:cNvPr id="6" name="Slide Number Placeholder 5">
            <a:extLst>
              <a:ext uri="{FF2B5EF4-FFF2-40B4-BE49-F238E27FC236}">
                <a16:creationId xmlns:a16="http://schemas.microsoft.com/office/drawing/2014/main" id="{A8D626CF-7628-4849-8481-30521988AA5E}"/>
              </a:ext>
            </a:extLst>
          </p:cNvPr>
          <p:cNvSpPr>
            <a:spLocks noGrp="1"/>
          </p:cNvSpPr>
          <p:nvPr>
            <p:ph type="sldNum" sz="quarter" idx="17"/>
          </p:nvPr>
        </p:nvSpPr>
        <p:spPr/>
        <p:txBody>
          <a:bodyPr/>
          <a:lstStyle/>
          <a:p>
            <a:fld id="{62CB3E74-FC4B-418A-B5F6-72ED80208EB2}" type="slidenum">
              <a:rPr lang="en-US" smtClean="0"/>
              <a:pPr/>
              <a:t>18</a:t>
            </a:fld>
            <a:endParaRPr lang="en-US"/>
          </a:p>
        </p:txBody>
      </p:sp>
    </p:spTree>
    <p:extLst>
      <p:ext uri="{BB962C8B-B14F-4D97-AF65-F5344CB8AC3E}">
        <p14:creationId xmlns:p14="http://schemas.microsoft.com/office/powerpoint/2010/main" val="1209355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0C652B0-450F-49F5-B059-451DFFD1457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a:extLst>
                          <a:ext uri="{FF2B5EF4-FFF2-40B4-BE49-F238E27FC236}">
                            <a16:creationId xmlns:a16="http://schemas.microsoft.com/office/drawing/2014/main" id="{20C652B0-450F-49F5-B059-451DFFD145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el 5">
            <a:extLst>
              <a:ext uri="{FF2B5EF4-FFF2-40B4-BE49-F238E27FC236}">
                <a16:creationId xmlns:a16="http://schemas.microsoft.com/office/drawing/2014/main" id="{90F9D395-A7D8-4231-9B93-AC9A712B90F3}"/>
              </a:ext>
            </a:extLst>
          </p:cNvPr>
          <p:cNvSpPr>
            <a:spLocks noGrp="1"/>
          </p:cNvSpPr>
          <p:nvPr>
            <p:ph type="title"/>
          </p:nvPr>
        </p:nvSpPr>
        <p:spPr/>
        <p:txBody>
          <a:bodyPr/>
          <a:lstStyle/>
          <a:p>
            <a:r>
              <a:rPr lang="en-US"/>
              <a:t>Contacts</a:t>
            </a:r>
          </a:p>
        </p:txBody>
      </p:sp>
      <p:sp>
        <p:nvSpPr>
          <p:cNvPr id="5" name="Foliennummernplatzhalter 4">
            <a:extLst>
              <a:ext uri="{FF2B5EF4-FFF2-40B4-BE49-F238E27FC236}">
                <a16:creationId xmlns:a16="http://schemas.microsoft.com/office/drawing/2014/main" id="{3D555D76-DD0B-4FE3-BFD0-8311B1F659F8}"/>
              </a:ext>
            </a:extLst>
          </p:cNvPr>
          <p:cNvSpPr>
            <a:spLocks noGrp="1"/>
          </p:cNvSpPr>
          <p:nvPr>
            <p:ph type="sldNum" sz="quarter" idx="11"/>
          </p:nvPr>
        </p:nvSpPr>
        <p:spPr/>
        <p:txBody>
          <a:bodyPr/>
          <a:lstStyle/>
          <a:p>
            <a:fld id="{62CB3E74-FC4B-418A-B5F6-72ED80208EB2}" type="slidenum">
              <a:rPr lang="en-US" smtClean="0"/>
              <a:pPr/>
              <a:t>19</a:t>
            </a:fld>
            <a:endParaRPr lang="en-US"/>
          </a:p>
        </p:txBody>
      </p:sp>
      <p:sp>
        <p:nvSpPr>
          <p:cNvPr id="31" name="Textplatzhalter 30">
            <a:extLst>
              <a:ext uri="{FF2B5EF4-FFF2-40B4-BE49-F238E27FC236}">
                <a16:creationId xmlns:a16="http://schemas.microsoft.com/office/drawing/2014/main" id="{6BA15F21-4E44-4480-864A-62F01E1D907D}"/>
              </a:ext>
            </a:extLst>
          </p:cNvPr>
          <p:cNvSpPr>
            <a:spLocks noGrp="1"/>
          </p:cNvSpPr>
          <p:nvPr>
            <p:ph type="body" sz="quarter" idx="4294967295"/>
          </p:nvPr>
        </p:nvSpPr>
        <p:spPr>
          <a:xfrm>
            <a:off x="3391954" y="1484313"/>
            <a:ext cx="2592388" cy="2160587"/>
          </a:xfrm>
        </p:spPr>
        <p:txBody>
          <a:bodyPr vert="horz" lIns="0" tIns="0" rIns="0" bIns="0" rtlCol="0" anchor="t" anchorCtr="0">
            <a:noAutofit/>
          </a:bodyPr>
          <a:lstStyle/>
          <a:p>
            <a:pPr marL="0" lvl="1" indent="0">
              <a:buNone/>
              <a:tabLst>
                <a:tab pos="357188" algn="l"/>
              </a:tabLst>
            </a:pPr>
            <a:r>
              <a:rPr lang="en-US" sz="1200" b="1" dirty="0"/>
              <a:t>Name contact person (12 </a:t>
            </a:r>
            <a:r>
              <a:rPr lang="en-US" sz="1200" b="1" dirty="0" err="1"/>
              <a:t>pt</a:t>
            </a:r>
            <a:r>
              <a:rPr lang="en-US" sz="1200" b="1" dirty="0"/>
              <a:t>)</a:t>
            </a:r>
          </a:p>
          <a:p>
            <a:pPr marL="0" lvl="2" indent="0">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tabLst>
                <a:tab pos="357188" algn="l"/>
              </a:tabLst>
            </a:pPr>
            <a:r>
              <a:rPr lang="en-US" sz="1200" dirty="0" err="1"/>
              <a:t>Eurex</a:t>
            </a:r>
            <a:r>
              <a:rPr lang="en-US" sz="1200" dirty="0"/>
              <a:t> Frankfurt AG </a:t>
            </a:r>
          </a:p>
          <a:p>
            <a:pPr>
              <a:buFont typeface="Arial" panose="020B0604020202020204" pitchFamily="34" charset="0"/>
              <a:tabLst>
                <a:tab pos="357188" algn="l"/>
              </a:tabLst>
            </a:pPr>
            <a:r>
              <a:rPr lang="en-US" sz="1200" dirty="0" err="1"/>
              <a:t>Mergenthalerallee</a:t>
            </a:r>
            <a:r>
              <a:rPr lang="en-US" sz="1200" dirty="0"/>
              <a:t> 61</a:t>
            </a:r>
          </a:p>
          <a:p>
            <a:pPr>
              <a:buFont typeface="Arial" panose="020B0604020202020204" pitchFamily="34" charset="0"/>
              <a:tabLst>
                <a:tab pos="357188" algn="l"/>
              </a:tabLst>
            </a:pPr>
            <a:r>
              <a:rPr lang="en-US" sz="1200" dirty="0"/>
              <a:t>65760 </a:t>
            </a:r>
            <a:r>
              <a:rPr lang="en-US" sz="1200" dirty="0" err="1"/>
              <a:t>Eschborn</a:t>
            </a:r>
            <a:endParaRPr lang="en-US" sz="1200" dirty="0"/>
          </a:p>
          <a:p>
            <a:pPr>
              <a:buFont typeface="Arial" panose="020B0604020202020204" pitchFamily="34" charset="0"/>
              <a:tabLst>
                <a:tab pos="357188" algn="l"/>
              </a:tabLst>
            </a:pPr>
            <a:r>
              <a:rPr lang="en-US" sz="1200" dirty="0"/>
              <a:t>Tel:	+49 (0) 69 211 - 12345</a:t>
            </a:r>
          </a:p>
          <a:p>
            <a:pPr>
              <a:buFont typeface="Arial" panose="020B0604020202020204" pitchFamily="34" charset="0"/>
              <a:tabLst>
                <a:tab pos="357188" algn="l"/>
              </a:tabLst>
            </a:pPr>
            <a:r>
              <a:rPr lang="en-US" sz="1200" dirty="0"/>
              <a:t>Fax:	+49 (0) 69 211 - 12345</a:t>
            </a:r>
          </a:p>
          <a:p>
            <a:pPr>
              <a:buFont typeface="Arial" panose="020B0604020202020204" pitchFamily="34" charset="0"/>
              <a:tabLst>
                <a:tab pos="357188" algn="l"/>
              </a:tabLst>
            </a:pPr>
            <a:r>
              <a:rPr lang="en-US" sz="1200" dirty="0"/>
              <a:t>sample@eurex.com</a:t>
            </a:r>
          </a:p>
          <a:p>
            <a:pPr>
              <a:buFont typeface="Arial" panose="020B0604020202020204" pitchFamily="34" charset="0"/>
              <a:tabLst>
                <a:tab pos="357188" algn="l"/>
              </a:tabLst>
            </a:pPr>
            <a:endParaRPr lang="en-US" sz="1200" dirty="0"/>
          </a:p>
        </p:txBody>
      </p:sp>
      <p:sp>
        <p:nvSpPr>
          <p:cNvPr id="14" name="Textplatzhalter 30">
            <a:extLst>
              <a:ext uri="{FF2B5EF4-FFF2-40B4-BE49-F238E27FC236}">
                <a16:creationId xmlns:a16="http://schemas.microsoft.com/office/drawing/2014/main" id="{AA183637-5B7F-4306-91FC-D4041DBD7785}"/>
              </a:ext>
            </a:extLst>
          </p:cNvPr>
          <p:cNvSpPr txBox="1">
            <a:spLocks/>
          </p:cNvSpPr>
          <p:nvPr/>
        </p:nvSpPr>
        <p:spPr>
          <a:xfrm>
            <a:off x="6209233" y="1484313"/>
            <a:ext cx="2592388" cy="2160587"/>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pPr marL="0" lvl="1" indent="0">
              <a:buFont typeface="Wingdings" panose="05000000000000000000" pitchFamily="2" charset="2"/>
              <a:buNone/>
              <a:tabLst>
                <a:tab pos="357188" algn="l"/>
              </a:tabLst>
            </a:pPr>
            <a:r>
              <a:rPr lang="en-US" sz="1200" b="1" dirty="0">
                <a:solidFill>
                  <a:schemeClr val="tx1"/>
                </a:solidFill>
              </a:rPr>
              <a:t>Name contact person (12 </a:t>
            </a:r>
            <a:r>
              <a:rPr lang="en-US" sz="1200" b="1" dirty="0" err="1">
                <a:solidFill>
                  <a:schemeClr val="tx1"/>
                </a:solidFill>
              </a:rPr>
              <a:t>pt</a:t>
            </a:r>
            <a:r>
              <a:rPr lang="en-US" sz="1200" b="1" dirty="0">
                <a:solidFill>
                  <a:schemeClr val="tx1"/>
                </a:solidFill>
              </a:rPr>
              <a:t>)</a:t>
            </a:r>
          </a:p>
          <a:p>
            <a:pPr marL="0" lvl="2" indent="0">
              <a:buFont typeface="Wingdings" panose="05000000000000000000" pitchFamily="2" charset="2"/>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buNone/>
              <a:tabLst>
                <a:tab pos="357188" algn="l"/>
              </a:tabLst>
            </a:pPr>
            <a:r>
              <a:rPr lang="en-US" sz="1200" dirty="0" err="1"/>
              <a:t>Eurex</a:t>
            </a:r>
            <a:r>
              <a:rPr lang="en-US" sz="1200" dirty="0"/>
              <a:t> Frankfurt AG </a:t>
            </a:r>
          </a:p>
          <a:p>
            <a:pPr>
              <a:buFont typeface="Arial" panose="020B0604020202020204" pitchFamily="34" charset="0"/>
              <a:buNone/>
              <a:tabLst>
                <a:tab pos="357188" algn="l"/>
              </a:tabLst>
            </a:pPr>
            <a:r>
              <a:rPr lang="en-US" sz="1200" dirty="0" err="1"/>
              <a:t>Mergenthalerallee</a:t>
            </a:r>
            <a:r>
              <a:rPr lang="en-US" sz="1200" dirty="0"/>
              <a:t> 61</a:t>
            </a:r>
          </a:p>
          <a:p>
            <a:pPr>
              <a:buFont typeface="Arial" panose="020B0604020202020204" pitchFamily="34" charset="0"/>
              <a:buNone/>
              <a:tabLst>
                <a:tab pos="357188" algn="l"/>
              </a:tabLst>
            </a:pPr>
            <a:r>
              <a:rPr lang="en-US" sz="1200" dirty="0"/>
              <a:t>65760 </a:t>
            </a:r>
            <a:r>
              <a:rPr lang="en-US" sz="1200" dirty="0" err="1"/>
              <a:t>Eschborn</a:t>
            </a:r>
            <a:endParaRPr lang="en-US" sz="1200" dirty="0"/>
          </a:p>
          <a:p>
            <a:pPr>
              <a:buFont typeface="Arial" panose="020B0604020202020204" pitchFamily="34" charset="0"/>
              <a:buNone/>
              <a:tabLst>
                <a:tab pos="357188" algn="l"/>
              </a:tabLst>
            </a:pPr>
            <a:r>
              <a:rPr lang="en-US" sz="1200" dirty="0"/>
              <a:t>Tel:	+49 (0) 69 211 - 12345</a:t>
            </a:r>
          </a:p>
          <a:p>
            <a:pPr>
              <a:buFont typeface="Arial" panose="020B0604020202020204" pitchFamily="34" charset="0"/>
              <a:buNone/>
              <a:tabLst>
                <a:tab pos="357188" algn="l"/>
              </a:tabLst>
            </a:pPr>
            <a:r>
              <a:rPr lang="en-US" sz="1200" dirty="0"/>
              <a:t>Fax:	+49 (0) 69 211 - 12345</a:t>
            </a:r>
          </a:p>
          <a:p>
            <a:pPr>
              <a:buFont typeface="Arial" panose="020B0604020202020204" pitchFamily="34" charset="0"/>
              <a:buNone/>
              <a:tabLst>
                <a:tab pos="357188" algn="l"/>
              </a:tabLst>
            </a:pPr>
            <a:r>
              <a:rPr lang="en-US" sz="1200" dirty="0"/>
              <a:t>sample@eurex.com</a:t>
            </a:r>
          </a:p>
          <a:p>
            <a:pPr>
              <a:buFont typeface="Arial" panose="020B0604020202020204" pitchFamily="34" charset="0"/>
              <a:buNone/>
              <a:tabLst>
                <a:tab pos="357188" algn="l"/>
              </a:tabLst>
            </a:pPr>
            <a:endParaRPr lang="en-US" sz="1200" dirty="0"/>
          </a:p>
        </p:txBody>
      </p:sp>
      <p:sp>
        <p:nvSpPr>
          <p:cNvPr id="15" name="Textplatzhalter 30">
            <a:extLst>
              <a:ext uri="{FF2B5EF4-FFF2-40B4-BE49-F238E27FC236}">
                <a16:creationId xmlns:a16="http://schemas.microsoft.com/office/drawing/2014/main" id="{FA3720AF-BEF4-40A2-AAFD-8C24C1D8ED04}"/>
              </a:ext>
            </a:extLst>
          </p:cNvPr>
          <p:cNvSpPr txBox="1">
            <a:spLocks/>
          </p:cNvSpPr>
          <p:nvPr/>
        </p:nvSpPr>
        <p:spPr>
          <a:xfrm>
            <a:off x="588963" y="1484313"/>
            <a:ext cx="2592388" cy="2160587"/>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pPr marL="0" lvl="1" indent="0">
              <a:buFont typeface="Wingdings" panose="05000000000000000000" pitchFamily="2" charset="2"/>
              <a:buNone/>
              <a:tabLst>
                <a:tab pos="357188" algn="l"/>
              </a:tabLst>
            </a:pPr>
            <a:r>
              <a:rPr lang="en-US" sz="1200" b="1" dirty="0">
                <a:solidFill>
                  <a:schemeClr val="tx1"/>
                </a:solidFill>
              </a:rPr>
              <a:t>Name contact person (12 </a:t>
            </a:r>
            <a:r>
              <a:rPr lang="en-US" sz="1200" b="1" dirty="0" err="1">
                <a:solidFill>
                  <a:schemeClr val="tx1"/>
                </a:solidFill>
              </a:rPr>
              <a:t>pt</a:t>
            </a:r>
            <a:r>
              <a:rPr lang="en-US" sz="1200" b="1" dirty="0">
                <a:solidFill>
                  <a:schemeClr val="tx1"/>
                </a:solidFill>
              </a:rPr>
              <a:t>)</a:t>
            </a:r>
          </a:p>
          <a:p>
            <a:pPr marL="0" lvl="2" indent="0">
              <a:buFont typeface="Wingdings" panose="05000000000000000000" pitchFamily="2" charset="2"/>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buNone/>
              <a:tabLst>
                <a:tab pos="357188" algn="l"/>
              </a:tabLst>
            </a:pPr>
            <a:r>
              <a:rPr lang="en-US" sz="1200" dirty="0" err="1"/>
              <a:t>Eurex</a:t>
            </a:r>
            <a:r>
              <a:rPr lang="en-US" sz="1200" dirty="0"/>
              <a:t> Frankfurt AG </a:t>
            </a:r>
          </a:p>
          <a:p>
            <a:pPr>
              <a:buFont typeface="Arial" panose="020B0604020202020204" pitchFamily="34" charset="0"/>
              <a:buNone/>
              <a:tabLst>
                <a:tab pos="357188" algn="l"/>
              </a:tabLst>
            </a:pPr>
            <a:r>
              <a:rPr lang="en-US" sz="1200" dirty="0" err="1"/>
              <a:t>Mergenthalerallee</a:t>
            </a:r>
            <a:r>
              <a:rPr lang="en-US" sz="1200" dirty="0"/>
              <a:t> 61</a:t>
            </a:r>
          </a:p>
          <a:p>
            <a:pPr>
              <a:buFont typeface="Arial" panose="020B0604020202020204" pitchFamily="34" charset="0"/>
              <a:buNone/>
              <a:tabLst>
                <a:tab pos="357188" algn="l"/>
              </a:tabLst>
            </a:pPr>
            <a:r>
              <a:rPr lang="en-US" sz="1200" dirty="0"/>
              <a:t>65760 </a:t>
            </a:r>
            <a:r>
              <a:rPr lang="en-US" sz="1200" dirty="0" err="1"/>
              <a:t>Eschborn</a:t>
            </a:r>
            <a:endParaRPr lang="en-US" sz="1200" dirty="0"/>
          </a:p>
          <a:p>
            <a:pPr>
              <a:buFont typeface="Arial" panose="020B0604020202020204" pitchFamily="34" charset="0"/>
              <a:buNone/>
              <a:tabLst>
                <a:tab pos="357188" algn="l"/>
              </a:tabLst>
            </a:pPr>
            <a:r>
              <a:rPr lang="en-US" sz="1200" dirty="0"/>
              <a:t>Tel:	+49 (0) 69 211 - 12345</a:t>
            </a:r>
          </a:p>
          <a:p>
            <a:pPr>
              <a:buFont typeface="Arial" panose="020B0604020202020204" pitchFamily="34" charset="0"/>
              <a:buNone/>
              <a:tabLst>
                <a:tab pos="357188" algn="l"/>
              </a:tabLst>
            </a:pPr>
            <a:r>
              <a:rPr lang="en-US" sz="1200" dirty="0"/>
              <a:t>Fax:	+49 (0) 69 211 - 12345</a:t>
            </a:r>
          </a:p>
          <a:p>
            <a:pPr>
              <a:buFont typeface="Arial" panose="020B0604020202020204" pitchFamily="34" charset="0"/>
              <a:buNone/>
              <a:tabLst>
                <a:tab pos="357188" algn="l"/>
              </a:tabLst>
            </a:pPr>
            <a:r>
              <a:rPr lang="en-US" sz="1200" dirty="0"/>
              <a:t>sample@eurex.com</a:t>
            </a:r>
          </a:p>
          <a:p>
            <a:pPr>
              <a:buFont typeface="Arial" panose="020B0604020202020204" pitchFamily="34" charset="0"/>
              <a:buNone/>
              <a:tabLst>
                <a:tab pos="357188" algn="l"/>
              </a:tabLst>
            </a:pPr>
            <a:endParaRPr lang="en-US" sz="1200" dirty="0"/>
          </a:p>
        </p:txBody>
      </p:sp>
      <p:sp>
        <p:nvSpPr>
          <p:cNvPr id="16" name="Textplatzhalter 30">
            <a:extLst>
              <a:ext uri="{FF2B5EF4-FFF2-40B4-BE49-F238E27FC236}">
                <a16:creationId xmlns:a16="http://schemas.microsoft.com/office/drawing/2014/main" id="{EAEFC99A-1A99-4D62-B521-5FDDCF2C64E3}"/>
              </a:ext>
            </a:extLst>
          </p:cNvPr>
          <p:cNvSpPr txBox="1">
            <a:spLocks/>
          </p:cNvSpPr>
          <p:nvPr/>
        </p:nvSpPr>
        <p:spPr>
          <a:xfrm>
            <a:off x="9012224" y="1484313"/>
            <a:ext cx="2592388" cy="2160587"/>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pPr marL="0" lvl="1" indent="0">
              <a:buFont typeface="Wingdings" panose="05000000000000000000" pitchFamily="2" charset="2"/>
              <a:buNone/>
              <a:tabLst>
                <a:tab pos="357188" algn="l"/>
              </a:tabLst>
            </a:pPr>
            <a:r>
              <a:rPr lang="en-US" sz="1200" b="1" dirty="0">
                <a:solidFill>
                  <a:schemeClr val="tx1"/>
                </a:solidFill>
              </a:rPr>
              <a:t>Name contact person (12 </a:t>
            </a:r>
            <a:r>
              <a:rPr lang="en-US" sz="1200" b="1" dirty="0" err="1">
                <a:solidFill>
                  <a:schemeClr val="tx1"/>
                </a:solidFill>
              </a:rPr>
              <a:t>pt</a:t>
            </a:r>
            <a:r>
              <a:rPr lang="en-US" sz="1200" b="1" dirty="0">
                <a:solidFill>
                  <a:schemeClr val="tx1"/>
                </a:solidFill>
              </a:rPr>
              <a:t>)</a:t>
            </a:r>
          </a:p>
          <a:p>
            <a:pPr marL="0" lvl="2" indent="0">
              <a:buFont typeface="Wingdings" panose="05000000000000000000" pitchFamily="2" charset="2"/>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buNone/>
              <a:tabLst>
                <a:tab pos="357188" algn="l"/>
              </a:tabLst>
            </a:pPr>
            <a:r>
              <a:rPr lang="en-US" sz="1200" dirty="0" err="1"/>
              <a:t>Eurex</a:t>
            </a:r>
            <a:r>
              <a:rPr lang="en-US" sz="1200" dirty="0"/>
              <a:t> Frankfurt AG </a:t>
            </a:r>
          </a:p>
          <a:p>
            <a:pPr>
              <a:buFont typeface="Arial" panose="020B0604020202020204" pitchFamily="34" charset="0"/>
              <a:buNone/>
              <a:tabLst>
                <a:tab pos="357188" algn="l"/>
              </a:tabLst>
            </a:pPr>
            <a:r>
              <a:rPr lang="en-US" sz="1200" dirty="0" err="1"/>
              <a:t>Mergenthalerallee</a:t>
            </a:r>
            <a:r>
              <a:rPr lang="en-US" sz="1200" dirty="0"/>
              <a:t> 61</a:t>
            </a:r>
          </a:p>
          <a:p>
            <a:pPr>
              <a:buFont typeface="Arial" panose="020B0604020202020204" pitchFamily="34" charset="0"/>
              <a:buNone/>
              <a:tabLst>
                <a:tab pos="357188" algn="l"/>
              </a:tabLst>
            </a:pPr>
            <a:r>
              <a:rPr lang="en-US" sz="1200" dirty="0"/>
              <a:t>65760 </a:t>
            </a:r>
            <a:r>
              <a:rPr lang="en-US" sz="1200" dirty="0" err="1"/>
              <a:t>Eschborn</a:t>
            </a:r>
            <a:endParaRPr lang="en-US" sz="1200" dirty="0"/>
          </a:p>
          <a:p>
            <a:pPr>
              <a:buFont typeface="Arial" panose="020B0604020202020204" pitchFamily="34" charset="0"/>
              <a:buNone/>
              <a:tabLst>
                <a:tab pos="357188" algn="l"/>
              </a:tabLst>
            </a:pPr>
            <a:r>
              <a:rPr lang="en-US" sz="1200" dirty="0"/>
              <a:t>Tel:	+49 (0) 69 211 - 12345</a:t>
            </a:r>
          </a:p>
          <a:p>
            <a:pPr>
              <a:buFont typeface="Arial" panose="020B0604020202020204" pitchFamily="34" charset="0"/>
              <a:buNone/>
              <a:tabLst>
                <a:tab pos="357188" algn="l"/>
              </a:tabLst>
            </a:pPr>
            <a:r>
              <a:rPr lang="en-US" sz="1200" dirty="0"/>
              <a:t>Fax:	+49 (0) 69 211 - 12345</a:t>
            </a:r>
          </a:p>
          <a:p>
            <a:pPr>
              <a:buFont typeface="Arial" panose="020B0604020202020204" pitchFamily="34" charset="0"/>
              <a:buNone/>
              <a:tabLst>
                <a:tab pos="357188" algn="l"/>
              </a:tabLst>
            </a:pPr>
            <a:r>
              <a:rPr lang="en-US" sz="1200" dirty="0"/>
              <a:t>sample@eurex.com</a:t>
            </a:r>
          </a:p>
          <a:p>
            <a:pPr>
              <a:buFont typeface="Arial" panose="020B0604020202020204" pitchFamily="34" charset="0"/>
              <a:buNone/>
              <a:tabLst>
                <a:tab pos="357188" algn="l"/>
              </a:tabLst>
            </a:pPr>
            <a:endParaRPr lang="en-US" sz="1200" dirty="0"/>
          </a:p>
        </p:txBody>
      </p:sp>
      <p:sp>
        <p:nvSpPr>
          <p:cNvPr id="17" name="Textplatzhalter 30">
            <a:extLst>
              <a:ext uri="{FF2B5EF4-FFF2-40B4-BE49-F238E27FC236}">
                <a16:creationId xmlns:a16="http://schemas.microsoft.com/office/drawing/2014/main" id="{9C3F0417-ABB5-4440-B576-8C866E1C468E}"/>
              </a:ext>
            </a:extLst>
          </p:cNvPr>
          <p:cNvSpPr txBox="1">
            <a:spLocks/>
          </p:cNvSpPr>
          <p:nvPr/>
        </p:nvSpPr>
        <p:spPr>
          <a:xfrm>
            <a:off x="3390899" y="3642903"/>
            <a:ext cx="2592388" cy="2160587"/>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pPr marL="0" lvl="1" indent="0">
              <a:buFont typeface="Wingdings" panose="05000000000000000000" pitchFamily="2" charset="2"/>
              <a:buNone/>
              <a:tabLst>
                <a:tab pos="357188" algn="l"/>
              </a:tabLst>
            </a:pPr>
            <a:r>
              <a:rPr lang="en-US" sz="1200" b="1" dirty="0">
                <a:solidFill>
                  <a:schemeClr val="tx1"/>
                </a:solidFill>
              </a:rPr>
              <a:t>Name contact person (12 </a:t>
            </a:r>
            <a:r>
              <a:rPr lang="en-US" sz="1200" b="1" dirty="0" err="1">
                <a:solidFill>
                  <a:schemeClr val="tx1"/>
                </a:solidFill>
              </a:rPr>
              <a:t>pt</a:t>
            </a:r>
            <a:r>
              <a:rPr lang="en-US" sz="1200" b="1" dirty="0">
                <a:solidFill>
                  <a:schemeClr val="tx1"/>
                </a:solidFill>
              </a:rPr>
              <a:t>)</a:t>
            </a:r>
          </a:p>
          <a:p>
            <a:pPr marL="0" lvl="2" indent="0">
              <a:buFont typeface="Wingdings" panose="05000000000000000000" pitchFamily="2" charset="2"/>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buNone/>
              <a:tabLst>
                <a:tab pos="357188" algn="l"/>
              </a:tabLst>
            </a:pPr>
            <a:r>
              <a:rPr lang="en-US" sz="1200" dirty="0" err="1"/>
              <a:t>Eurex</a:t>
            </a:r>
            <a:r>
              <a:rPr lang="en-US" sz="1200" dirty="0"/>
              <a:t> Frankfurt AG </a:t>
            </a:r>
          </a:p>
          <a:p>
            <a:pPr>
              <a:buFont typeface="Arial" panose="020B0604020202020204" pitchFamily="34" charset="0"/>
              <a:buNone/>
              <a:tabLst>
                <a:tab pos="357188" algn="l"/>
              </a:tabLst>
            </a:pPr>
            <a:r>
              <a:rPr lang="en-US" sz="1200" dirty="0" err="1"/>
              <a:t>Mergenthalerallee</a:t>
            </a:r>
            <a:r>
              <a:rPr lang="en-US" sz="1200" dirty="0"/>
              <a:t> 61</a:t>
            </a:r>
          </a:p>
          <a:p>
            <a:pPr>
              <a:buFont typeface="Arial" panose="020B0604020202020204" pitchFamily="34" charset="0"/>
              <a:buNone/>
              <a:tabLst>
                <a:tab pos="357188" algn="l"/>
              </a:tabLst>
            </a:pPr>
            <a:r>
              <a:rPr lang="en-US" sz="1200" dirty="0"/>
              <a:t>65760 </a:t>
            </a:r>
            <a:r>
              <a:rPr lang="en-US" sz="1200" dirty="0" err="1"/>
              <a:t>Eschborn</a:t>
            </a:r>
            <a:endParaRPr lang="en-US" sz="1200" dirty="0"/>
          </a:p>
          <a:p>
            <a:pPr>
              <a:buFont typeface="Arial" panose="020B0604020202020204" pitchFamily="34" charset="0"/>
              <a:buNone/>
              <a:tabLst>
                <a:tab pos="357188" algn="l"/>
              </a:tabLst>
            </a:pPr>
            <a:r>
              <a:rPr lang="en-US" sz="1200" dirty="0"/>
              <a:t>Tel:	+49 (0) 69 211 - 12345</a:t>
            </a:r>
          </a:p>
          <a:p>
            <a:pPr>
              <a:buFont typeface="Arial" panose="020B0604020202020204" pitchFamily="34" charset="0"/>
              <a:buNone/>
              <a:tabLst>
                <a:tab pos="357188" algn="l"/>
              </a:tabLst>
            </a:pPr>
            <a:r>
              <a:rPr lang="en-US" sz="1200" dirty="0"/>
              <a:t>Fax:	+49 (0) 69 211 - 12345</a:t>
            </a:r>
          </a:p>
          <a:p>
            <a:pPr>
              <a:buFont typeface="Arial" panose="020B0604020202020204" pitchFamily="34" charset="0"/>
              <a:buNone/>
              <a:tabLst>
                <a:tab pos="357188" algn="l"/>
              </a:tabLst>
            </a:pPr>
            <a:r>
              <a:rPr lang="en-US" sz="1200" dirty="0"/>
              <a:t>sample@eurex.com</a:t>
            </a:r>
          </a:p>
          <a:p>
            <a:pPr>
              <a:buFont typeface="Arial" panose="020B0604020202020204" pitchFamily="34" charset="0"/>
              <a:buNone/>
              <a:tabLst>
                <a:tab pos="357188" algn="l"/>
              </a:tabLst>
            </a:pPr>
            <a:endParaRPr lang="en-US" sz="1200" dirty="0"/>
          </a:p>
        </p:txBody>
      </p:sp>
      <p:sp>
        <p:nvSpPr>
          <p:cNvPr id="18" name="Textplatzhalter 30">
            <a:extLst>
              <a:ext uri="{FF2B5EF4-FFF2-40B4-BE49-F238E27FC236}">
                <a16:creationId xmlns:a16="http://schemas.microsoft.com/office/drawing/2014/main" id="{7D2D819A-40AC-453F-AD64-C5985E5598BA}"/>
              </a:ext>
            </a:extLst>
          </p:cNvPr>
          <p:cNvSpPr txBox="1">
            <a:spLocks/>
          </p:cNvSpPr>
          <p:nvPr/>
        </p:nvSpPr>
        <p:spPr>
          <a:xfrm>
            <a:off x="6208178" y="3642903"/>
            <a:ext cx="2592388" cy="2160587"/>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pPr marL="0" lvl="1" indent="0">
              <a:buFont typeface="Wingdings" panose="05000000000000000000" pitchFamily="2" charset="2"/>
              <a:buNone/>
              <a:tabLst>
                <a:tab pos="357188" algn="l"/>
              </a:tabLst>
            </a:pPr>
            <a:r>
              <a:rPr lang="en-US" sz="1200" b="1" dirty="0">
                <a:solidFill>
                  <a:schemeClr val="tx1"/>
                </a:solidFill>
              </a:rPr>
              <a:t>Name contact person (12 </a:t>
            </a:r>
            <a:r>
              <a:rPr lang="en-US" sz="1200" b="1" dirty="0" err="1">
                <a:solidFill>
                  <a:schemeClr val="tx1"/>
                </a:solidFill>
              </a:rPr>
              <a:t>pt</a:t>
            </a:r>
            <a:r>
              <a:rPr lang="en-US" sz="1200" b="1" dirty="0">
                <a:solidFill>
                  <a:schemeClr val="tx1"/>
                </a:solidFill>
              </a:rPr>
              <a:t>)</a:t>
            </a:r>
          </a:p>
          <a:p>
            <a:pPr marL="0" lvl="2" indent="0">
              <a:buFont typeface="Wingdings" panose="05000000000000000000" pitchFamily="2" charset="2"/>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buNone/>
              <a:tabLst>
                <a:tab pos="357188" algn="l"/>
              </a:tabLst>
            </a:pPr>
            <a:r>
              <a:rPr lang="en-US" sz="1200" dirty="0" err="1"/>
              <a:t>Eurex</a:t>
            </a:r>
            <a:r>
              <a:rPr lang="en-US" sz="1200" dirty="0"/>
              <a:t> Frankfurt AG </a:t>
            </a:r>
          </a:p>
          <a:p>
            <a:pPr>
              <a:buFont typeface="Arial" panose="020B0604020202020204" pitchFamily="34" charset="0"/>
              <a:buNone/>
              <a:tabLst>
                <a:tab pos="357188" algn="l"/>
              </a:tabLst>
            </a:pPr>
            <a:r>
              <a:rPr lang="en-US" sz="1200" dirty="0" err="1"/>
              <a:t>Mergenthalerallee</a:t>
            </a:r>
            <a:r>
              <a:rPr lang="en-US" sz="1200" dirty="0"/>
              <a:t> 61</a:t>
            </a:r>
          </a:p>
          <a:p>
            <a:pPr>
              <a:buFont typeface="Arial" panose="020B0604020202020204" pitchFamily="34" charset="0"/>
              <a:buNone/>
              <a:tabLst>
                <a:tab pos="357188" algn="l"/>
              </a:tabLst>
            </a:pPr>
            <a:r>
              <a:rPr lang="en-US" sz="1200" dirty="0"/>
              <a:t>65760 </a:t>
            </a:r>
            <a:r>
              <a:rPr lang="en-US" sz="1200" dirty="0" err="1"/>
              <a:t>Eschborn</a:t>
            </a:r>
            <a:endParaRPr lang="en-US" sz="1200" dirty="0"/>
          </a:p>
          <a:p>
            <a:pPr>
              <a:buFont typeface="Arial" panose="020B0604020202020204" pitchFamily="34" charset="0"/>
              <a:buNone/>
              <a:tabLst>
                <a:tab pos="357188" algn="l"/>
              </a:tabLst>
            </a:pPr>
            <a:r>
              <a:rPr lang="en-US" sz="1200" dirty="0"/>
              <a:t>Tel:	+49 (0) 69 211 - 12345</a:t>
            </a:r>
          </a:p>
          <a:p>
            <a:pPr>
              <a:buFont typeface="Arial" panose="020B0604020202020204" pitchFamily="34" charset="0"/>
              <a:buNone/>
              <a:tabLst>
                <a:tab pos="357188" algn="l"/>
              </a:tabLst>
            </a:pPr>
            <a:r>
              <a:rPr lang="en-US" sz="1200" dirty="0"/>
              <a:t>Fax:	+49 (0) 69 211 - 12345</a:t>
            </a:r>
          </a:p>
          <a:p>
            <a:pPr>
              <a:buFont typeface="Arial" panose="020B0604020202020204" pitchFamily="34" charset="0"/>
              <a:buNone/>
              <a:tabLst>
                <a:tab pos="357188" algn="l"/>
              </a:tabLst>
            </a:pPr>
            <a:r>
              <a:rPr lang="en-US" sz="1200" dirty="0"/>
              <a:t>sample@eurex.com</a:t>
            </a:r>
          </a:p>
          <a:p>
            <a:pPr>
              <a:buFont typeface="Arial" panose="020B0604020202020204" pitchFamily="34" charset="0"/>
              <a:buNone/>
              <a:tabLst>
                <a:tab pos="357188" algn="l"/>
              </a:tabLst>
            </a:pPr>
            <a:endParaRPr lang="en-US" sz="1200" dirty="0"/>
          </a:p>
        </p:txBody>
      </p:sp>
      <p:sp>
        <p:nvSpPr>
          <p:cNvPr id="19" name="Textplatzhalter 30">
            <a:extLst>
              <a:ext uri="{FF2B5EF4-FFF2-40B4-BE49-F238E27FC236}">
                <a16:creationId xmlns:a16="http://schemas.microsoft.com/office/drawing/2014/main" id="{4FF223BF-60E6-4ACD-9FF7-DD104C26FC42}"/>
              </a:ext>
            </a:extLst>
          </p:cNvPr>
          <p:cNvSpPr txBox="1">
            <a:spLocks/>
          </p:cNvSpPr>
          <p:nvPr/>
        </p:nvSpPr>
        <p:spPr>
          <a:xfrm>
            <a:off x="587908" y="3642903"/>
            <a:ext cx="2592388" cy="2160587"/>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pPr marL="0" lvl="1" indent="0">
              <a:buFont typeface="Wingdings" panose="05000000000000000000" pitchFamily="2" charset="2"/>
              <a:buNone/>
              <a:tabLst>
                <a:tab pos="357188" algn="l"/>
              </a:tabLst>
            </a:pPr>
            <a:r>
              <a:rPr lang="en-US" sz="1200" b="1" dirty="0">
                <a:solidFill>
                  <a:schemeClr val="tx1"/>
                </a:solidFill>
              </a:rPr>
              <a:t>Name contact person (12 </a:t>
            </a:r>
            <a:r>
              <a:rPr lang="en-US" sz="1200" b="1" dirty="0" err="1">
                <a:solidFill>
                  <a:schemeClr val="tx1"/>
                </a:solidFill>
              </a:rPr>
              <a:t>pt</a:t>
            </a:r>
            <a:r>
              <a:rPr lang="en-US" sz="1200" b="1" dirty="0">
                <a:solidFill>
                  <a:schemeClr val="tx1"/>
                </a:solidFill>
              </a:rPr>
              <a:t>)</a:t>
            </a:r>
          </a:p>
          <a:p>
            <a:pPr marL="0" lvl="2" indent="0">
              <a:buFont typeface="Wingdings" panose="05000000000000000000" pitchFamily="2" charset="2"/>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buNone/>
              <a:tabLst>
                <a:tab pos="357188" algn="l"/>
              </a:tabLst>
            </a:pPr>
            <a:r>
              <a:rPr lang="en-US" sz="1200" dirty="0" err="1"/>
              <a:t>Eurex</a:t>
            </a:r>
            <a:r>
              <a:rPr lang="en-US" sz="1200" dirty="0"/>
              <a:t> Frankfurt AG </a:t>
            </a:r>
          </a:p>
          <a:p>
            <a:pPr>
              <a:buFont typeface="Arial" panose="020B0604020202020204" pitchFamily="34" charset="0"/>
              <a:buNone/>
              <a:tabLst>
                <a:tab pos="357188" algn="l"/>
              </a:tabLst>
            </a:pPr>
            <a:r>
              <a:rPr lang="en-US" sz="1200" dirty="0" err="1"/>
              <a:t>Mergenthalerallee</a:t>
            </a:r>
            <a:r>
              <a:rPr lang="en-US" sz="1200" dirty="0"/>
              <a:t> 61</a:t>
            </a:r>
          </a:p>
          <a:p>
            <a:pPr>
              <a:buFont typeface="Arial" panose="020B0604020202020204" pitchFamily="34" charset="0"/>
              <a:buNone/>
              <a:tabLst>
                <a:tab pos="357188" algn="l"/>
              </a:tabLst>
            </a:pPr>
            <a:r>
              <a:rPr lang="en-US" sz="1200" dirty="0"/>
              <a:t>65760 </a:t>
            </a:r>
            <a:r>
              <a:rPr lang="en-US" sz="1200" dirty="0" err="1"/>
              <a:t>Eschborn</a:t>
            </a:r>
            <a:endParaRPr lang="en-US" sz="1200" dirty="0"/>
          </a:p>
          <a:p>
            <a:pPr>
              <a:buFont typeface="Arial" panose="020B0604020202020204" pitchFamily="34" charset="0"/>
              <a:buNone/>
              <a:tabLst>
                <a:tab pos="357188" algn="l"/>
              </a:tabLst>
            </a:pPr>
            <a:r>
              <a:rPr lang="en-US" sz="1200" dirty="0"/>
              <a:t>Tel:	+49 (0) 69 211 - 12345</a:t>
            </a:r>
          </a:p>
          <a:p>
            <a:pPr>
              <a:buFont typeface="Arial" panose="020B0604020202020204" pitchFamily="34" charset="0"/>
              <a:buNone/>
              <a:tabLst>
                <a:tab pos="357188" algn="l"/>
              </a:tabLst>
            </a:pPr>
            <a:r>
              <a:rPr lang="en-US" sz="1200" dirty="0"/>
              <a:t>Fax:	+49 (0) 69 211 - 12345</a:t>
            </a:r>
          </a:p>
          <a:p>
            <a:pPr>
              <a:buFont typeface="Arial" panose="020B0604020202020204" pitchFamily="34" charset="0"/>
              <a:buNone/>
              <a:tabLst>
                <a:tab pos="357188" algn="l"/>
              </a:tabLst>
            </a:pPr>
            <a:r>
              <a:rPr lang="en-US" sz="1200" dirty="0"/>
              <a:t>sample@eurex.com</a:t>
            </a:r>
          </a:p>
          <a:p>
            <a:pPr>
              <a:buFont typeface="Arial" panose="020B0604020202020204" pitchFamily="34" charset="0"/>
              <a:buNone/>
              <a:tabLst>
                <a:tab pos="357188" algn="l"/>
              </a:tabLst>
            </a:pPr>
            <a:endParaRPr lang="en-US" sz="1200" dirty="0"/>
          </a:p>
        </p:txBody>
      </p:sp>
      <p:sp>
        <p:nvSpPr>
          <p:cNvPr id="20" name="Textplatzhalter 30">
            <a:extLst>
              <a:ext uri="{FF2B5EF4-FFF2-40B4-BE49-F238E27FC236}">
                <a16:creationId xmlns:a16="http://schemas.microsoft.com/office/drawing/2014/main" id="{19F13DBB-F21E-47B5-A35E-F7C7897C06A8}"/>
              </a:ext>
            </a:extLst>
          </p:cNvPr>
          <p:cNvSpPr txBox="1">
            <a:spLocks/>
          </p:cNvSpPr>
          <p:nvPr/>
        </p:nvSpPr>
        <p:spPr>
          <a:xfrm>
            <a:off x="9011169" y="3642903"/>
            <a:ext cx="2592388" cy="2160587"/>
          </a:xfrm>
          <a:prstGeom prst="rect">
            <a:avLst/>
          </a:prstGeom>
        </p:spPr>
        <p:txBody>
          <a:bodyPr vert="horz" lIns="0" tIns="0" rIns="0" bIns="0" rtlCol="0" anchor="t" anchorCtr="0">
            <a:noAutofit/>
          </a:bodyPr>
          <a:lstStyle>
            <a:lvl1pPr marL="0" indent="0" algn="l" defTabSz="914400" rtl="0" eaLnBrk="1" latinLnBrk="0" hangingPunct="1">
              <a:lnSpc>
                <a:spcPct val="110000"/>
              </a:lnSpc>
              <a:spcBef>
                <a:spcPts val="0"/>
              </a:spcBef>
              <a:spcAft>
                <a:spcPts val="0"/>
              </a:spcAft>
              <a:buFont typeface="Wingdings" panose="05000000000000000000" pitchFamily="2" charset="2"/>
              <a:buNone/>
              <a:defRPr sz="2000" kern="1200">
                <a:solidFill>
                  <a:schemeClr val="tx1"/>
                </a:solidFill>
                <a:latin typeface="+mn-lt"/>
                <a:ea typeface="+mn-ea"/>
                <a:cs typeface="+mn-cs"/>
              </a:defRPr>
            </a:lvl1pPr>
            <a:lvl2pPr marL="216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rgbClr val="1C1854"/>
                </a:solidFill>
                <a:latin typeface="+mn-lt"/>
                <a:ea typeface="+mn-ea"/>
                <a:cs typeface="+mn-cs"/>
              </a:defRPr>
            </a:lvl2pPr>
            <a:lvl3pPr marL="432000" indent="-216000" algn="l" defTabSz="914400" rtl="0" eaLnBrk="1" latinLnBrk="0" hangingPunct="1">
              <a:lnSpc>
                <a:spcPct val="110000"/>
              </a:lnSpc>
              <a:spcBef>
                <a:spcPts val="0"/>
              </a:spcBef>
              <a:spcAft>
                <a:spcPts val="0"/>
              </a:spcAft>
              <a:buFont typeface="Wingdings" panose="05000000000000000000" pitchFamily="2" charset="2"/>
              <a:buChar char="§"/>
              <a:defRPr sz="20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600"/>
              </a:spcAft>
              <a:buFont typeface="Wingdings" panose="05000000000000000000" pitchFamily="2" charset="2"/>
              <a:buNone/>
              <a:defRPr sz="2000" kern="1200">
                <a:solidFill>
                  <a:schemeClr val="tx1"/>
                </a:solidFill>
                <a:latin typeface="+mn-lt"/>
                <a:ea typeface="+mn-ea"/>
                <a:cs typeface="+mn-cs"/>
              </a:defRPr>
            </a:lvl4pPr>
            <a:lvl5pPr marL="216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5pPr>
            <a:lvl6pPr marL="432000" indent="-216000" algn="l" defTabSz="914400" rtl="0" eaLnBrk="1" latinLnBrk="0" hangingPunct="1">
              <a:lnSpc>
                <a:spcPct val="110000"/>
              </a:lnSpc>
              <a:spcBef>
                <a:spcPts val="0"/>
              </a:spcBef>
              <a:spcAft>
                <a:spcPts val="600"/>
              </a:spcAft>
              <a:buFont typeface="Wingdings" panose="05000000000000000000" pitchFamily="2" charset="2"/>
              <a:buChar char="§"/>
              <a:defRPr sz="2000" kern="1200">
                <a:solidFill>
                  <a:schemeClr val="tx1"/>
                </a:solidFill>
                <a:latin typeface="+mn-lt"/>
                <a:ea typeface="+mn-ea"/>
                <a:cs typeface="+mn-cs"/>
              </a:defRPr>
            </a:lvl6pPr>
            <a:lvl7pPr marL="0" indent="0" algn="l" defTabSz="914400" rtl="0" eaLnBrk="1" latinLnBrk="0" hangingPunct="1">
              <a:lnSpc>
                <a:spcPct val="110000"/>
              </a:lnSpc>
              <a:spcBef>
                <a:spcPts val="0"/>
              </a:spcBef>
              <a:buFont typeface="Wingdings" panose="05000000000000000000" pitchFamily="2" charset="2"/>
              <a:buNone/>
              <a:defRPr sz="1200" kern="1200">
                <a:solidFill>
                  <a:schemeClr val="tx1"/>
                </a:solidFill>
                <a:latin typeface="+mn-lt"/>
                <a:ea typeface="+mn-ea"/>
                <a:cs typeface="+mn-cs"/>
              </a:defRPr>
            </a:lvl7pPr>
            <a:lvl8pPr marL="144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8pPr>
            <a:lvl9pPr marL="288000" indent="-144000" algn="l" defTabSz="914400" rtl="0" eaLnBrk="1" latinLnBrk="0" hangingPunct="1">
              <a:lnSpc>
                <a:spcPct val="110000"/>
              </a:lnSpc>
              <a:spcBef>
                <a:spcPts val="0"/>
              </a:spcBef>
              <a:buFont typeface="Wingdings" panose="05000000000000000000" pitchFamily="2" charset="2"/>
              <a:buChar char="§"/>
              <a:defRPr sz="1200" kern="1200">
                <a:solidFill>
                  <a:schemeClr val="tx1"/>
                </a:solidFill>
                <a:latin typeface="+mn-lt"/>
                <a:ea typeface="+mn-ea"/>
                <a:cs typeface="+mn-cs"/>
              </a:defRPr>
            </a:lvl9pPr>
          </a:lstStyle>
          <a:p>
            <a:pPr marL="0" lvl="1" indent="0">
              <a:buFont typeface="Wingdings" panose="05000000000000000000" pitchFamily="2" charset="2"/>
              <a:buNone/>
              <a:tabLst>
                <a:tab pos="357188" algn="l"/>
              </a:tabLst>
            </a:pPr>
            <a:r>
              <a:rPr lang="en-US" sz="1200" b="1" dirty="0">
                <a:solidFill>
                  <a:schemeClr val="tx1"/>
                </a:solidFill>
              </a:rPr>
              <a:t>Name contact person (12 </a:t>
            </a:r>
            <a:r>
              <a:rPr lang="en-US" sz="1200" b="1" dirty="0" err="1">
                <a:solidFill>
                  <a:schemeClr val="tx1"/>
                </a:solidFill>
              </a:rPr>
              <a:t>pt</a:t>
            </a:r>
            <a:r>
              <a:rPr lang="en-US" sz="1200" b="1" dirty="0">
                <a:solidFill>
                  <a:schemeClr val="tx1"/>
                </a:solidFill>
              </a:rPr>
              <a:t>)</a:t>
            </a:r>
          </a:p>
          <a:p>
            <a:pPr marL="0" lvl="2" indent="0">
              <a:buFont typeface="Wingdings" panose="05000000000000000000" pitchFamily="2" charset="2"/>
              <a:buNone/>
              <a:tabLst>
                <a:tab pos="357188" algn="l"/>
              </a:tabLst>
            </a:pPr>
            <a:r>
              <a:rPr lang="en-US" sz="1200" dirty="0">
                <a:solidFill>
                  <a:schemeClr val="tx2"/>
                </a:solidFill>
              </a:rPr>
              <a:t>Job designation </a:t>
            </a:r>
            <a:br>
              <a:rPr lang="en-US" sz="1200" dirty="0">
                <a:solidFill>
                  <a:schemeClr val="tx2"/>
                </a:solidFill>
              </a:rPr>
            </a:br>
            <a:endParaRPr lang="en-US" sz="1200" dirty="0">
              <a:solidFill>
                <a:schemeClr val="tx2"/>
              </a:solidFill>
            </a:endParaRPr>
          </a:p>
          <a:p>
            <a:pPr>
              <a:buFont typeface="Arial" panose="020B0604020202020204" pitchFamily="34" charset="0"/>
              <a:buNone/>
              <a:tabLst>
                <a:tab pos="357188" algn="l"/>
              </a:tabLst>
            </a:pPr>
            <a:r>
              <a:rPr lang="en-US" sz="1200" dirty="0" err="1"/>
              <a:t>Eurex</a:t>
            </a:r>
            <a:r>
              <a:rPr lang="en-US" sz="1200" dirty="0"/>
              <a:t> Frankfurt AG </a:t>
            </a:r>
          </a:p>
          <a:p>
            <a:pPr>
              <a:buFont typeface="Arial" panose="020B0604020202020204" pitchFamily="34" charset="0"/>
              <a:buNone/>
              <a:tabLst>
                <a:tab pos="357188" algn="l"/>
              </a:tabLst>
            </a:pPr>
            <a:r>
              <a:rPr lang="en-US" sz="1200" dirty="0" err="1"/>
              <a:t>Mergenthalerallee</a:t>
            </a:r>
            <a:r>
              <a:rPr lang="en-US" sz="1200" dirty="0"/>
              <a:t> 61</a:t>
            </a:r>
          </a:p>
          <a:p>
            <a:pPr>
              <a:buFont typeface="Arial" panose="020B0604020202020204" pitchFamily="34" charset="0"/>
              <a:buNone/>
              <a:tabLst>
                <a:tab pos="357188" algn="l"/>
              </a:tabLst>
            </a:pPr>
            <a:r>
              <a:rPr lang="en-US" sz="1200" dirty="0"/>
              <a:t>65760 </a:t>
            </a:r>
            <a:r>
              <a:rPr lang="en-US" sz="1200" dirty="0" err="1"/>
              <a:t>Eschborn</a:t>
            </a:r>
            <a:endParaRPr lang="en-US" sz="1200" dirty="0"/>
          </a:p>
          <a:p>
            <a:pPr>
              <a:buFont typeface="Arial" panose="020B0604020202020204" pitchFamily="34" charset="0"/>
              <a:buNone/>
              <a:tabLst>
                <a:tab pos="357188" algn="l"/>
              </a:tabLst>
            </a:pPr>
            <a:r>
              <a:rPr lang="en-US" sz="1200" dirty="0"/>
              <a:t>Tel:	+49 (0) 69 211 - 12345</a:t>
            </a:r>
          </a:p>
          <a:p>
            <a:pPr>
              <a:buFont typeface="Arial" panose="020B0604020202020204" pitchFamily="34" charset="0"/>
              <a:buNone/>
              <a:tabLst>
                <a:tab pos="357188" algn="l"/>
              </a:tabLst>
            </a:pPr>
            <a:r>
              <a:rPr lang="en-US" sz="1200" dirty="0"/>
              <a:t>Fax:	+49 (0) 69 211 - 12345</a:t>
            </a:r>
          </a:p>
          <a:p>
            <a:pPr>
              <a:buFont typeface="Arial" panose="020B0604020202020204" pitchFamily="34" charset="0"/>
              <a:buNone/>
              <a:tabLst>
                <a:tab pos="357188" algn="l"/>
              </a:tabLst>
            </a:pPr>
            <a:r>
              <a:rPr lang="en-US" sz="1200" dirty="0"/>
              <a:t>sample@eurex.com</a:t>
            </a:r>
          </a:p>
          <a:p>
            <a:pPr>
              <a:buFont typeface="Arial" panose="020B0604020202020204" pitchFamily="34" charset="0"/>
              <a:buNone/>
              <a:tabLst>
                <a:tab pos="357188" algn="l"/>
              </a:tabLst>
            </a:pPr>
            <a:endParaRPr lang="en-US" sz="1200" dirty="0"/>
          </a:p>
        </p:txBody>
      </p:sp>
      <p:sp>
        <p:nvSpPr>
          <p:cNvPr id="3" name="Date Placeholder 2">
            <a:extLst>
              <a:ext uri="{FF2B5EF4-FFF2-40B4-BE49-F238E27FC236}">
                <a16:creationId xmlns:a16="http://schemas.microsoft.com/office/drawing/2014/main" id="{1A50EE76-3330-46EE-992F-6A8AA91178FC}"/>
              </a:ext>
            </a:extLst>
          </p:cNvPr>
          <p:cNvSpPr>
            <a:spLocks noGrp="1"/>
          </p:cNvSpPr>
          <p:nvPr>
            <p:ph type="dt" sz="half" idx="10"/>
          </p:nvPr>
        </p:nvSpPr>
        <p:spPr/>
        <p:txBody>
          <a:bodyPr/>
          <a:lstStyle/>
          <a:p>
            <a:fld id="{5746D0AA-CC6A-404B-A5CD-7FA0E20BD903}" type="datetime3">
              <a:rPr lang="en-US" noProof="0" smtClean="0"/>
              <a:t>23 February 2026</a:t>
            </a:fld>
            <a:endParaRPr lang="en-US" noProof="0"/>
          </a:p>
        </p:txBody>
      </p:sp>
    </p:spTree>
    <p:extLst>
      <p:ext uri="{BB962C8B-B14F-4D97-AF65-F5344CB8AC3E}">
        <p14:creationId xmlns:p14="http://schemas.microsoft.com/office/powerpoint/2010/main" val="4117609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F908D71-43A7-4DA6-862F-6185E1A4B9F5}"/>
              </a:ext>
            </a:extLst>
          </p:cNvPr>
          <p:cNvGraphicFramePr>
            <a:graphicFrameLocks noChangeAspect="1"/>
          </p:cNvGraphicFramePr>
          <p:nvPr>
            <p:custDataLst>
              <p:tags r:id="rId1"/>
            </p:custDataLst>
            <p:extLst>
              <p:ext uri="{D42A27DB-BD31-4B8C-83A1-F6EECF244321}">
                <p14:modId xmlns:p14="http://schemas.microsoft.com/office/powerpoint/2010/main" val="9334027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5" name="Object 4" hidden="1">
                        <a:extLst>
                          <a:ext uri="{FF2B5EF4-FFF2-40B4-BE49-F238E27FC236}">
                            <a16:creationId xmlns:a16="http://schemas.microsoft.com/office/drawing/2014/main" id="{DF908D71-43A7-4DA6-862F-6185E1A4B9F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09BAC07-D394-4DF3-97BE-72D5DB463C75}"/>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300" b="1" dirty="0">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744E84FB-E5CB-4A66-B22E-8709D8748D1B}"/>
              </a:ext>
            </a:extLst>
          </p:cNvPr>
          <p:cNvSpPr>
            <a:spLocks noGrp="1"/>
          </p:cNvSpPr>
          <p:nvPr>
            <p:ph type="ctrTitle"/>
          </p:nvPr>
        </p:nvSpPr>
        <p:spPr/>
        <p:txBody>
          <a:bodyPr/>
          <a:lstStyle/>
          <a:p>
            <a:r>
              <a:rPr lang="en-US"/>
              <a:t>Thank you!</a:t>
            </a:r>
          </a:p>
        </p:txBody>
      </p:sp>
      <p:sp>
        <p:nvSpPr>
          <p:cNvPr id="3" name="Untertitel 2">
            <a:extLst>
              <a:ext uri="{FF2B5EF4-FFF2-40B4-BE49-F238E27FC236}">
                <a16:creationId xmlns:a16="http://schemas.microsoft.com/office/drawing/2014/main" id="{47EEB52E-91D7-4622-8F9A-057A510A7141}"/>
              </a:ext>
            </a:extLst>
          </p:cNvPr>
          <p:cNvSpPr>
            <a:spLocks noGrp="1"/>
          </p:cNvSpPr>
          <p:nvPr>
            <p:ph type="subTitle" idx="1"/>
          </p:nvPr>
        </p:nvSpPr>
        <p:spPr/>
        <p:txBody>
          <a:bodyPr/>
          <a:lstStyle/>
          <a:p>
            <a:pPr>
              <a:lnSpc>
                <a:spcPct val="110000"/>
              </a:lnSpc>
            </a:pPr>
            <a:r>
              <a:rPr lang="en-US" b="1">
                <a:cs typeface="Arial"/>
              </a:rPr>
              <a:t>Name contact person</a:t>
            </a:r>
            <a:br>
              <a:rPr lang="en-US" b="1">
                <a:cs typeface="Arial"/>
              </a:rPr>
            </a:br>
            <a:r>
              <a:rPr lang="en-US">
                <a:cs typeface="Arial"/>
              </a:rPr>
              <a:t>Job designation</a:t>
            </a:r>
            <a:br>
              <a:rPr lang="en-US">
                <a:cs typeface="Arial"/>
              </a:rPr>
            </a:br>
            <a:endParaRPr lang="en-US">
              <a:cs typeface="Arial"/>
            </a:endParaRPr>
          </a:p>
          <a:p>
            <a:pPr>
              <a:lnSpc>
                <a:spcPct val="110000"/>
              </a:lnSpc>
            </a:pPr>
            <a:r>
              <a:rPr lang="en-US">
                <a:cs typeface="Arial"/>
              </a:rPr>
              <a:t>Eurex Frankfurt AG </a:t>
            </a:r>
          </a:p>
          <a:p>
            <a:pPr>
              <a:lnSpc>
                <a:spcPct val="110000"/>
              </a:lnSpc>
            </a:pPr>
            <a:r>
              <a:rPr lang="en-US">
                <a:cs typeface="Arial"/>
              </a:rPr>
              <a:t>Mergenthalerallee 61</a:t>
            </a:r>
          </a:p>
          <a:p>
            <a:pPr>
              <a:lnSpc>
                <a:spcPct val="110000"/>
              </a:lnSpc>
            </a:pPr>
            <a:r>
              <a:rPr lang="en-US">
                <a:cs typeface="Arial"/>
              </a:rPr>
              <a:t>65760 Eschborn</a:t>
            </a:r>
          </a:p>
          <a:p>
            <a:pPr>
              <a:lnSpc>
                <a:spcPct val="110000"/>
              </a:lnSpc>
            </a:pPr>
            <a:r>
              <a:rPr lang="en-US">
                <a:cs typeface="Arial"/>
              </a:rPr>
              <a:t>Tel:  +49 (0) 69 211 - 12345</a:t>
            </a:r>
          </a:p>
          <a:p>
            <a:pPr>
              <a:lnSpc>
                <a:spcPct val="110000"/>
              </a:lnSpc>
            </a:pPr>
            <a:r>
              <a:rPr lang="en-US">
                <a:cs typeface="Arial"/>
              </a:rPr>
              <a:t>Fax: +49 (0) 69 211 - 12345</a:t>
            </a:r>
          </a:p>
          <a:p>
            <a:pPr>
              <a:lnSpc>
                <a:spcPct val="110000"/>
              </a:lnSpc>
            </a:pPr>
            <a:r>
              <a:rPr lang="en-US">
                <a:cs typeface="Arial"/>
              </a:rPr>
              <a:t>sample@eurex.com</a:t>
            </a:r>
          </a:p>
        </p:txBody>
      </p:sp>
    </p:spTree>
    <p:extLst>
      <p:ext uri="{BB962C8B-B14F-4D97-AF65-F5344CB8AC3E}">
        <p14:creationId xmlns:p14="http://schemas.microsoft.com/office/powerpoint/2010/main" val="658880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2CB9852-FD6E-4770-A6C9-0C7D3BEB64CE}"/>
              </a:ext>
            </a:extLst>
          </p:cNvPr>
          <p:cNvGraphicFramePr>
            <a:graphicFrameLocks noChangeAspect="1"/>
          </p:cNvGraphicFramePr>
          <p:nvPr>
            <p:custDataLst>
              <p:tags r:id="rId1"/>
            </p:custDataLst>
            <p:extLst>
              <p:ext uri="{D42A27DB-BD31-4B8C-83A1-F6EECF244321}">
                <p14:modId xmlns:p14="http://schemas.microsoft.com/office/powerpoint/2010/main" val="42496224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5" name="Object 4" hidden="1">
                        <a:extLst>
                          <a:ext uri="{FF2B5EF4-FFF2-40B4-BE49-F238E27FC236}">
                            <a16:creationId xmlns:a16="http://schemas.microsoft.com/office/drawing/2014/main" id="{A2CB9852-FD6E-4770-A6C9-0C7D3BEB64C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E814456-44F7-4E80-B7EB-8D416F840E24}"/>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300" b="1" dirty="0">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744E84FB-E5CB-4A66-B22E-8709D8748D1B}"/>
              </a:ext>
            </a:extLst>
          </p:cNvPr>
          <p:cNvSpPr>
            <a:spLocks noGrp="1"/>
          </p:cNvSpPr>
          <p:nvPr>
            <p:ph type="ctrTitle"/>
          </p:nvPr>
        </p:nvSpPr>
        <p:spPr/>
        <p:txBody>
          <a:bodyPr/>
          <a:lstStyle/>
          <a:p>
            <a:r>
              <a:rPr lang="en-US"/>
              <a:t>Thank you!</a:t>
            </a:r>
          </a:p>
        </p:txBody>
      </p:sp>
      <p:sp>
        <p:nvSpPr>
          <p:cNvPr id="3" name="Untertitel 2">
            <a:extLst>
              <a:ext uri="{FF2B5EF4-FFF2-40B4-BE49-F238E27FC236}">
                <a16:creationId xmlns:a16="http://schemas.microsoft.com/office/drawing/2014/main" id="{47EEB52E-91D7-4622-8F9A-057A510A7141}"/>
              </a:ext>
            </a:extLst>
          </p:cNvPr>
          <p:cNvSpPr>
            <a:spLocks noGrp="1"/>
          </p:cNvSpPr>
          <p:nvPr>
            <p:ph type="subTitle" idx="1"/>
          </p:nvPr>
        </p:nvSpPr>
        <p:spPr/>
        <p:txBody>
          <a:bodyPr/>
          <a:lstStyle/>
          <a:p>
            <a:pPr>
              <a:lnSpc>
                <a:spcPct val="110000"/>
              </a:lnSpc>
            </a:pPr>
            <a:r>
              <a:rPr lang="en-US" b="1" dirty="0">
                <a:cs typeface="Arial"/>
              </a:rPr>
              <a:t>Name contact person</a:t>
            </a:r>
            <a:br>
              <a:rPr lang="en-US" b="1" dirty="0">
                <a:cs typeface="Arial"/>
              </a:rPr>
            </a:br>
            <a:r>
              <a:rPr lang="en-US" dirty="0">
                <a:cs typeface="Arial"/>
              </a:rPr>
              <a:t>Job designation</a:t>
            </a:r>
            <a:br>
              <a:rPr lang="en-US" dirty="0">
                <a:cs typeface="Arial"/>
              </a:rPr>
            </a:br>
            <a:endParaRPr lang="en-US" dirty="0">
              <a:cs typeface="Arial"/>
            </a:endParaRPr>
          </a:p>
          <a:p>
            <a:pPr>
              <a:lnSpc>
                <a:spcPct val="110000"/>
              </a:lnSpc>
            </a:pPr>
            <a:r>
              <a:rPr lang="en-US" dirty="0" err="1">
                <a:cs typeface="Arial"/>
              </a:rPr>
              <a:t>Eurex</a:t>
            </a:r>
            <a:r>
              <a:rPr lang="en-US" dirty="0">
                <a:cs typeface="Arial"/>
              </a:rPr>
              <a:t> Frankfurt AG </a:t>
            </a:r>
          </a:p>
          <a:p>
            <a:pPr>
              <a:lnSpc>
                <a:spcPct val="110000"/>
              </a:lnSpc>
            </a:pPr>
            <a:r>
              <a:rPr lang="en-US" dirty="0" err="1">
                <a:cs typeface="Arial"/>
              </a:rPr>
              <a:t>Mergenthalerallee</a:t>
            </a:r>
            <a:r>
              <a:rPr lang="en-US" dirty="0">
                <a:cs typeface="Arial"/>
              </a:rPr>
              <a:t> 61</a:t>
            </a:r>
          </a:p>
          <a:p>
            <a:pPr>
              <a:lnSpc>
                <a:spcPct val="110000"/>
              </a:lnSpc>
            </a:pPr>
            <a:r>
              <a:rPr lang="en-US" dirty="0">
                <a:cs typeface="Arial"/>
              </a:rPr>
              <a:t>65760 </a:t>
            </a:r>
            <a:r>
              <a:rPr lang="en-US" dirty="0" err="1">
                <a:cs typeface="Arial"/>
              </a:rPr>
              <a:t>Eschborn</a:t>
            </a:r>
            <a:endParaRPr lang="en-US" dirty="0">
              <a:cs typeface="Arial"/>
            </a:endParaRPr>
          </a:p>
          <a:p>
            <a:pPr>
              <a:lnSpc>
                <a:spcPct val="110000"/>
              </a:lnSpc>
            </a:pPr>
            <a:r>
              <a:rPr lang="en-US" dirty="0">
                <a:cs typeface="Arial"/>
              </a:rPr>
              <a:t>Tel:  +49 (0) 69 211 - 12345</a:t>
            </a:r>
          </a:p>
          <a:p>
            <a:pPr>
              <a:lnSpc>
                <a:spcPct val="110000"/>
              </a:lnSpc>
            </a:pPr>
            <a:r>
              <a:rPr lang="en-US" dirty="0">
                <a:cs typeface="Arial"/>
              </a:rPr>
              <a:t>Fax: +49 (0) 69 211 - 12345</a:t>
            </a:r>
          </a:p>
          <a:p>
            <a:pPr>
              <a:lnSpc>
                <a:spcPct val="110000"/>
              </a:lnSpc>
            </a:pPr>
            <a:r>
              <a:rPr lang="en-US" dirty="0">
                <a:cs typeface="Arial"/>
              </a:rPr>
              <a:t>sample@eurex.com</a:t>
            </a:r>
          </a:p>
        </p:txBody>
      </p:sp>
    </p:spTree>
    <p:extLst>
      <p:ext uri="{BB962C8B-B14F-4D97-AF65-F5344CB8AC3E}">
        <p14:creationId xmlns:p14="http://schemas.microsoft.com/office/powerpoint/2010/main" val="1429967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B7B95F-FBFD-41A9-882F-991FCF43EF06}"/>
              </a:ext>
            </a:extLst>
          </p:cNvPr>
          <p:cNvGraphicFramePr>
            <a:graphicFrameLocks noChangeAspect="1"/>
          </p:cNvGraphicFramePr>
          <p:nvPr>
            <p:custDataLst>
              <p:tags r:id="rId1"/>
            </p:custDataLst>
            <p:extLst>
              <p:ext uri="{D42A27DB-BD31-4B8C-83A1-F6EECF244321}">
                <p14:modId xmlns:p14="http://schemas.microsoft.com/office/powerpoint/2010/main" val="3991442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5" name="Object 4" hidden="1">
                        <a:extLst>
                          <a:ext uri="{FF2B5EF4-FFF2-40B4-BE49-F238E27FC236}">
                            <a16:creationId xmlns:a16="http://schemas.microsoft.com/office/drawing/2014/main" id="{74B7B95F-FBFD-41A9-882F-991FCF43EF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A8E0B52-45B2-4C85-9F8A-9E9DE4DE226C}"/>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300" b="1" dirty="0">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744E84FB-E5CB-4A66-B22E-8709D8748D1B}"/>
              </a:ext>
            </a:extLst>
          </p:cNvPr>
          <p:cNvSpPr>
            <a:spLocks noGrp="1"/>
          </p:cNvSpPr>
          <p:nvPr>
            <p:ph type="ctrTitle"/>
          </p:nvPr>
        </p:nvSpPr>
        <p:spPr/>
        <p:txBody>
          <a:bodyPr/>
          <a:lstStyle/>
          <a:p>
            <a:r>
              <a:rPr lang="en-US"/>
              <a:t>Thank you!</a:t>
            </a:r>
          </a:p>
        </p:txBody>
      </p:sp>
      <p:sp>
        <p:nvSpPr>
          <p:cNvPr id="3" name="Untertitel 2">
            <a:extLst>
              <a:ext uri="{FF2B5EF4-FFF2-40B4-BE49-F238E27FC236}">
                <a16:creationId xmlns:a16="http://schemas.microsoft.com/office/drawing/2014/main" id="{47EEB52E-91D7-4622-8F9A-057A510A7141}"/>
              </a:ext>
            </a:extLst>
          </p:cNvPr>
          <p:cNvSpPr>
            <a:spLocks noGrp="1"/>
          </p:cNvSpPr>
          <p:nvPr>
            <p:ph type="subTitle" idx="1"/>
          </p:nvPr>
        </p:nvSpPr>
        <p:spPr/>
        <p:txBody>
          <a:bodyPr/>
          <a:lstStyle/>
          <a:p>
            <a:pPr>
              <a:lnSpc>
                <a:spcPct val="110000"/>
              </a:lnSpc>
            </a:pPr>
            <a:r>
              <a:rPr lang="en-US" b="1">
                <a:cs typeface="Arial"/>
              </a:rPr>
              <a:t>Name contact person</a:t>
            </a:r>
            <a:br>
              <a:rPr lang="en-US" b="1">
                <a:cs typeface="Arial"/>
              </a:rPr>
            </a:br>
            <a:r>
              <a:rPr lang="en-US">
                <a:cs typeface="Arial"/>
              </a:rPr>
              <a:t>Job designation</a:t>
            </a:r>
            <a:br>
              <a:rPr lang="en-US">
                <a:cs typeface="Arial"/>
              </a:rPr>
            </a:br>
            <a:endParaRPr lang="en-US">
              <a:cs typeface="Arial"/>
            </a:endParaRPr>
          </a:p>
          <a:p>
            <a:pPr>
              <a:lnSpc>
                <a:spcPct val="110000"/>
              </a:lnSpc>
            </a:pPr>
            <a:r>
              <a:rPr lang="en-US">
                <a:cs typeface="Arial"/>
              </a:rPr>
              <a:t>Eurex Frankfurt AG </a:t>
            </a:r>
          </a:p>
          <a:p>
            <a:pPr>
              <a:lnSpc>
                <a:spcPct val="110000"/>
              </a:lnSpc>
            </a:pPr>
            <a:r>
              <a:rPr lang="en-US">
                <a:cs typeface="Arial"/>
              </a:rPr>
              <a:t>Mergenthalerallee 61</a:t>
            </a:r>
          </a:p>
          <a:p>
            <a:pPr>
              <a:lnSpc>
                <a:spcPct val="110000"/>
              </a:lnSpc>
            </a:pPr>
            <a:r>
              <a:rPr lang="en-US">
                <a:cs typeface="Arial"/>
              </a:rPr>
              <a:t>65760 Eschborn</a:t>
            </a:r>
          </a:p>
          <a:p>
            <a:pPr>
              <a:lnSpc>
                <a:spcPct val="110000"/>
              </a:lnSpc>
            </a:pPr>
            <a:r>
              <a:rPr lang="en-US">
                <a:cs typeface="Arial"/>
              </a:rPr>
              <a:t>Tel:  +49 (0) 69 211 - 12345</a:t>
            </a:r>
          </a:p>
          <a:p>
            <a:pPr>
              <a:lnSpc>
                <a:spcPct val="110000"/>
              </a:lnSpc>
            </a:pPr>
            <a:r>
              <a:rPr lang="en-US">
                <a:cs typeface="Arial"/>
              </a:rPr>
              <a:t>Fax: +49 (0) 69 211 - 12345</a:t>
            </a:r>
          </a:p>
          <a:p>
            <a:pPr>
              <a:lnSpc>
                <a:spcPct val="110000"/>
              </a:lnSpc>
            </a:pPr>
            <a:r>
              <a:rPr lang="en-US">
                <a:cs typeface="Arial"/>
              </a:rPr>
              <a:t>sample@eurex.com</a:t>
            </a:r>
          </a:p>
        </p:txBody>
      </p:sp>
    </p:spTree>
    <p:extLst>
      <p:ext uri="{BB962C8B-B14F-4D97-AF65-F5344CB8AC3E}">
        <p14:creationId xmlns:p14="http://schemas.microsoft.com/office/powerpoint/2010/main" val="815599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2FAB17C-0FB3-4218-9A24-35E0156BF020}"/>
              </a:ext>
            </a:extLst>
          </p:cNvPr>
          <p:cNvGraphicFramePr>
            <a:graphicFrameLocks noChangeAspect="1"/>
          </p:cNvGraphicFramePr>
          <p:nvPr>
            <p:custDataLst>
              <p:tags r:id="rId1"/>
            </p:custDataLst>
            <p:extLst>
              <p:ext uri="{D42A27DB-BD31-4B8C-83A1-F6EECF244321}">
                <p14:modId xmlns:p14="http://schemas.microsoft.com/office/powerpoint/2010/main" val="1166777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5" name="Object 4" hidden="1">
                        <a:extLst>
                          <a:ext uri="{FF2B5EF4-FFF2-40B4-BE49-F238E27FC236}">
                            <a16:creationId xmlns:a16="http://schemas.microsoft.com/office/drawing/2014/main" id="{52FAB17C-0FB3-4218-9A24-35E0156BF02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365A633-B164-467F-850E-A45D8EF7B2C4}"/>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300" b="1" dirty="0">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744E84FB-E5CB-4A66-B22E-8709D8748D1B}"/>
              </a:ext>
            </a:extLst>
          </p:cNvPr>
          <p:cNvSpPr>
            <a:spLocks noGrp="1"/>
          </p:cNvSpPr>
          <p:nvPr>
            <p:ph type="ctrTitle"/>
          </p:nvPr>
        </p:nvSpPr>
        <p:spPr/>
        <p:txBody>
          <a:bodyPr/>
          <a:lstStyle/>
          <a:p>
            <a:r>
              <a:rPr lang="en-US"/>
              <a:t>Thank you!</a:t>
            </a:r>
          </a:p>
        </p:txBody>
      </p:sp>
      <p:sp>
        <p:nvSpPr>
          <p:cNvPr id="3" name="Untertitel 2">
            <a:extLst>
              <a:ext uri="{FF2B5EF4-FFF2-40B4-BE49-F238E27FC236}">
                <a16:creationId xmlns:a16="http://schemas.microsoft.com/office/drawing/2014/main" id="{47EEB52E-91D7-4622-8F9A-057A510A7141}"/>
              </a:ext>
            </a:extLst>
          </p:cNvPr>
          <p:cNvSpPr>
            <a:spLocks noGrp="1"/>
          </p:cNvSpPr>
          <p:nvPr>
            <p:ph type="subTitle" idx="1"/>
          </p:nvPr>
        </p:nvSpPr>
        <p:spPr/>
        <p:txBody>
          <a:bodyPr/>
          <a:lstStyle/>
          <a:p>
            <a:pPr>
              <a:lnSpc>
                <a:spcPct val="110000"/>
              </a:lnSpc>
            </a:pPr>
            <a:r>
              <a:rPr lang="en-US" b="1" dirty="0">
                <a:cs typeface="Arial"/>
              </a:rPr>
              <a:t>Name contact person</a:t>
            </a:r>
            <a:br>
              <a:rPr lang="en-US" b="1" dirty="0">
                <a:cs typeface="Arial"/>
              </a:rPr>
            </a:br>
            <a:r>
              <a:rPr lang="en-US" dirty="0">
                <a:cs typeface="Arial"/>
              </a:rPr>
              <a:t>Job designation</a:t>
            </a:r>
            <a:br>
              <a:rPr lang="en-US" dirty="0">
                <a:cs typeface="Arial"/>
              </a:rPr>
            </a:br>
            <a:endParaRPr lang="en-US" dirty="0">
              <a:cs typeface="Arial"/>
            </a:endParaRPr>
          </a:p>
          <a:p>
            <a:pPr>
              <a:lnSpc>
                <a:spcPct val="110000"/>
              </a:lnSpc>
            </a:pPr>
            <a:r>
              <a:rPr lang="en-US" dirty="0" err="1">
                <a:cs typeface="Arial"/>
              </a:rPr>
              <a:t>Eurex</a:t>
            </a:r>
            <a:r>
              <a:rPr lang="en-US" dirty="0">
                <a:cs typeface="Arial"/>
              </a:rPr>
              <a:t> Frankfurt AG </a:t>
            </a:r>
          </a:p>
          <a:p>
            <a:pPr>
              <a:lnSpc>
                <a:spcPct val="110000"/>
              </a:lnSpc>
            </a:pPr>
            <a:r>
              <a:rPr lang="en-US" dirty="0" err="1">
                <a:cs typeface="Arial"/>
              </a:rPr>
              <a:t>Mergenthalerallee</a:t>
            </a:r>
            <a:r>
              <a:rPr lang="en-US" dirty="0">
                <a:cs typeface="Arial"/>
              </a:rPr>
              <a:t> 61</a:t>
            </a:r>
          </a:p>
          <a:p>
            <a:pPr>
              <a:lnSpc>
                <a:spcPct val="110000"/>
              </a:lnSpc>
            </a:pPr>
            <a:r>
              <a:rPr lang="en-US" dirty="0">
                <a:cs typeface="Arial"/>
              </a:rPr>
              <a:t>65760 </a:t>
            </a:r>
            <a:r>
              <a:rPr lang="en-US" dirty="0" err="1">
                <a:cs typeface="Arial"/>
              </a:rPr>
              <a:t>Eschborn</a:t>
            </a:r>
            <a:endParaRPr lang="en-US" dirty="0">
              <a:cs typeface="Arial"/>
            </a:endParaRPr>
          </a:p>
          <a:p>
            <a:pPr>
              <a:lnSpc>
                <a:spcPct val="110000"/>
              </a:lnSpc>
            </a:pPr>
            <a:r>
              <a:rPr lang="en-US" dirty="0">
                <a:cs typeface="Arial"/>
              </a:rPr>
              <a:t>Tel:  +49 (0) 69 211 - 12345</a:t>
            </a:r>
          </a:p>
          <a:p>
            <a:pPr>
              <a:lnSpc>
                <a:spcPct val="110000"/>
              </a:lnSpc>
            </a:pPr>
            <a:r>
              <a:rPr lang="en-US" dirty="0">
                <a:cs typeface="Arial"/>
              </a:rPr>
              <a:t>Fax: +49 (0) 69 211 - 12345</a:t>
            </a:r>
          </a:p>
          <a:p>
            <a:pPr>
              <a:lnSpc>
                <a:spcPct val="110000"/>
              </a:lnSpc>
            </a:pPr>
            <a:r>
              <a:rPr lang="en-US" dirty="0">
                <a:cs typeface="Arial"/>
              </a:rPr>
              <a:t>sample@eurex.com</a:t>
            </a:r>
          </a:p>
        </p:txBody>
      </p:sp>
    </p:spTree>
    <p:extLst>
      <p:ext uri="{BB962C8B-B14F-4D97-AF65-F5344CB8AC3E}">
        <p14:creationId xmlns:p14="http://schemas.microsoft.com/office/powerpoint/2010/main" val="539108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B078959-F13F-4C3B-B58F-6F565A98CFCF}"/>
              </a:ext>
            </a:extLst>
          </p:cNvPr>
          <p:cNvGraphicFramePr>
            <a:graphicFrameLocks noChangeAspect="1"/>
          </p:cNvGraphicFramePr>
          <p:nvPr>
            <p:custDataLst>
              <p:tags r:id="rId1"/>
            </p:custDataLst>
            <p:extLst>
              <p:ext uri="{D42A27DB-BD31-4B8C-83A1-F6EECF244321}">
                <p14:modId xmlns:p14="http://schemas.microsoft.com/office/powerpoint/2010/main" val="895553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5" name="Object 4" hidden="1">
                        <a:extLst>
                          <a:ext uri="{FF2B5EF4-FFF2-40B4-BE49-F238E27FC236}">
                            <a16:creationId xmlns:a16="http://schemas.microsoft.com/office/drawing/2014/main" id="{DB078959-F13F-4C3B-B58F-6F565A98CFC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7008A67-59FA-4FD7-8856-9E476F0876F4}"/>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4300" b="1" dirty="0">
              <a:latin typeface="Arial" panose="020B0604020202020204" pitchFamily="34" charset="0"/>
              <a:ea typeface="+mj-ea"/>
              <a:cs typeface="+mj-cs"/>
              <a:sym typeface="Arial" panose="020B0604020202020204" pitchFamily="34" charset="0"/>
            </a:endParaRPr>
          </a:p>
        </p:txBody>
      </p:sp>
      <p:sp>
        <p:nvSpPr>
          <p:cNvPr id="2" name="Titel 1">
            <a:extLst>
              <a:ext uri="{FF2B5EF4-FFF2-40B4-BE49-F238E27FC236}">
                <a16:creationId xmlns:a16="http://schemas.microsoft.com/office/drawing/2014/main" id="{744E84FB-E5CB-4A66-B22E-8709D8748D1B}"/>
              </a:ext>
            </a:extLst>
          </p:cNvPr>
          <p:cNvSpPr>
            <a:spLocks noGrp="1"/>
          </p:cNvSpPr>
          <p:nvPr>
            <p:ph type="ctrTitle"/>
          </p:nvPr>
        </p:nvSpPr>
        <p:spPr/>
        <p:txBody>
          <a:bodyPr/>
          <a:lstStyle/>
          <a:p>
            <a:r>
              <a:rPr lang="en-US"/>
              <a:t>Thank you!</a:t>
            </a:r>
          </a:p>
        </p:txBody>
      </p:sp>
      <p:sp>
        <p:nvSpPr>
          <p:cNvPr id="3" name="Untertitel 2">
            <a:extLst>
              <a:ext uri="{FF2B5EF4-FFF2-40B4-BE49-F238E27FC236}">
                <a16:creationId xmlns:a16="http://schemas.microsoft.com/office/drawing/2014/main" id="{47EEB52E-91D7-4622-8F9A-057A510A7141}"/>
              </a:ext>
            </a:extLst>
          </p:cNvPr>
          <p:cNvSpPr>
            <a:spLocks noGrp="1"/>
          </p:cNvSpPr>
          <p:nvPr>
            <p:ph type="subTitle" idx="1"/>
          </p:nvPr>
        </p:nvSpPr>
        <p:spPr/>
        <p:txBody>
          <a:bodyPr/>
          <a:lstStyle/>
          <a:p>
            <a:pPr>
              <a:lnSpc>
                <a:spcPct val="110000"/>
              </a:lnSpc>
            </a:pPr>
            <a:endParaRPr lang="en-US">
              <a:cs typeface="Arial"/>
            </a:endParaRPr>
          </a:p>
        </p:txBody>
      </p:sp>
    </p:spTree>
    <p:extLst>
      <p:ext uri="{BB962C8B-B14F-4D97-AF65-F5344CB8AC3E}">
        <p14:creationId xmlns:p14="http://schemas.microsoft.com/office/powerpoint/2010/main" val="872605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535A2C6-1CC6-42EA-94A7-2D4206D877EF}"/>
              </a:ext>
            </a:extLst>
          </p:cNvPr>
          <p:cNvGraphicFramePr>
            <a:graphicFrameLocks noChangeAspect="1"/>
          </p:cNvGraphicFramePr>
          <p:nvPr>
            <p:custDataLst>
              <p:tags r:id="rId1"/>
            </p:custDataLst>
            <p:extLst>
              <p:ext uri="{D42A27DB-BD31-4B8C-83A1-F6EECF244321}">
                <p14:modId xmlns:p14="http://schemas.microsoft.com/office/powerpoint/2010/main" val="652093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6" name="Object 5" hidden="1">
                        <a:extLst>
                          <a:ext uri="{FF2B5EF4-FFF2-40B4-BE49-F238E27FC236}">
                            <a16:creationId xmlns:a16="http://schemas.microsoft.com/office/drawing/2014/main" id="{9535A2C6-1CC6-42EA-94A7-2D4206D877E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7A9BBB18-63FE-4343-A95D-BF68B20E62BE}"/>
              </a:ext>
            </a:extLst>
          </p:cNvPr>
          <p:cNvSpPr>
            <a:spLocks noGrp="1"/>
          </p:cNvSpPr>
          <p:nvPr>
            <p:ph type="title"/>
          </p:nvPr>
        </p:nvSpPr>
        <p:spPr/>
        <p:txBody>
          <a:bodyPr/>
          <a:lstStyle/>
          <a:p>
            <a:r>
              <a:rPr lang="en-US"/>
              <a:t>Disclaimer</a:t>
            </a:r>
          </a:p>
        </p:txBody>
      </p:sp>
      <p:sp>
        <p:nvSpPr>
          <p:cNvPr id="5" name="Textplatzhalter 4">
            <a:extLst>
              <a:ext uri="{FF2B5EF4-FFF2-40B4-BE49-F238E27FC236}">
                <a16:creationId xmlns:a16="http://schemas.microsoft.com/office/drawing/2014/main" id="{01F75CAE-C5F9-4D79-942A-E4B1BD2FEE9B}"/>
              </a:ext>
            </a:extLst>
          </p:cNvPr>
          <p:cNvSpPr>
            <a:spLocks noGrp="1"/>
          </p:cNvSpPr>
          <p:nvPr>
            <p:ph type="body" sz="quarter" idx="12"/>
          </p:nvPr>
        </p:nvSpPr>
        <p:spPr/>
        <p:txBody>
          <a:bodyPr/>
          <a:lstStyle/>
          <a:p>
            <a:r>
              <a:rPr lang="en-US" dirty="0"/>
              <a:t>© </a:t>
            </a:r>
            <a:r>
              <a:rPr lang="en-US" dirty="0" err="1"/>
              <a:t>Eurex</a:t>
            </a:r>
            <a:r>
              <a:rPr lang="en-US" dirty="0"/>
              <a:t> 2020</a:t>
            </a:r>
          </a:p>
          <a:p>
            <a:r>
              <a:rPr lang="en-US" dirty="0"/>
              <a:t>Deutsche </a:t>
            </a:r>
            <a:r>
              <a:rPr lang="en-US" dirty="0" err="1"/>
              <a:t>Börse</a:t>
            </a:r>
            <a:r>
              <a:rPr lang="en-US" dirty="0"/>
              <a:t> AG (DBAG), </a:t>
            </a:r>
            <a:r>
              <a:rPr lang="en-US" dirty="0" err="1"/>
              <a:t>Clearstream</a:t>
            </a:r>
            <a:r>
              <a:rPr lang="en-US" dirty="0"/>
              <a:t> Banking AG (</a:t>
            </a:r>
            <a:r>
              <a:rPr lang="en-US" dirty="0" err="1"/>
              <a:t>Clearstream</a:t>
            </a:r>
            <a:r>
              <a:rPr lang="en-US" dirty="0"/>
              <a:t>), </a:t>
            </a:r>
            <a:r>
              <a:rPr lang="en-US" dirty="0" err="1"/>
              <a:t>Eurex</a:t>
            </a:r>
            <a:r>
              <a:rPr lang="en-US" dirty="0"/>
              <a:t> Frankfurt AG, </a:t>
            </a:r>
            <a:r>
              <a:rPr lang="en-US" dirty="0" err="1"/>
              <a:t>Eurex</a:t>
            </a:r>
            <a:r>
              <a:rPr lang="en-US" dirty="0"/>
              <a:t> Clearing AG (</a:t>
            </a:r>
            <a:r>
              <a:rPr lang="en-US" dirty="0" err="1"/>
              <a:t>Eurex</a:t>
            </a:r>
            <a:r>
              <a:rPr lang="en-US" dirty="0"/>
              <a:t> Clearing) and </a:t>
            </a:r>
            <a:r>
              <a:rPr lang="en-US" dirty="0" err="1"/>
              <a:t>Eurex</a:t>
            </a:r>
            <a:r>
              <a:rPr lang="en-US" dirty="0"/>
              <a:t> Repo GmbH (</a:t>
            </a:r>
            <a:r>
              <a:rPr lang="en-US" dirty="0" err="1"/>
              <a:t>Eurex</a:t>
            </a:r>
            <a:r>
              <a:rPr lang="en-US" dirty="0"/>
              <a:t> Repo) are corporate entities and are registered under German law. </a:t>
            </a:r>
            <a:r>
              <a:rPr lang="en-US" dirty="0" err="1"/>
              <a:t>Eurex</a:t>
            </a:r>
            <a:r>
              <a:rPr lang="en-US" dirty="0"/>
              <a:t> Global Derivatives AG is a corporate entity and is registered under Swiss law. </a:t>
            </a:r>
            <a:r>
              <a:rPr lang="en-US" dirty="0" err="1"/>
              <a:t>Clearstream</a:t>
            </a:r>
            <a:r>
              <a:rPr lang="en-US" dirty="0"/>
              <a:t> Banking S.A. is a corporate entity and is registered under Luxembourg law. Deutsche </a:t>
            </a:r>
            <a:r>
              <a:rPr lang="en-US" dirty="0" err="1"/>
              <a:t>Boerse</a:t>
            </a:r>
            <a:r>
              <a:rPr lang="en-US" dirty="0"/>
              <a:t> Asia Holding Pte. Ltd., </a:t>
            </a:r>
            <a:r>
              <a:rPr lang="en-US" dirty="0" err="1"/>
              <a:t>Eurex</a:t>
            </a:r>
            <a:r>
              <a:rPr lang="en-US" dirty="0"/>
              <a:t> Clearing Asia Pte. Ltd. and </a:t>
            </a:r>
            <a:r>
              <a:rPr lang="en-US" dirty="0" err="1"/>
              <a:t>Eurex</a:t>
            </a:r>
            <a:r>
              <a:rPr lang="en-US" dirty="0"/>
              <a:t> Exchange Asia Pte. Ltd are corporate entities and are registered under Singapore law. </a:t>
            </a:r>
            <a:r>
              <a:rPr lang="en-US" dirty="0" err="1"/>
              <a:t>Eurex</a:t>
            </a:r>
            <a:r>
              <a:rPr lang="en-US" dirty="0"/>
              <a:t> Frankfurt AG (</a:t>
            </a:r>
            <a:r>
              <a:rPr lang="en-US" dirty="0" err="1"/>
              <a:t>Eurex</a:t>
            </a:r>
            <a:r>
              <a:rPr lang="en-US" dirty="0"/>
              <a:t>) is the administrating and operating institution of </a:t>
            </a:r>
            <a:r>
              <a:rPr lang="en-US" dirty="0" err="1"/>
              <a:t>Eurex</a:t>
            </a:r>
            <a:r>
              <a:rPr lang="en-US" dirty="0"/>
              <a:t> Deutschland. </a:t>
            </a:r>
            <a:r>
              <a:rPr lang="en-US" dirty="0" err="1"/>
              <a:t>Eurex</a:t>
            </a:r>
            <a:r>
              <a:rPr lang="en-US" dirty="0"/>
              <a:t> Deutschland is in the following referred to as the “</a:t>
            </a:r>
            <a:r>
              <a:rPr lang="en-US" dirty="0" err="1"/>
              <a:t>Eurex</a:t>
            </a:r>
            <a:r>
              <a:rPr lang="en-US" dirty="0"/>
              <a:t> Exchange”. </a:t>
            </a:r>
          </a:p>
          <a:p>
            <a:r>
              <a:rPr lang="en-US" dirty="0"/>
              <a:t>All intellectual property, proprietary and other rights and interests in this publication and the subject matter hereof (other than certain trademarks and service marks listed below) are owned by DBAG and its affiliates and subsidiaries including, without limitation, all patent, registered design, copyright, trademark and service mark rights. While reasonable care has been taken in the preparation of this publication to provide details that are accurate and not misleading at the time of publication DBAG, </a:t>
            </a:r>
            <a:r>
              <a:rPr lang="en-US" dirty="0" err="1"/>
              <a:t>Clearstream</a:t>
            </a:r>
            <a:r>
              <a:rPr lang="en-US" dirty="0"/>
              <a:t>, </a:t>
            </a:r>
            <a:r>
              <a:rPr lang="en-US" dirty="0" err="1"/>
              <a:t>Eurex</a:t>
            </a:r>
            <a:r>
              <a:rPr lang="en-US" dirty="0"/>
              <a:t>, </a:t>
            </a:r>
            <a:r>
              <a:rPr lang="en-US" dirty="0" err="1"/>
              <a:t>Eurex</a:t>
            </a:r>
            <a:r>
              <a:rPr lang="en-US" dirty="0"/>
              <a:t> Clearing, </a:t>
            </a:r>
            <a:r>
              <a:rPr lang="en-US" dirty="0" err="1"/>
              <a:t>Eurex</a:t>
            </a:r>
            <a:r>
              <a:rPr lang="en-US" dirty="0"/>
              <a:t> Repo as well as the </a:t>
            </a:r>
            <a:r>
              <a:rPr lang="en-US" dirty="0" err="1"/>
              <a:t>Eurex</a:t>
            </a:r>
            <a:r>
              <a:rPr lang="en-US" dirty="0"/>
              <a:t> Exchange and their respective servants and agents (a) do not make any representations or warranties regarding the information contained herein, whether express or implied, including without limitation any implied warranty of merchantability or fitness for a particular purpose or any warranty with respect to the accuracy, correctness, quality, completeness or timeliness of such information, and (b) shall not be responsible or liable for any third party’s use of any information contained herein under any circumstances, including, without limitation, in connection with actual trading or otherwise or for any errors or omissions contained in this publication. </a:t>
            </a:r>
          </a:p>
          <a:p>
            <a:r>
              <a:rPr lang="en-US" dirty="0"/>
              <a:t>This publication is published for information purposes only and shall not constitute investment advice respectively does not constitute an offer, solicitation or recommendation to acquire or dispose of any investment or to engage in any other transaction. This publication is not intended for solicitation purposes but only for use as general information. </a:t>
            </a:r>
            <a:br>
              <a:rPr lang="en-US" dirty="0"/>
            </a:br>
            <a:r>
              <a:rPr lang="en-US" dirty="0"/>
              <a:t>All descriptions, examples and calculations contained in this publication are for illustrative purposes only. </a:t>
            </a:r>
          </a:p>
          <a:p>
            <a:r>
              <a:rPr lang="en-US" dirty="0" err="1"/>
              <a:t>Eurex</a:t>
            </a:r>
            <a:r>
              <a:rPr lang="en-US" dirty="0"/>
              <a:t> and </a:t>
            </a:r>
            <a:r>
              <a:rPr lang="en-US" dirty="0" err="1"/>
              <a:t>Eurex</a:t>
            </a:r>
            <a:r>
              <a:rPr lang="en-US" dirty="0"/>
              <a:t> Clearing offer services directly to members of the </a:t>
            </a:r>
            <a:r>
              <a:rPr lang="en-US" dirty="0" err="1"/>
              <a:t>Eurex</a:t>
            </a:r>
            <a:r>
              <a:rPr lang="en-US" dirty="0"/>
              <a:t> Exchange respectively to clearing members of </a:t>
            </a:r>
            <a:r>
              <a:rPr lang="en-US" dirty="0" err="1"/>
              <a:t>Eurex</a:t>
            </a:r>
            <a:r>
              <a:rPr lang="en-US" dirty="0"/>
              <a:t> Clearing. Those who desire to trade any products available on the </a:t>
            </a:r>
            <a:r>
              <a:rPr lang="en-US" dirty="0" err="1"/>
              <a:t>Eurex</a:t>
            </a:r>
            <a:r>
              <a:rPr lang="en-US" dirty="0"/>
              <a:t> market or who desire to offer and sell any such products to others or who desire to possess a clearing license of </a:t>
            </a:r>
            <a:r>
              <a:rPr lang="en-US" dirty="0" err="1"/>
              <a:t>Eurex</a:t>
            </a:r>
            <a:r>
              <a:rPr lang="en-US" dirty="0"/>
              <a:t> Clearing in order to participate in the clearing process provided by </a:t>
            </a:r>
            <a:r>
              <a:rPr lang="en-US" dirty="0" err="1"/>
              <a:t>Eurex</a:t>
            </a:r>
            <a:r>
              <a:rPr lang="en-US" dirty="0"/>
              <a:t> Clearing, should consider legal and regulatory requirements of those jurisdictions relevant to them, as well as the risks associated with such products, before doing so.</a:t>
            </a:r>
          </a:p>
          <a:p>
            <a:r>
              <a:rPr lang="en-US" dirty="0"/>
              <a:t>Only </a:t>
            </a:r>
            <a:r>
              <a:rPr lang="en-US" dirty="0" err="1"/>
              <a:t>Eurex</a:t>
            </a:r>
            <a:r>
              <a:rPr lang="en-US" dirty="0"/>
              <a:t> derivatives that are CFTC-approved may be traded via direct access in the United States or by United States persons.  A complete, up-to-date list of </a:t>
            </a:r>
            <a:r>
              <a:rPr lang="en-US" dirty="0" err="1"/>
              <a:t>Eurex</a:t>
            </a:r>
            <a:r>
              <a:rPr lang="en-US" dirty="0"/>
              <a:t> derivatives that are CFTC-approved is available at: http://www.eurexchange.com/exchange-en/products/eurex-derivatives-us.  In addition, </a:t>
            </a:r>
            <a:r>
              <a:rPr lang="en-US" dirty="0" err="1"/>
              <a:t>Eurex</a:t>
            </a:r>
            <a:r>
              <a:rPr lang="en-US" dirty="0"/>
              <a:t> representatives and participants may </a:t>
            </a:r>
            <a:r>
              <a:rPr lang="en-US" dirty="0" err="1"/>
              <a:t>familiarise</a:t>
            </a:r>
            <a:r>
              <a:rPr lang="en-US" dirty="0"/>
              <a:t> U.S. Qualified Institutional Buyers (QIBs) and broker-dealers with certain eligible </a:t>
            </a:r>
            <a:r>
              <a:rPr lang="en-US" dirty="0" err="1"/>
              <a:t>Eurex</a:t>
            </a:r>
            <a:endParaRPr lang="en-US" dirty="0"/>
          </a:p>
          <a:p>
            <a:endParaRPr lang="en-US" dirty="0"/>
          </a:p>
          <a:p>
            <a:endParaRPr lang="en-US" dirty="0"/>
          </a:p>
          <a:p>
            <a:endParaRPr lang="en-US" dirty="0"/>
          </a:p>
          <a:p>
            <a:r>
              <a:rPr lang="en-US" dirty="0"/>
              <a:t>equity options and equity index options pursuant to the terms of the SEC’s July 1, 2013 Class No-Action Relief.  A complete, up-to-date list of </a:t>
            </a:r>
            <a:r>
              <a:rPr lang="en-US" dirty="0" err="1"/>
              <a:t>Eurex</a:t>
            </a:r>
            <a:r>
              <a:rPr lang="en-US" dirty="0"/>
              <a:t> options that are eligible under the SEC Class No-Action Relief is available at: http://www.eurexchange.com/exchange-</a:t>
            </a:r>
            <a:r>
              <a:rPr lang="en-US" dirty="0" err="1"/>
              <a:t>en</a:t>
            </a:r>
            <a:r>
              <a:rPr lang="en-US" dirty="0"/>
              <a:t>/products/</a:t>
            </a:r>
            <a:r>
              <a:rPr lang="en-US" dirty="0" err="1"/>
              <a:t>eurex</a:t>
            </a:r>
            <a:r>
              <a:rPr lang="en-US" dirty="0"/>
              <a:t>-derivatives-us/</a:t>
            </a:r>
            <a:r>
              <a:rPr lang="en-US" dirty="0" err="1"/>
              <a:t>eurex</a:t>
            </a:r>
            <a:r>
              <a:rPr lang="en-US" dirty="0"/>
              <a:t>-options-in-the-us-for-eligible-customers... Lastly, U.S. QIBs and broker-dealers trading on behalf of QIBs may trade certain single-security futures and narrow-based security index futures subject to terms and conditions of the SEC’s Exchange Act Release No. 60,194 (June 30, 2009), 74 Fed. Reg. 32,200 (July 7, 2009) and the CFTC’s Division of Clearing and Intermediary Oversight Advisory Concerning the Offer and Sale of Foreign Security Futures Products to Customers Located in the United States (June 8, 2010).</a:t>
            </a:r>
          </a:p>
          <a:p>
            <a:r>
              <a:rPr lang="en-US" b="1" dirty="0"/>
              <a:t>Trademarks and Service Marks</a:t>
            </a:r>
          </a:p>
          <a:p>
            <a:r>
              <a:rPr lang="en-US" dirty="0" err="1"/>
              <a:t>Buxl</a:t>
            </a:r>
            <a:r>
              <a:rPr lang="en-US" dirty="0"/>
              <a:t>®, DAX®, </a:t>
            </a:r>
            <a:r>
              <a:rPr lang="en-US" dirty="0" err="1"/>
              <a:t>DivDAX</a:t>
            </a:r>
            <a:r>
              <a:rPr lang="en-US" dirty="0"/>
              <a:t>®, </a:t>
            </a:r>
            <a:r>
              <a:rPr lang="en-US" dirty="0" err="1"/>
              <a:t>eb.rexx</a:t>
            </a:r>
            <a:r>
              <a:rPr lang="en-US" dirty="0"/>
              <a:t>®, </a:t>
            </a:r>
            <a:r>
              <a:rPr lang="en-US" dirty="0" err="1"/>
              <a:t>Eurex</a:t>
            </a:r>
            <a:r>
              <a:rPr lang="en-US" dirty="0"/>
              <a:t>®, </a:t>
            </a:r>
            <a:r>
              <a:rPr lang="en-US" dirty="0" err="1"/>
              <a:t>Eurex</a:t>
            </a:r>
            <a:r>
              <a:rPr lang="en-US" dirty="0"/>
              <a:t> Repo®, </a:t>
            </a:r>
            <a:r>
              <a:rPr lang="en-US" dirty="0" err="1"/>
              <a:t>Eurex</a:t>
            </a:r>
            <a:r>
              <a:rPr lang="en-US" dirty="0"/>
              <a:t> Strategy </a:t>
            </a:r>
            <a:r>
              <a:rPr lang="en-US" dirty="0" err="1"/>
              <a:t>WizardSM</a:t>
            </a:r>
            <a:r>
              <a:rPr lang="en-US" dirty="0"/>
              <a:t>, Euro GC Pooling®, FDAX®, FWB®, GC </a:t>
            </a:r>
            <a:r>
              <a:rPr lang="en-US" dirty="0" err="1"/>
              <a:t>Pooling®,,GCPI</a:t>
            </a:r>
            <a:r>
              <a:rPr lang="en-US" dirty="0"/>
              <a:t>®, MDAX®, ODAX®, SDAX®, </a:t>
            </a:r>
            <a:r>
              <a:rPr lang="en-US" dirty="0" err="1"/>
              <a:t>TecDAX</a:t>
            </a:r>
            <a:r>
              <a:rPr lang="en-US" dirty="0"/>
              <a:t>®, USD GC Pooling®, VDAX®, VDAX-NEW® and </a:t>
            </a:r>
            <a:r>
              <a:rPr lang="en-US" dirty="0" err="1"/>
              <a:t>Xetra</a:t>
            </a:r>
            <a:r>
              <a:rPr lang="en-US" dirty="0"/>
              <a:t>® are registered trademarks of DBAG. All MSCI indexes are service marks and the exclusive property of MSCI Barra. ATX®, ATX® five, CECE® and RDX® are registered trademarks of Vienna Stock Exchange AG. IPD® UK Quarterly Indexes are registered trademarks of Investment Property Databank Ltd. IPD and have been licensed for the use by </a:t>
            </a:r>
            <a:r>
              <a:rPr lang="en-US" dirty="0" err="1"/>
              <a:t>Eurex</a:t>
            </a:r>
            <a:r>
              <a:rPr lang="en-US" dirty="0"/>
              <a:t> for derivatives. SLI®, SMI® and SMIM® are registered trademarks of SIX Swiss Exchange AG. The STOXX® indexes, the data included therein and the trademarks used in the index names are the intellectual property of STOXX Limited and/or its licensors </a:t>
            </a:r>
            <a:r>
              <a:rPr lang="en-US" dirty="0" err="1"/>
              <a:t>Eurex</a:t>
            </a:r>
            <a:r>
              <a:rPr lang="en-US" dirty="0"/>
              <a:t> derivatives based on the STOXX® indexes are in no way sponsored, endorsed, sold or promoted by STOXX and its licensors and neither STOXX nor its licensors shall have any liability with respect thereto. Bloomberg Commodity </a:t>
            </a:r>
            <a:r>
              <a:rPr lang="en-US" dirty="0" err="1"/>
              <a:t>IndexSM</a:t>
            </a:r>
            <a:r>
              <a:rPr lang="en-US" dirty="0"/>
              <a:t> and any related sub-indexes are service marks of Bloomberg L.P. PCS® and Property Claim Services® are registered trademarks of ISO Services, Inc. Korea Exchange, KRX, KOSPI and KOSPI 200 are registered trademarks of Korea Exchange Inc. BSE and SENSEX are trademarks/service marks of Bombay Stock Exchange (BSE) and all rights accruing from the same, statutory or otherwise, wholly vest with BSE. Any violation of the above would constitute an offence under the laws of India and international treaties governing the same. </a:t>
            </a:r>
            <a:br>
              <a:rPr lang="en-US" dirty="0"/>
            </a:br>
            <a:r>
              <a:rPr lang="en-US" dirty="0"/>
              <a:t>The names of other companies and third party products may be trademarks or service marks of their respective owners.</a:t>
            </a:r>
          </a:p>
          <a:p>
            <a:r>
              <a:rPr lang="en-US" dirty="0" err="1"/>
              <a:t>Eurex</a:t>
            </a:r>
            <a:r>
              <a:rPr lang="en-US" dirty="0"/>
              <a:t> Deutschland qualifies as manufacturer of packaged retail and insurance-based investment products (PRIIPs) under Regulation (EU) No 1286/2014 on key information documents for packaged retail and insurance-based investment products (PRIIPs Regulation), and provides key information documents (KIDs) covering PRIIPs traded on </a:t>
            </a:r>
            <a:r>
              <a:rPr lang="en-US" dirty="0" err="1"/>
              <a:t>Eurex</a:t>
            </a:r>
            <a:r>
              <a:rPr lang="en-US" dirty="0"/>
              <a:t> Deutschland on its website under the following link: http://www.eurexchange.com/exchange-en/resources/regulations/eu-regulations/priips-kids.</a:t>
            </a:r>
          </a:p>
          <a:p>
            <a:r>
              <a:rPr lang="en-US" dirty="0"/>
              <a:t>In addition, according to Art. 14(1) PRIIPs Regulation the person advising on, or selling, a PRIIP shall provide the KID to retail investors free of charge.</a:t>
            </a:r>
          </a:p>
          <a:p>
            <a:endParaRPr lang="en-US" dirty="0"/>
          </a:p>
          <a:p>
            <a:endParaRPr lang="en-US" dirty="0"/>
          </a:p>
        </p:txBody>
      </p:sp>
      <p:sp>
        <p:nvSpPr>
          <p:cNvPr id="7" name="Date Placeholder 6">
            <a:extLst>
              <a:ext uri="{FF2B5EF4-FFF2-40B4-BE49-F238E27FC236}">
                <a16:creationId xmlns:a16="http://schemas.microsoft.com/office/drawing/2014/main" id="{33F8A753-B406-40CF-AC92-6499F945B6AA}"/>
              </a:ext>
            </a:extLst>
          </p:cNvPr>
          <p:cNvSpPr>
            <a:spLocks noGrp="1"/>
          </p:cNvSpPr>
          <p:nvPr>
            <p:ph type="dt" sz="half" idx="13"/>
          </p:nvPr>
        </p:nvSpPr>
        <p:spPr/>
        <p:txBody>
          <a:bodyPr/>
          <a:lstStyle/>
          <a:p>
            <a:fld id="{41AFF811-8011-4CB1-9FAD-D45755C145E1}" type="datetime3">
              <a:rPr lang="en-US" smtClean="0"/>
              <a:t>23 February 2026</a:t>
            </a:fld>
            <a:endParaRPr lang="en-US"/>
          </a:p>
        </p:txBody>
      </p:sp>
      <p:sp>
        <p:nvSpPr>
          <p:cNvPr id="8" name="Slide Number Placeholder 7">
            <a:extLst>
              <a:ext uri="{FF2B5EF4-FFF2-40B4-BE49-F238E27FC236}">
                <a16:creationId xmlns:a16="http://schemas.microsoft.com/office/drawing/2014/main" id="{9D055B6F-B37F-42F4-85C2-80F29AA02CDA}"/>
              </a:ext>
            </a:extLst>
          </p:cNvPr>
          <p:cNvSpPr>
            <a:spLocks noGrp="1"/>
          </p:cNvSpPr>
          <p:nvPr>
            <p:ph type="sldNum" sz="quarter" idx="14"/>
          </p:nvPr>
        </p:nvSpPr>
        <p:spPr/>
        <p:txBody>
          <a:bodyPr/>
          <a:lstStyle/>
          <a:p>
            <a:fld id="{62CB3E74-FC4B-418A-B5F6-72ED80208EB2}" type="slidenum">
              <a:rPr lang="en-US" smtClean="0"/>
              <a:pPr/>
              <a:t>25</a:t>
            </a:fld>
            <a:endParaRPr lang="en-US"/>
          </a:p>
        </p:txBody>
      </p:sp>
    </p:spTree>
    <p:extLst>
      <p:ext uri="{BB962C8B-B14F-4D97-AF65-F5344CB8AC3E}">
        <p14:creationId xmlns:p14="http://schemas.microsoft.com/office/powerpoint/2010/main" val="2725854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A4A55C0-00F9-4D7F-B977-C222B2D28A3B}"/>
              </a:ext>
            </a:extLst>
          </p:cNvPr>
          <p:cNvSpPr>
            <a:spLocks noGrp="1"/>
          </p:cNvSpPr>
          <p:nvPr>
            <p:ph type="title"/>
          </p:nvPr>
        </p:nvSpPr>
        <p:spPr/>
        <p:txBody>
          <a:bodyPr/>
          <a:lstStyle/>
          <a:p>
            <a:r>
              <a:rPr lang="en-US"/>
              <a:t>Real-world examples</a:t>
            </a:r>
          </a:p>
        </p:txBody>
      </p:sp>
      <p:sp>
        <p:nvSpPr>
          <p:cNvPr id="6" name="Textplatzhalter 5">
            <a:extLst>
              <a:ext uri="{FF2B5EF4-FFF2-40B4-BE49-F238E27FC236}">
                <a16:creationId xmlns:a16="http://schemas.microsoft.com/office/drawing/2014/main" id="{E9A41F44-8210-4FCD-9642-A41A454C5053}"/>
              </a:ext>
            </a:extLst>
          </p:cNvPr>
          <p:cNvSpPr>
            <a:spLocks noGrp="1"/>
          </p:cNvSpPr>
          <p:nvPr>
            <p:ph type="body" sz="quarter" idx="10"/>
          </p:nvPr>
        </p:nvSpPr>
        <p:spPr/>
        <p:txBody>
          <a:bodyPr/>
          <a:lstStyle/>
          <a:p>
            <a:endParaRPr lang="en-US"/>
          </a:p>
        </p:txBody>
      </p:sp>
      <p:sp>
        <p:nvSpPr>
          <p:cNvPr id="2" name="Date Placeholder 1">
            <a:extLst>
              <a:ext uri="{FF2B5EF4-FFF2-40B4-BE49-F238E27FC236}">
                <a16:creationId xmlns:a16="http://schemas.microsoft.com/office/drawing/2014/main" id="{B785BF9A-999D-47DD-9B17-B93C71D00137}"/>
              </a:ext>
            </a:extLst>
          </p:cNvPr>
          <p:cNvSpPr>
            <a:spLocks noGrp="1"/>
          </p:cNvSpPr>
          <p:nvPr>
            <p:ph type="dt" sz="half" idx="11"/>
          </p:nvPr>
        </p:nvSpPr>
        <p:spPr/>
        <p:txBody>
          <a:bodyPr/>
          <a:lstStyle/>
          <a:p>
            <a:fld id="{7EB4D91D-2D13-4D37-A2B5-BC582A276D74}" type="datetime3">
              <a:rPr lang="en-US" smtClean="0"/>
              <a:t>23 February 2026</a:t>
            </a:fld>
            <a:endParaRPr lang="en-US"/>
          </a:p>
        </p:txBody>
      </p:sp>
      <p:sp>
        <p:nvSpPr>
          <p:cNvPr id="3" name="Slide Number Placeholder 2">
            <a:extLst>
              <a:ext uri="{FF2B5EF4-FFF2-40B4-BE49-F238E27FC236}">
                <a16:creationId xmlns:a16="http://schemas.microsoft.com/office/drawing/2014/main" id="{42D28614-43D9-40B1-B5D7-04047CB6EA30}"/>
              </a:ext>
            </a:extLst>
          </p:cNvPr>
          <p:cNvSpPr>
            <a:spLocks noGrp="1"/>
          </p:cNvSpPr>
          <p:nvPr>
            <p:ph type="sldNum" sz="quarter" idx="12"/>
          </p:nvPr>
        </p:nvSpPr>
        <p:spPr/>
        <p:txBody>
          <a:bodyPr/>
          <a:lstStyle/>
          <a:p>
            <a:fld id="{62CB3E74-FC4B-418A-B5F6-72ED80208EB2}" type="slidenum">
              <a:rPr lang="en-US" smtClean="0"/>
              <a:pPr/>
              <a:t>26</a:t>
            </a:fld>
            <a:endParaRPr lang="en-US"/>
          </a:p>
        </p:txBody>
      </p:sp>
    </p:spTree>
    <p:extLst>
      <p:ext uri="{BB962C8B-B14F-4D97-AF65-F5344CB8AC3E}">
        <p14:creationId xmlns:p14="http://schemas.microsoft.com/office/powerpoint/2010/main" val="2612580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CAF31E4-EEAB-4233-92C2-C39412156CED}"/>
              </a:ext>
            </a:extLst>
          </p:cNvPr>
          <p:cNvSpPr>
            <a:spLocks noGrp="1"/>
          </p:cNvSpPr>
          <p:nvPr>
            <p:ph type="title"/>
          </p:nvPr>
        </p:nvSpPr>
        <p:spPr/>
        <p:txBody>
          <a:bodyPr/>
          <a:lstStyle/>
          <a:p>
            <a:r>
              <a:rPr lang="en-US" dirty="0"/>
              <a:t>OTC IRD Market Share Continues to Grow</a:t>
            </a:r>
            <a:br>
              <a:rPr lang="en-US" dirty="0"/>
            </a:br>
            <a:r>
              <a:rPr lang="en-US" sz="2000" b="0" dirty="0"/>
              <a:t>EUR Market Share – by CCP and by product</a:t>
            </a:r>
          </a:p>
        </p:txBody>
      </p:sp>
      <p:sp>
        <p:nvSpPr>
          <p:cNvPr id="2" name="Date Placeholder 1">
            <a:extLst>
              <a:ext uri="{FF2B5EF4-FFF2-40B4-BE49-F238E27FC236}">
                <a16:creationId xmlns:a16="http://schemas.microsoft.com/office/drawing/2014/main" id="{7C2D5D7C-9925-4EF7-AECC-F48C6F691377}"/>
              </a:ext>
            </a:extLst>
          </p:cNvPr>
          <p:cNvSpPr>
            <a:spLocks noGrp="1"/>
          </p:cNvSpPr>
          <p:nvPr>
            <p:ph type="dt" sz="half" idx="10"/>
          </p:nvPr>
        </p:nvSpPr>
        <p:spPr/>
        <p:txBody>
          <a:bodyPr/>
          <a:lstStyle/>
          <a:p>
            <a:fld id="{D3DB8692-5757-4B0C-84DE-ED029F31EB83}" type="datetime3">
              <a:rPr lang="en-US" smtClean="0"/>
              <a:t>23 February 2026</a:t>
            </a:fld>
            <a:endParaRPr lang="en-US"/>
          </a:p>
        </p:txBody>
      </p:sp>
      <p:sp>
        <p:nvSpPr>
          <p:cNvPr id="6" name="Slide Number Placeholder 5">
            <a:extLst>
              <a:ext uri="{FF2B5EF4-FFF2-40B4-BE49-F238E27FC236}">
                <a16:creationId xmlns:a16="http://schemas.microsoft.com/office/drawing/2014/main" id="{5895C487-5E54-4D27-A5F2-60AE34EC1359}"/>
              </a:ext>
            </a:extLst>
          </p:cNvPr>
          <p:cNvSpPr>
            <a:spLocks noGrp="1"/>
          </p:cNvSpPr>
          <p:nvPr>
            <p:ph type="sldNum" sz="quarter" idx="11"/>
          </p:nvPr>
        </p:nvSpPr>
        <p:spPr/>
        <p:txBody>
          <a:bodyPr/>
          <a:lstStyle/>
          <a:p>
            <a:fld id="{62CB3E74-FC4B-418A-B5F6-72ED80208EB2}" type="slidenum">
              <a:rPr lang="en-US" smtClean="0"/>
              <a:pPr/>
              <a:t>27</a:t>
            </a:fld>
            <a:endParaRPr lang="en-US"/>
          </a:p>
        </p:txBody>
      </p:sp>
      <p:grpSp>
        <p:nvGrpSpPr>
          <p:cNvPr id="8" name="Group 10">
            <a:extLst>
              <a:ext uri="{FF2B5EF4-FFF2-40B4-BE49-F238E27FC236}">
                <a16:creationId xmlns:a16="http://schemas.microsoft.com/office/drawing/2014/main" id="{89805350-A630-494E-819F-6B6CAF0A5C1D}"/>
              </a:ext>
            </a:extLst>
          </p:cNvPr>
          <p:cNvGrpSpPr/>
          <p:nvPr/>
        </p:nvGrpSpPr>
        <p:grpSpPr>
          <a:xfrm>
            <a:off x="562295" y="3918885"/>
            <a:ext cx="8336608" cy="2030403"/>
            <a:chOff x="6184978" y="4571166"/>
            <a:chExt cx="3887927" cy="2006784"/>
          </a:xfrm>
        </p:grpSpPr>
        <p:graphicFrame>
          <p:nvGraphicFramePr>
            <p:cNvPr id="9" name="Chart 48">
              <a:extLst>
                <a:ext uri="{FF2B5EF4-FFF2-40B4-BE49-F238E27FC236}">
                  <a16:creationId xmlns:a16="http://schemas.microsoft.com/office/drawing/2014/main" id="{CF5BB829-ACE5-4C46-982B-2335A7F20A89}"/>
                </a:ext>
              </a:extLst>
            </p:cNvPr>
            <p:cNvGraphicFramePr>
              <a:graphicFrameLocks/>
            </p:cNvGraphicFramePr>
            <p:nvPr>
              <p:extLst>
                <p:ext uri="{D42A27DB-BD31-4B8C-83A1-F6EECF244321}">
                  <p14:modId xmlns:p14="http://schemas.microsoft.com/office/powerpoint/2010/main" val="3127156751"/>
                </p:ext>
              </p:extLst>
            </p:nvPr>
          </p:nvGraphicFramePr>
          <p:xfrm>
            <a:off x="6184978" y="4622545"/>
            <a:ext cx="3887927" cy="1955405"/>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 Diagonal Corner Rectangle 54">
              <a:extLst>
                <a:ext uri="{FF2B5EF4-FFF2-40B4-BE49-F238E27FC236}">
                  <a16:creationId xmlns:a16="http://schemas.microsoft.com/office/drawing/2014/main" id="{98AB4871-600F-4725-A072-D3315264AFC1}"/>
                </a:ext>
              </a:extLst>
            </p:cNvPr>
            <p:cNvSpPr/>
            <p:nvPr/>
          </p:nvSpPr>
          <p:spPr>
            <a:xfrm>
              <a:off x="6790559" y="4571166"/>
              <a:ext cx="2827579" cy="306467"/>
            </a:xfrm>
            <a:prstGeom prst="round2DiagRect">
              <a:avLst/>
            </a:prstGeom>
            <a:solidFill>
              <a:schemeClr val="bg1"/>
            </a:solidFill>
          </p:spPr>
          <p:txBody>
            <a:bodyPr wrap="square" lIns="0" rIns="0" rtlCol="0">
              <a:spAutoFit/>
            </a:bodyPr>
            <a:lstStyle/>
            <a:p>
              <a:pPr algn="ctr" fontAlgn="base">
                <a:spcBef>
                  <a:spcPct val="0"/>
                </a:spcBef>
                <a:spcAft>
                  <a:spcPct val="0"/>
                </a:spcAft>
                <a:defRPr/>
              </a:pPr>
              <a:r>
                <a:rPr lang="en-US" sz="1200" b="1">
                  <a:solidFill>
                    <a:schemeClr val="accent2"/>
                  </a:solidFill>
                  <a:latin typeface="Arial" pitchFamily="34" charset="0"/>
                </a:rPr>
                <a:t>Notional Outstanding FRA Market Share</a:t>
              </a:r>
            </a:p>
          </p:txBody>
        </p:sp>
      </p:grpSp>
      <p:grpSp>
        <p:nvGrpSpPr>
          <p:cNvPr id="11" name="Group 9">
            <a:extLst>
              <a:ext uri="{FF2B5EF4-FFF2-40B4-BE49-F238E27FC236}">
                <a16:creationId xmlns:a16="http://schemas.microsoft.com/office/drawing/2014/main" id="{CC1CF8D0-6286-4B9C-847E-BB751C86FD99}"/>
              </a:ext>
            </a:extLst>
          </p:cNvPr>
          <p:cNvGrpSpPr/>
          <p:nvPr/>
        </p:nvGrpSpPr>
        <p:grpSpPr>
          <a:xfrm>
            <a:off x="367939" y="1646064"/>
            <a:ext cx="8447367" cy="2150420"/>
            <a:chOff x="1970008" y="4334479"/>
            <a:chExt cx="3850462" cy="1931041"/>
          </a:xfrm>
        </p:grpSpPr>
        <p:graphicFrame>
          <p:nvGraphicFramePr>
            <p:cNvPr id="12" name="Chart 47">
              <a:extLst>
                <a:ext uri="{FF2B5EF4-FFF2-40B4-BE49-F238E27FC236}">
                  <a16:creationId xmlns:a16="http://schemas.microsoft.com/office/drawing/2014/main" id="{D49B29ED-C3AF-4A32-B10B-F73F4A30B6D5}"/>
                </a:ext>
              </a:extLst>
            </p:cNvPr>
            <p:cNvGraphicFramePr>
              <a:graphicFrameLocks/>
            </p:cNvGraphicFramePr>
            <p:nvPr>
              <p:extLst>
                <p:ext uri="{D42A27DB-BD31-4B8C-83A1-F6EECF244321}">
                  <p14:modId xmlns:p14="http://schemas.microsoft.com/office/powerpoint/2010/main" val="3690060987"/>
                </p:ext>
              </p:extLst>
            </p:nvPr>
          </p:nvGraphicFramePr>
          <p:xfrm>
            <a:off x="1970008" y="4400658"/>
            <a:ext cx="3850462" cy="1864862"/>
          </p:xfrm>
          <a:graphic>
            <a:graphicData uri="http://schemas.openxmlformats.org/drawingml/2006/chart">
              <c:chart xmlns:c="http://schemas.openxmlformats.org/drawingml/2006/chart" xmlns:r="http://schemas.openxmlformats.org/officeDocument/2006/relationships" r:id="rId4"/>
            </a:graphicData>
          </a:graphic>
        </p:graphicFrame>
        <p:sp>
          <p:nvSpPr>
            <p:cNvPr id="13" name="Round Diagonal Corner Rectangle 53">
              <a:extLst>
                <a:ext uri="{FF2B5EF4-FFF2-40B4-BE49-F238E27FC236}">
                  <a16:creationId xmlns:a16="http://schemas.microsoft.com/office/drawing/2014/main" id="{9B55BDED-2090-4104-B8B6-FAB8D167BB18}"/>
                </a:ext>
              </a:extLst>
            </p:cNvPr>
            <p:cNvSpPr/>
            <p:nvPr/>
          </p:nvSpPr>
          <p:spPr>
            <a:xfrm>
              <a:off x="2519279" y="4334479"/>
              <a:ext cx="2712023" cy="275801"/>
            </a:xfrm>
            <a:prstGeom prst="round2DiagRect">
              <a:avLst/>
            </a:prstGeom>
            <a:solidFill>
              <a:schemeClr val="bg1"/>
            </a:solidFill>
          </p:spPr>
          <p:txBody>
            <a:bodyPr wrap="square" lIns="0" rIns="0" rtlCol="0">
              <a:spAutoFit/>
            </a:bodyPr>
            <a:lstStyle/>
            <a:p>
              <a:pPr algn="ctr" fontAlgn="base">
                <a:spcBef>
                  <a:spcPct val="0"/>
                </a:spcBef>
                <a:spcAft>
                  <a:spcPct val="0"/>
                </a:spcAft>
                <a:defRPr/>
              </a:pPr>
              <a:r>
                <a:rPr lang="en-US" sz="1100" b="1">
                  <a:solidFill>
                    <a:schemeClr val="accent2"/>
                  </a:solidFill>
                  <a:latin typeface="Arial" pitchFamily="34" charset="0"/>
                </a:rPr>
                <a:t>Notional </a:t>
              </a:r>
              <a:r>
                <a:rPr lang="en-US" sz="1200" b="1">
                  <a:solidFill>
                    <a:schemeClr val="accent2"/>
                  </a:solidFill>
                  <a:latin typeface="Arial" pitchFamily="34" charset="0"/>
                </a:rPr>
                <a:t>Outstanding</a:t>
              </a:r>
              <a:r>
                <a:rPr lang="en-US" sz="1100" b="1">
                  <a:solidFill>
                    <a:schemeClr val="accent2"/>
                  </a:solidFill>
                  <a:latin typeface="Arial" pitchFamily="34" charset="0"/>
                </a:rPr>
                <a:t> IRS Market Share</a:t>
              </a:r>
            </a:p>
          </p:txBody>
        </p:sp>
      </p:grpSp>
      <p:sp>
        <p:nvSpPr>
          <p:cNvPr id="15" name="Textfeld 14">
            <a:extLst>
              <a:ext uri="{FF2B5EF4-FFF2-40B4-BE49-F238E27FC236}">
                <a16:creationId xmlns:a16="http://schemas.microsoft.com/office/drawing/2014/main" id="{20489F20-51A1-4ABB-A13F-EB5CDB4F09E0}"/>
              </a:ext>
            </a:extLst>
          </p:cNvPr>
          <p:cNvSpPr txBox="1"/>
          <p:nvPr/>
        </p:nvSpPr>
        <p:spPr>
          <a:xfrm>
            <a:off x="8898904" y="5229200"/>
            <a:ext cx="2705722" cy="900138"/>
          </a:xfrm>
          <a:prstGeom prst="rect">
            <a:avLst/>
          </a:prstGeom>
          <a:noFill/>
        </p:spPr>
        <p:txBody>
          <a:bodyPr wrap="square" lIns="0" tIns="0" rIns="0" bIns="0" rtlCol="0">
            <a:noAutofit/>
          </a:bodyPr>
          <a:lstStyle/>
          <a:p>
            <a:pPr lvl="3"/>
            <a:r>
              <a:rPr lang="en-US" sz="1000" dirty="0"/>
              <a:t>Products include IRS, OIS, Basis, ZC, FRA, VNS &amp; Inflation</a:t>
            </a:r>
          </a:p>
          <a:p>
            <a:pPr lvl="3"/>
            <a:r>
              <a:rPr lang="en-US" sz="800" dirty="0"/>
              <a:t>Source: Clarus FT</a:t>
            </a:r>
          </a:p>
        </p:txBody>
      </p:sp>
      <p:sp>
        <p:nvSpPr>
          <p:cNvPr id="20" name="TextBox 19">
            <a:extLst>
              <a:ext uri="{FF2B5EF4-FFF2-40B4-BE49-F238E27FC236}">
                <a16:creationId xmlns:a16="http://schemas.microsoft.com/office/drawing/2014/main" id="{6C53409C-7189-4ACE-80B1-495B12BFD70F}"/>
              </a:ext>
            </a:extLst>
          </p:cNvPr>
          <p:cNvSpPr txBox="1"/>
          <p:nvPr/>
        </p:nvSpPr>
        <p:spPr>
          <a:xfrm>
            <a:off x="8898904" y="1700213"/>
            <a:ext cx="2705723" cy="2844911"/>
          </a:xfrm>
          <a:prstGeom prst="rect">
            <a:avLst/>
          </a:prstGeom>
          <a:noFill/>
        </p:spPr>
        <p:txBody>
          <a:bodyPr wrap="square" lIns="0" tIns="0" rIns="0" bIns="0" rtlCol="0">
            <a:noAutofit/>
          </a:bodyPr>
          <a:lstStyle/>
          <a:p>
            <a:pPr lvl="3"/>
            <a:r>
              <a:rPr lang="en-US" dirty="0"/>
              <a:t>Arial, 14 </a:t>
            </a:r>
            <a:r>
              <a:rPr lang="en-US" dirty="0" err="1"/>
              <a:t>pt</a:t>
            </a:r>
            <a:r>
              <a:rPr lang="en-US" dirty="0"/>
              <a:t>: Increase in market share from January 2018 to 20 March 2020: </a:t>
            </a:r>
          </a:p>
          <a:p>
            <a:pPr lvl="4"/>
            <a:r>
              <a:rPr lang="en-US" dirty="0"/>
              <a:t>IRS 3.7% to 11.7%	</a:t>
            </a:r>
          </a:p>
          <a:p>
            <a:pPr lvl="4"/>
            <a:r>
              <a:rPr lang="en-US" dirty="0"/>
              <a:t>FRA 3.2% to 44.2%</a:t>
            </a:r>
          </a:p>
          <a:p>
            <a:pPr lvl="4"/>
            <a:r>
              <a:rPr lang="en-US" dirty="0"/>
              <a:t>IRD 2.6% to 16.6%</a:t>
            </a:r>
          </a:p>
          <a:p>
            <a:pPr algn="l"/>
            <a:endParaRPr lang="en-US" sz="1400" dirty="0"/>
          </a:p>
        </p:txBody>
      </p:sp>
    </p:spTree>
    <p:extLst>
      <p:ext uri="{BB962C8B-B14F-4D97-AF65-F5344CB8AC3E}">
        <p14:creationId xmlns:p14="http://schemas.microsoft.com/office/powerpoint/2010/main" val="3915054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424A408-629F-49BE-9ED1-7B6E6A0DE0C4}"/>
              </a:ext>
            </a:extLst>
          </p:cNvPr>
          <p:cNvSpPr>
            <a:spLocks noGrp="1"/>
          </p:cNvSpPr>
          <p:nvPr>
            <p:ph type="title"/>
          </p:nvPr>
        </p:nvSpPr>
        <p:spPr/>
        <p:txBody>
          <a:bodyPr/>
          <a:lstStyle/>
          <a:p>
            <a:r>
              <a:rPr lang="en-US"/>
              <a:t>Extension of Successful Partnership Program </a:t>
            </a:r>
            <a:br>
              <a:rPr lang="en-US"/>
            </a:br>
            <a:r>
              <a:rPr lang="en-US"/>
              <a:t>to Repo and OTC FX (I)</a:t>
            </a:r>
            <a:br>
              <a:rPr lang="en-US"/>
            </a:br>
            <a:endParaRPr lang="en-US"/>
          </a:p>
        </p:txBody>
      </p:sp>
      <p:graphicFrame>
        <p:nvGraphicFramePr>
          <p:cNvPr id="7" name="Tabelle 7">
            <a:extLst>
              <a:ext uri="{FF2B5EF4-FFF2-40B4-BE49-F238E27FC236}">
                <a16:creationId xmlns:a16="http://schemas.microsoft.com/office/drawing/2014/main" id="{1B5CEF06-ECAC-4B27-9E4D-38975D43D062}"/>
              </a:ext>
            </a:extLst>
          </p:cNvPr>
          <p:cNvGraphicFramePr>
            <a:graphicFrameLocks noGrp="1"/>
          </p:cNvGraphicFramePr>
          <p:nvPr>
            <p:ph idx="1"/>
            <p:extLst>
              <p:ext uri="{D42A27DB-BD31-4B8C-83A1-F6EECF244321}">
                <p14:modId xmlns:p14="http://schemas.microsoft.com/office/powerpoint/2010/main" val="246396014"/>
              </p:ext>
            </p:extLst>
          </p:nvPr>
        </p:nvGraphicFramePr>
        <p:xfrm>
          <a:off x="587375" y="1700213"/>
          <a:ext cx="11017248" cy="3931803"/>
        </p:xfrm>
        <a:graphic>
          <a:graphicData uri="http://schemas.openxmlformats.org/drawingml/2006/table">
            <a:tbl>
              <a:tblPr firstRow="1" firstCol="1" bandRow="1">
                <a:tableStyleId>{3328C8A7-C3E3-475F-BAE9-F2AA3C6B7DF7}</a:tableStyleId>
              </a:tblPr>
              <a:tblGrid>
                <a:gridCol w="1368165">
                  <a:extLst>
                    <a:ext uri="{9D8B030D-6E8A-4147-A177-3AD203B41FA5}">
                      <a16:colId xmlns:a16="http://schemas.microsoft.com/office/drawing/2014/main" val="852717109"/>
                    </a:ext>
                  </a:extLst>
                </a:gridCol>
                <a:gridCol w="5112568">
                  <a:extLst>
                    <a:ext uri="{9D8B030D-6E8A-4147-A177-3AD203B41FA5}">
                      <a16:colId xmlns:a16="http://schemas.microsoft.com/office/drawing/2014/main" val="390903739"/>
                    </a:ext>
                  </a:extLst>
                </a:gridCol>
                <a:gridCol w="4536515">
                  <a:extLst>
                    <a:ext uri="{9D8B030D-6E8A-4147-A177-3AD203B41FA5}">
                      <a16:colId xmlns:a16="http://schemas.microsoft.com/office/drawing/2014/main" val="2518709292"/>
                    </a:ext>
                  </a:extLst>
                </a:gridCol>
              </a:tblGrid>
              <a:tr h="425198">
                <a:tc>
                  <a:txBody>
                    <a:bodyPr/>
                    <a:lstStyle/>
                    <a:p>
                      <a:endParaRPr lang="de-DE" dirty="0"/>
                    </a:p>
                  </a:txBody>
                  <a:tcPr marL="137160" marR="137160" marT="115200" marB="115200" anchor="ctr"/>
                </a:tc>
                <a:tc>
                  <a:txBody>
                    <a:bodyPr/>
                    <a:lstStyle/>
                    <a:p>
                      <a:r>
                        <a:rPr lang="de-DE" dirty="0" err="1"/>
                        <a:t>Repo</a:t>
                      </a:r>
                      <a:r>
                        <a:rPr lang="de-DE" dirty="0"/>
                        <a:t> (12 </a:t>
                      </a:r>
                      <a:r>
                        <a:rPr lang="de-DE" dirty="0" err="1"/>
                        <a:t>pt</a:t>
                      </a:r>
                      <a:r>
                        <a:rPr lang="de-DE" dirty="0"/>
                        <a:t>)</a:t>
                      </a:r>
                    </a:p>
                  </a:txBody>
                  <a:tcPr marL="137160" marR="137160" marT="115200" marB="115200"/>
                </a:tc>
                <a:tc>
                  <a:txBody>
                    <a:bodyPr/>
                    <a:lstStyle/>
                    <a:p>
                      <a:r>
                        <a:rPr lang="de-DE" dirty="0"/>
                        <a:t>OTC FX</a:t>
                      </a:r>
                    </a:p>
                  </a:txBody>
                  <a:tcPr marL="137160" marR="137160" marT="115200" marB="115200"/>
                </a:tc>
                <a:extLst>
                  <a:ext uri="{0D108BD9-81ED-4DB2-BD59-A6C34878D82A}">
                    <a16:rowId xmlns:a16="http://schemas.microsoft.com/office/drawing/2014/main" val="32237248"/>
                  </a:ext>
                </a:extLst>
              </a:tr>
              <a:tr h="1169103">
                <a:tc>
                  <a:txBody>
                    <a:bodyPr/>
                    <a:lstStyle/>
                    <a:p>
                      <a:r>
                        <a:rPr lang="de-DE" dirty="0" err="1"/>
                        <a:t>Scope</a:t>
                      </a:r>
                      <a:r>
                        <a:rPr lang="de-DE" dirty="0"/>
                        <a:t> (12 </a:t>
                      </a:r>
                      <a:r>
                        <a:rPr lang="de-DE" dirty="0" err="1"/>
                        <a:t>pt</a:t>
                      </a:r>
                      <a:r>
                        <a:rPr lang="de-DE" dirty="0"/>
                        <a:t>)</a:t>
                      </a:r>
                    </a:p>
                  </a:txBody>
                  <a:tcPr marL="137160" marR="137160" marT="115200" marB="115200" anchor="ctr"/>
                </a:tc>
                <a:tc>
                  <a:txBody>
                    <a:bodyPr/>
                    <a:lstStyle/>
                    <a:p>
                      <a:pPr lvl="1"/>
                      <a:r>
                        <a:rPr lang="en-US" dirty="0"/>
                        <a:t>Special Repo (max. 12 Pt)</a:t>
                      </a:r>
                    </a:p>
                    <a:p>
                      <a:pPr lvl="1"/>
                      <a:r>
                        <a:rPr lang="en-US" dirty="0"/>
                        <a:t>GC Repo</a:t>
                      </a:r>
                    </a:p>
                    <a:p>
                      <a:pPr lvl="1"/>
                      <a:r>
                        <a:rPr lang="en-US" dirty="0"/>
                        <a:t>Dealer-to-client repo incl. GC Pooling</a:t>
                      </a:r>
                    </a:p>
                  </a:txBody>
                  <a:tcPr marL="137160" marR="137160" marT="115200" marB="115200"/>
                </a:tc>
                <a:tc>
                  <a:txBody>
                    <a:bodyPr/>
                    <a:lstStyle/>
                    <a:p>
                      <a:pPr lvl="1"/>
                      <a:r>
                        <a:rPr lang="en-US" dirty="0"/>
                        <a:t>Cross-currency Swaps</a:t>
                      </a:r>
                    </a:p>
                    <a:p>
                      <a:pPr lvl="1"/>
                      <a:r>
                        <a:rPr lang="en-US" dirty="0"/>
                        <a:t>FX Spot</a:t>
                      </a:r>
                    </a:p>
                    <a:p>
                      <a:pPr lvl="1"/>
                      <a:r>
                        <a:rPr lang="en-US" dirty="0"/>
                        <a:t>FX Forward</a:t>
                      </a:r>
                    </a:p>
                    <a:p>
                      <a:pPr lvl="1"/>
                      <a:r>
                        <a:rPr lang="en-US" dirty="0"/>
                        <a:t>FX Swaps</a:t>
                      </a:r>
                    </a:p>
                    <a:p>
                      <a:pPr marL="144000" lvl="1" indent="-144000">
                        <a:buFont typeface="BundesSans Office" panose="020B0002030500000203" pitchFamily="34" charset="0"/>
                        <a:buChar char="→"/>
                      </a:pPr>
                      <a:r>
                        <a:rPr lang="en-US" dirty="0"/>
                        <a:t>For EUR, USD and GBP</a:t>
                      </a:r>
                    </a:p>
                  </a:txBody>
                  <a:tcPr marL="137160" marR="137160" marT="115200" marB="115200"/>
                </a:tc>
                <a:extLst>
                  <a:ext uri="{0D108BD9-81ED-4DB2-BD59-A6C34878D82A}">
                    <a16:rowId xmlns:a16="http://schemas.microsoft.com/office/drawing/2014/main" val="1251267338"/>
                  </a:ext>
                </a:extLst>
              </a:tr>
              <a:tr h="797151">
                <a:tc>
                  <a:txBody>
                    <a:bodyPr/>
                    <a:lstStyle/>
                    <a:p>
                      <a:r>
                        <a:rPr lang="de-DE" dirty="0"/>
                        <a:t>Revenue </a:t>
                      </a:r>
                      <a:r>
                        <a:rPr lang="de-DE" dirty="0" err="1"/>
                        <a:t>sharing</a:t>
                      </a:r>
                      <a:endParaRPr lang="de-DE" dirty="0"/>
                    </a:p>
                  </a:txBody>
                  <a:tcPr marL="137160" marR="137160" marT="115200" marB="115200" anchor="ctr"/>
                </a:tc>
                <a:tc>
                  <a:txBody>
                    <a:bodyPr/>
                    <a:lstStyle/>
                    <a:p>
                      <a:pPr lvl="1"/>
                      <a:r>
                        <a:rPr lang="en-US" dirty="0"/>
                        <a:t>Revenue sharing with </a:t>
                      </a:r>
                      <a:r>
                        <a:rPr lang="en-US" b="1" dirty="0"/>
                        <a:t>10 most active participants</a:t>
                      </a:r>
                    </a:p>
                    <a:p>
                      <a:pPr lvl="1"/>
                      <a:r>
                        <a:rPr lang="en-US" dirty="0"/>
                        <a:t>Attractive monthly </a:t>
                      </a:r>
                      <a:r>
                        <a:rPr lang="en-US" b="1" dirty="0"/>
                        <a:t>performance-based</a:t>
                      </a:r>
                      <a:r>
                        <a:rPr lang="en-US" dirty="0"/>
                        <a:t> scheme</a:t>
                      </a:r>
                    </a:p>
                    <a:p>
                      <a:pPr lvl="1"/>
                      <a:r>
                        <a:rPr lang="en-US" dirty="0"/>
                        <a:t>Turning into </a:t>
                      </a:r>
                      <a:r>
                        <a:rPr lang="en-US" b="1" dirty="0"/>
                        <a:t>perpetual revenue</a:t>
                      </a:r>
                      <a:r>
                        <a:rPr lang="en-US" dirty="0"/>
                        <a:t> share after year 4</a:t>
                      </a:r>
                      <a:endParaRPr lang="en-US" i="1" dirty="0"/>
                    </a:p>
                  </a:txBody>
                  <a:tcPr marL="137160" marR="137160" marT="115200" marB="115200"/>
                </a:tc>
                <a:tc>
                  <a:txBody>
                    <a:bodyPr/>
                    <a:lstStyle/>
                    <a:p>
                      <a:endParaRPr lang="de-DE" dirty="0"/>
                    </a:p>
                  </a:txBody>
                  <a:tcPr marL="137160" marR="137160" marT="115200" marB="115200"/>
                </a:tc>
                <a:extLst>
                  <a:ext uri="{0D108BD9-81ED-4DB2-BD59-A6C34878D82A}">
                    <a16:rowId xmlns:a16="http://schemas.microsoft.com/office/drawing/2014/main" val="2313288324"/>
                  </a:ext>
                </a:extLst>
              </a:tr>
              <a:tr h="425198">
                <a:tc rowSpan="2">
                  <a:txBody>
                    <a:bodyPr/>
                    <a:lstStyle/>
                    <a:p>
                      <a:r>
                        <a:rPr lang="de-DE" dirty="0" err="1"/>
                        <a:t>Governance</a:t>
                      </a:r>
                      <a:endParaRPr lang="de-DE" dirty="0"/>
                    </a:p>
                  </a:txBody>
                  <a:tcPr marL="137160" marR="137160" marT="115200" marB="115200" anchor="ctr"/>
                </a:tc>
                <a:tc>
                  <a:txBody>
                    <a:bodyPr/>
                    <a:lstStyle/>
                    <a:p>
                      <a:pPr lvl="1"/>
                      <a:r>
                        <a:rPr lang="de-DE" b="1" dirty="0" err="1"/>
                        <a:t>Repo</a:t>
                      </a:r>
                      <a:r>
                        <a:rPr lang="de-DE" b="1" dirty="0"/>
                        <a:t> Board Advisory</a:t>
                      </a:r>
                      <a:r>
                        <a:rPr lang="de-DE" dirty="0"/>
                        <a:t> Committee</a:t>
                      </a:r>
                    </a:p>
                  </a:txBody>
                  <a:tcPr marL="137160" marR="137160" marT="115200" marB="115200"/>
                </a:tc>
                <a:tc>
                  <a:txBody>
                    <a:bodyPr/>
                    <a:lstStyle/>
                    <a:p>
                      <a:pPr lvl="1"/>
                      <a:r>
                        <a:rPr lang="de-DE" b="1" dirty="0"/>
                        <a:t>FIC Board Advisory</a:t>
                      </a:r>
                      <a:r>
                        <a:rPr lang="de-DE" dirty="0"/>
                        <a:t> Committee</a:t>
                      </a:r>
                      <a:r>
                        <a:rPr lang="de-DE" baseline="30000" dirty="0"/>
                        <a:t>1</a:t>
                      </a:r>
                    </a:p>
                  </a:txBody>
                  <a:tcPr marL="137160" marR="137160" marT="115200" marB="115200"/>
                </a:tc>
                <a:extLst>
                  <a:ext uri="{0D108BD9-81ED-4DB2-BD59-A6C34878D82A}">
                    <a16:rowId xmlns:a16="http://schemas.microsoft.com/office/drawing/2014/main" val="1212055186"/>
                  </a:ext>
                </a:extLst>
              </a:tr>
              <a:tr h="425198">
                <a:tc vMerge="1">
                  <a:txBody>
                    <a:bodyPr/>
                    <a:lstStyle/>
                    <a:p>
                      <a:endParaRPr lang="de-DE" dirty="0"/>
                    </a:p>
                  </a:txBody>
                  <a:tcPr/>
                </a:tc>
                <a:tc>
                  <a:txBody>
                    <a:bodyPr/>
                    <a:lstStyle/>
                    <a:p>
                      <a:pPr lvl="1"/>
                      <a:r>
                        <a:rPr lang="de-DE" dirty="0"/>
                        <a:t>Eurex Clearing </a:t>
                      </a:r>
                      <a:r>
                        <a:rPr lang="de-DE" b="1" dirty="0" err="1"/>
                        <a:t>Supervisory</a:t>
                      </a:r>
                      <a:r>
                        <a:rPr lang="de-DE" dirty="0"/>
                        <a:t> Board</a:t>
                      </a:r>
                      <a:r>
                        <a:rPr lang="de-DE" baseline="30000" dirty="0"/>
                        <a:t>2</a:t>
                      </a:r>
                    </a:p>
                  </a:txBody>
                  <a:tcPr marL="137160" marR="137160" marT="115200" marB="115200"/>
                </a:tc>
                <a:tc>
                  <a:txBody>
                    <a:bodyPr/>
                    <a:lstStyle/>
                    <a:p>
                      <a:endParaRPr lang="de-DE" dirty="0"/>
                    </a:p>
                  </a:txBody>
                  <a:tcPr marL="137160" marR="137160" marT="115200" marB="115200"/>
                </a:tc>
                <a:extLst>
                  <a:ext uri="{0D108BD9-81ED-4DB2-BD59-A6C34878D82A}">
                    <a16:rowId xmlns:a16="http://schemas.microsoft.com/office/drawing/2014/main" val="530996486"/>
                  </a:ext>
                </a:extLst>
              </a:tr>
              <a:tr h="611174">
                <a:tc>
                  <a:txBody>
                    <a:bodyPr/>
                    <a:lstStyle/>
                    <a:p>
                      <a:pPr marL="0" marR="0" lvl="0" indent="0" algn="l" defTabSz="914400" rtl="0" eaLnBrk="1" fontAlgn="auto" latinLnBrk="0" hangingPunct="1">
                        <a:lnSpc>
                          <a:spcPct val="110000"/>
                        </a:lnSpc>
                        <a:spcBef>
                          <a:spcPts val="0"/>
                        </a:spcBef>
                        <a:spcAft>
                          <a:spcPts val="0"/>
                        </a:spcAft>
                        <a:buClrTx/>
                        <a:buSzTx/>
                        <a:buFont typeface="Wingdings" panose="05000000000000000000" pitchFamily="2" charset="2"/>
                        <a:buNone/>
                        <a:tabLst/>
                        <a:defRPr/>
                      </a:pPr>
                      <a:r>
                        <a:rPr lang="de-DE" dirty="0"/>
                        <a:t>Value </a:t>
                      </a:r>
                      <a:r>
                        <a:rPr lang="de-DE" dirty="0" err="1"/>
                        <a:t>proposition</a:t>
                      </a:r>
                      <a:endParaRPr lang="de-DE" dirty="0"/>
                    </a:p>
                  </a:txBody>
                  <a:tcPr marL="137160" marR="137160" marT="115200" marB="115200" anchor="ctr"/>
                </a:tc>
                <a:tc>
                  <a:txBody>
                    <a:bodyPr/>
                    <a:lstStyle/>
                    <a:p>
                      <a:pPr lvl="1"/>
                      <a:r>
                        <a:rPr lang="en-US" dirty="0"/>
                        <a:t>Integrated service offering with Special, GC </a:t>
                      </a:r>
                      <a:br>
                        <a:rPr lang="en-US" dirty="0"/>
                      </a:br>
                      <a:r>
                        <a:rPr lang="en-US" dirty="0"/>
                        <a:t>and GC Pooling delivering superior capital and collateral efficiencies</a:t>
                      </a:r>
                    </a:p>
                  </a:txBody>
                  <a:tcPr marL="137160" marR="137160" marT="115200" marB="115200"/>
                </a:tc>
                <a:tc>
                  <a:txBody>
                    <a:bodyPr/>
                    <a:lstStyle/>
                    <a:p>
                      <a:pPr lvl="1"/>
                      <a:r>
                        <a:rPr lang="en-US" dirty="0"/>
                        <a:t>Delivering CCP clearing benefits to the </a:t>
                      </a:r>
                      <a:br>
                        <a:rPr lang="en-US" dirty="0"/>
                      </a:br>
                      <a:r>
                        <a:rPr lang="en-US" dirty="0"/>
                        <a:t>uncleared OTC FX markets</a:t>
                      </a:r>
                    </a:p>
                  </a:txBody>
                  <a:tcPr marL="137160" marR="137160" marT="115200" marB="115200"/>
                </a:tc>
                <a:extLst>
                  <a:ext uri="{0D108BD9-81ED-4DB2-BD59-A6C34878D82A}">
                    <a16:rowId xmlns:a16="http://schemas.microsoft.com/office/drawing/2014/main" val="3123806526"/>
                  </a:ext>
                </a:extLst>
              </a:tr>
            </a:tbl>
          </a:graphicData>
        </a:graphic>
      </p:graphicFrame>
      <p:sp>
        <p:nvSpPr>
          <p:cNvPr id="10" name="Rechteck 9">
            <a:extLst>
              <a:ext uri="{FF2B5EF4-FFF2-40B4-BE49-F238E27FC236}">
                <a16:creationId xmlns:a16="http://schemas.microsoft.com/office/drawing/2014/main" id="{E71C6B13-860B-4988-9FFD-B516C6DECF76}"/>
              </a:ext>
            </a:extLst>
          </p:cNvPr>
          <p:cNvSpPr/>
          <p:nvPr/>
        </p:nvSpPr>
        <p:spPr>
          <a:xfrm>
            <a:off x="9902280" y="2924944"/>
            <a:ext cx="1702343" cy="7307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bIns="79200" rtlCol="0" anchor="ctr">
            <a:spAutoFit/>
          </a:bodyPr>
          <a:lstStyle/>
          <a:p>
            <a:r>
              <a:rPr lang="en-US" sz="1200" b="1"/>
              <a:t>Service go-live date dependent on client readiness</a:t>
            </a:r>
          </a:p>
        </p:txBody>
      </p:sp>
      <p:sp>
        <p:nvSpPr>
          <p:cNvPr id="4" name="Textfeld 3">
            <a:extLst>
              <a:ext uri="{FF2B5EF4-FFF2-40B4-BE49-F238E27FC236}">
                <a16:creationId xmlns:a16="http://schemas.microsoft.com/office/drawing/2014/main" id="{5CA827F3-3B60-4A5E-B60F-A8985F82748B}"/>
              </a:ext>
            </a:extLst>
          </p:cNvPr>
          <p:cNvSpPr txBox="1"/>
          <p:nvPr/>
        </p:nvSpPr>
        <p:spPr>
          <a:xfrm>
            <a:off x="6203950" y="5553236"/>
            <a:ext cx="5400673" cy="576102"/>
          </a:xfrm>
          <a:prstGeom prst="rect">
            <a:avLst/>
          </a:prstGeom>
          <a:noFill/>
        </p:spPr>
        <p:txBody>
          <a:bodyPr wrap="square" lIns="0" tIns="0" rIns="0" bIns="0" rtlCol="0" anchor="b">
            <a:noAutofit/>
          </a:bodyPr>
          <a:lstStyle/>
          <a:p>
            <a:pPr algn="r"/>
            <a:r>
              <a:rPr lang="en-US" sz="800"/>
              <a:t>1) Cumulative performance across growth products OTC IRD and OTC FX</a:t>
            </a:r>
          </a:p>
          <a:p>
            <a:pPr algn="r"/>
            <a:r>
              <a:rPr lang="en-US" sz="800"/>
              <a:t>2) Cumulative performance across all growth products; currently OTC IRD, OTC FX, Repo Trading and Repo Clearing</a:t>
            </a:r>
          </a:p>
        </p:txBody>
      </p:sp>
      <p:sp>
        <p:nvSpPr>
          <p:cNvPr id="8" name="Date Placeholder 7">
            <a:extLst>
              <a:ext uri="{FF2B5EF4-FFF2-40B4-BE49-F238E27FC236}">
                <a16:creationId xmlns:a16="http://schemas.microsoft.com/office/drawing/2014/main" id="{3A6ED7AF-0957-47D0-883C-7302F87F46EC}"/>
              </a:ext>
            </a:extLst>
          </p:cNvPr>
          <p:cNvSpPr>
            <a:spLocks noGrp="1"/>
          </p:cNvSpPr>
          <p:nvPr>
            <p:ph type="dt" sz="half" idx="10"/>
          </p:nvPr>
        </p:nvSpPr>
        <p:spPr/>
        <p:txBody>
          <a:bodyPr/>
          <a:lstStyle/>
          <a:p>
            <a:fld id="{4EF8462E-1580-4A0F-8F9A-A941E48A54F1}" type="datetime3">
              <a:rPr lang="en-US" smtClean="0"/>
              <a:t>23 February 2026</a:t>
            </a:fld>
            <a:endParaRPr lang="en-US"/>
          </a:p>
        </p:txBody>
      </p:sp>
      <p:sp>
        <p:nvSpPr>
          <p:cNvPr id="9" name="Slide Number Placeholder 8">
            <a:extLst>
              <a:ext uri="{FF2B5EF4-FFF2-40B4-BE49-F238E27FC236}">
                <a16:creationId xmlns:a16="http://schemas.microsoft.com/office/drawing/2014/main" id="{FDD3B0C5-A620-43E1-A81E-0A9CE16B241D}"/>
              </a:ext>
            </a:extLst>
          </p:cNvPr>
          <p:cNvSpPr>
            <a:spLocks noGrp="1"/>
          </p:cNvSpPr>
          <p:nvPr>
            <p:ph type="sldNum" sz="quarter" idx="11"/>
          </p:nvPr>
        </p:nvSpPr>
        <p:spPr/>
        <p:txBody>
          <a:bodyPr/>
          <a:lstStyle/>
          <a:p>
            <a:fld id="{62CB3E74-FC4B-418A-B5F6-72ED80208EB2}" type="slidenum">
              <a:rPr lang="en-US" smtClean="0"/>
              <a:pPr/>
              <a:t>28</a:t>
            </a:fld>
            <a:endParaRPr lang="en-US"/>
          </a:p>
        </p:txBody>
      </p:sp>
    </p:spTree>
    <p:extLst>
      <p:ext uri="{BB962C8B-B14F-4D97-AF65-F5344CB8AC3E}">
        <p14:creationId xmlns:p14="http://schemas.microsoft.com/office/powerpoint/2010/main" val="1326580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2BA72DF-0C59-498C-9C4A-D33756A7A46D}"/>
              </a:ext>
            </a:extLst>
          </p:cNvPr>
          <p:cNvSpPr>
            <a:spLocks noGrp="1"/>
          </p:cNvSpPr>
          <p:nvPr>
            <p:ph type="title"/>
          </p:nvPr>
        </p:nvSpPr>
        <p:spPr/>
        <p:txBody>
          <a:bodyPr/>
          <a:lstStyle/>
          <a:p>
            <a:r>
              <a:rPr lang="en-US" dirty="0" err="1"/>
              <a:t>Eurex</a:t>
            </a:r>
            <a:r>
              <a:rPr lang="en-US" dirty="0"/>
              <a:t> MSCI derivatives are an increasingly popular </a:t>
            </a:r>
            <a:br>
              <a:rPr lang="en-US" dirty="0"/>
            </a:br>
            <a:r>
              <a:rPr lang="en-US" dirty="0"/>
              <a:t>hedging and trading tool</a:t>
            </a:r>
          </a:p>
        </p:txBody>
      </p:sp>
      <p:graphicFrame>
        <p:nvGraphicFramePr>
          <p:cNvPr id="6" name="Chart 10">
            <a:extLst>
              <a:ext uri="{FF2B5EF4-FFF2-40B4-BE49-F238E27FC236}">
                <a16:creationId xmlns:a16="http://schemas.microsoft.com/office/drawing/2014/main" id="{C704897A-184D-4D05-9148-0C33422BE769}"/>
              </a:ext>
            </a:extLst>
          </p:cNvPr>
          <p:cNvGraphicFramePr>
            <a:graphicFrameLocks/>
          </p:cNvGraphicFramePr>
          <p:nvPr>
            <p:extLst>
              <p:ext uri="{D42A27DB-BD31-4B8C-83A1-F6EECF244321}">
                <p14:modId xmlns:p14="http://schemas.microsoft.com/office/powerpoint/2010/main" val="1156121220"/>
              </p:ext>
            </p:extLst>
          </p:nvPr>
        </p:nvGraphicFramePr>
        <p:xfrm>
          <a:off x="308083" y="2749940"/>
          <a:ext cx="8064896" cy="35131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ontent Placeholder 13">
            <a:extLst>
              <a:ext uri="{FF2B5EF4-FFF2-40B4-BE49-F238E27FC236}">
                <a16:creationId xmlns:a16="http://schemas.microsoft.com/office/drawing/2014/main" id="{DC161849-6437-48C3-8F4A-AD122F14C440}"/>
              </a:ext>
            </a:extLst>
          </p:cNvPr>
          <p:cNvGraphicFramePr>
            <a:graphicFrameLocks/>
          </p:cNvGraphicFramePr>
          <p:nvPr>
            <p:extLst>
              <p:ext uri="{D42A27DB-BD31-4B8C-83A1-F6EECF244321}">
                <p14:modId xmlns:p14="http://schemas.microsoft.com/office/powerpoint/2010/main" val="1939372530"/>
              </p:ext>
            </p:extLst>
          </p:nvPr>
        </p:nvGraphicFramePr>
        <p:xfrm>
          <a:off x="8393508" y="2749940"/>
          <a:ext cx="3175100" cy="349127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Tabelle 8">
            <a:extLst>
              <a:ext uri="{FF2B5EF4-FFF2-40B4-BE49-F238E27FC236}">
                <a16:creationId xmlns:a16="http://schemas.microsoft.com/office/drawing/2014/main" id="{D99CD770-2AF9-42B7-863F-910C9494D419}"/>
              </a:ext>
            </a:extLst>
          </p:cNvPr>
          <p:cNvGraphicFramePr>
            <a:graphicFrameLocks noGrp="1"/>
          </p:cNvGraphicFramePr>
          <p:nvPr>
            <p:extLst>
              <p:ext uri="{D42A27DB-BD31-4B8C-83A1-F6EECF244321}">
                <p14:modId xmlns:p14="http://schemas.microsoft.com/office/powerpoint/2010/main" val="1064790310"/>
              </p:ext>
            </p:extLst>
          </p:nvPr>
        </p:nvGraphicFramePr>
        <p:xfrm>
          <a:off x="584276" y="1700213"/>
          <a:ext cx="11020349" cy="956438"/>
        </p:xfrm>
        <a:graphic>
          <a:graphicData uri="http://schemas.openxmlformats.org/drawingml/2006/table">
            <a:tbl>
              <a:tblPr firstCol="1">
                <a:tableStyleId>{3328C8A7-C3E3-475F-BAE9-F2AA3C6B7DF7}</a:tableStyleId>
              </a:tblPr>
              <a:tblGrid>
                <a:gridCol w="741916">
                  <a:extLst>
                    <a:ext uri="{9D8B030D-6E8A-4147-A177-3AD203B41FA5}">
                      <a16:colId xmlns:a16="http://schemas.microsoft.com/office/drawing/2014/main" val="3926887639"/>
                    </a:ext>
                  </a:extLst>
                </a:gridCol>
                <a:gridCol w="395324">
                  <a:extLst>
                    <a:ext uri="{9D8B030D-6E8A-4147-A177-3AD203B41FA5}">
                      <a16:colId xmlns:a16="http://schemas.microsoft.com/office/drawing/2014/main" val="3686217850"/>
                    </a:ext>
                  </a:extLst>
                </a:gridCol>
                <a:gridCol w="2394264">
                  <a:extLst>
                    <a:ext uri="{9D8B030D-6E8A-4147-A177-3AD203B41FA5}">
                      <a16:colId xmlns:a16="http://schemas.microsoft.com/office/drawing/2014/main" val="3345913407"/>
                    </a:ext>
                  </a:extLst>
                </a:gridCol>
                <a:gridCol w="1800200">
                  <a:extLst>
                    <a:ext uri="{9D8B030D-6E8A-4147-A177-3AD203B41FA5}">
                      <a16:colId xmlns:a16="http://schemas.microsoft.com/office/drawing/2014/main" val="2999652096"/>
                    </a:ext>
                  </a:extLst>
                </a:gridCol>
                <a:gridCol w="2160240">
                  <a:extLst>
                    <a:ext uri="{9D8B030D-6E8A-4147-A177-3AD203B41FA5}">
                      <a16:colId xmlns:a16="http://schemas.microsoft.com/office/drawing/2014/main" val="1949987879"/>
                    </a:ext>
                  </a:extLst>
                </a:gridCol>
                <a:gridCol w="2142686">
                  <a:extLst>
                    <a:ext uri="{9D8B030D-6E8A-4147-A177-3AD203B41FA5}">
                      <a16:colId xmlns:a16="http://schemas.microsoft.com/office/drawing/2014/main" val="357075306"/>
                    </a:ext>
                  </a:extLst>
                </a:gridCol>
                <a:gridCol w="1385719">
                  <a:extLst>
                    <a:ext uri="{9D8B030D-6E8A-4147-A177-3AD203B41FA5}">
                      <a16:colId xmlns:a16="http://schemas.microsoft.com/office/drawing/2014/main" val="1040620945"/>
                    </a:ext>
                  </a:extLst>
                </a:gridCol>
              </a:tblGrid>
              <a:tr h="373620">
                <a:tc rowSpan="2">
                  <a:txBody>
                    <a:bodyPr/>
                    <a:lstStyle/>
                    <a:p>
                      <a:r>
                        <a:rPr lang="de-DE" sz="1200" dirty="0"/>
                        <a:t>Eurex </a:t>
                      </a:r>
                      <a:r>
                        <a:rPr lang="de-DE" sz="1200" dirty="0" err="1"/>
                        <a:t>is</a:t>
                      </a:r>
                      <a:r>
                        <a:rPr lang="de-DE" sz="1200" dirty="0"/>
                        <a:t> </a:t>
                      </a:r>
                    </a:p>
                  </a:txBody>
                  <a:tcPr>
                    <a:lnR w="12700" cap="flat" cmpd="sng" algn="ctr">
                      <a:noFill/>
                      <a:prstDash val="solid"/>
                      <a:round/>
                      <a:headEnd type="none" w="med" len="med"/>
                      <a:tailEnd type="none" w="med" len="med"/>
                    </a:lnR>
                  </a:tcPr>
                </a:tc>
                <a:tc>
                  <a:txBody>
                    <a:bodyPr/>
                    <a:lstStyle/>
                    <a:p>
                      <a:r>
                        <a:rPr lang="de-DE" sz="1200" b="1" dirty="0"/>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solidFill>
                  </a:tcPr>
                </a:tc>
                <a:tc>
                  <a:txBody>
                    <a:bodyPr/>
                    <a:lstStyle/>
                    <a:p>
                      <a:r>
                        <a:rPr lang="en-US" sz="1200" dirty="0"/>
                        <a:t>by Volume in MSCI Products </a:t>
                      </a:r>
                      <a:br>
                        <a:rPr lang="en-US" sz="1200" dirty="0"/>
                      </a:br>
                      <a:r>
                        <a:rPr lang="en-US" sz="1200" dirty="0"/>
                        <a:t>(17% market share)</a:t>
                      </a:r>
                      <a:endParaRPr lang="de-DE" sz="1200" dirty="0"/>
                    </a:p>
                  </a:txBody>
                  <a:tcPr>
                    <a:lnL w="12700" cap="flat" cmpd="sng" algn="ctr">
                      <a:noFill/>
                      <a:prstDash val="solid"/>
                      <a:round/>
                      <a:headEnd type="none" w="med" len="med"/>
                      <a:tailEnd type="none" w="med" len="med"/>
                    </a:lnL>
                  </a:tcPr>
                </a:tc>
                <a:tc>
                  <a:txBody>
                    <a:bodyPr/>
                    <a:lstStyle/>
                    <a:p>
                      <a:r>
                        <a:rPr lang="de-DE" sz="1200" dirty="0" err="1"/>
                        <a:t>Traded</a:t>
                      </a:r>
                      <a:r>
                        <a:rPr lang="de-DE" sz="1200" dirty="0"/>
                        <a:t> </a:t>
                      </a:r>
                      <a:r>
                        <a:rPr lang="de-DE" sz="1200" dirty="0" err="1"/>
                        <a:t>volume</a:t>
                      </a:r>
                      <a:r>
                        <a:rPr lang="de-DE" sz="1200" dirty="0"/>
                        <a:t> </a:t>
                      </a:r>
                      <a:br>
                        <a:rPr lang="de-DE" sz="1200" dirty="0"/>
                      </a:br>
                      <a:r>
                        <a:rPr lang="de-DE" sz="1200" dirty="0"/>
                        <a:t>YTD 2020:</a:t>
                      </a:r>
                    </a:p>
                  </a:txBody>
                  <a:tcPr>
                    <a:lnR w="12700" cap="flat" cmpd="sng" algn="ctr">
                      <a:noFill/>
                      <a:prstDash val="solid"/>
                      <a:round/>
                      <a:headEnd type="none" w="med" len="med"/>
                      <a:tailEnd type="none" w="med" len="med"/>
                    </a:lnR>
                  </a:tcPr>
                </a:tc>
                <a:tc>
                  <a:txBody>
                    <a:bodyPr/>
                    <a:lstStyle/>
                    <a:p>
                      <a:r>
                        <a:rPr lang="de-DE" sz="1200" dirty="0"/>
                        <a:t>1,758,172 </a:t>
                      </a:r>
                      <a:r>
                        <a:rPr lang="de-DE" sz="1200" dirty="0" err="1"/>
                        <a:t>contracts</a:t>
                      </a:r>
                      <a:endParaRPr lang="de-DE" sz="1200" dirty="0"/>
                    </a:p>
                  </a:txBody>
                  <a:tcPr>
                    <a:lnL w="12700" cap="flat" cmpd="sng" algn="ctr">
                      <a:noFill/>
                      <a:prstDash val="solid"/>
                      <a:round/>
                      <a:headEnd type="none" w="med" len="med"/>
                      <a:tailEnd type="none" w="med" len="med"/>
                    </a:lnL>
                  </a:tcPr>
                </a:tc>
                <a:tc>
                  <a:txBody>
                    <a:bodyPr/>
                    <a:lstStyle/>
                    <a:p>
                      <a:r>
                        <a:rPr lang="en-US" sz="1200" dirty="0"/>
                        <a:t>Growth in MSCI Futures 201 – 2019:</a:t>
                      </a:r>
                      <a:endParaRPr lang="de-DE" sz="1200" dirty="0"/>
                    </a:p>
                  </a:txBody>
                  <a:tcPr>
                    <a:lnR w="12700" cap="flat" cmpd="sng" algn="ctr">
                      <a:noFill/>
                      <a:prstDash val="solid"/>
                      <a:round/>
                      <a:headEnd type="none" w="med" len="med"/>
                      <a:tailEnd type="none" w="med" len="med"/>
                    </a:lnR>
                  </a:tcPr>
                </a:tc>
                <a:tc>
                  <a:txBody>
                    <a:bodyPr/>
                    <a:lstStyle/>
                    <a:p>
                      <a:pPr algn="r"/>
                      <a:r>
                        <a:rPr lang="de-DE" sz="1200" dirty="0"/>
                        <a:t>28.09%</a:t>
                      </a:r>
                    </a:p>
                  </a:txBody>
                  <a:tcPr>
                    <a:lnL w="12700" cap="flat" cmpd="sng" algn="ctr">
                      <a:noFill/>
                      <a:prstDash val="solid"/>
                      <a:round/>
                      <a:headEnd type="none" w="med" len="med"/>
                      <a:tailEnd type="none" w="med" len="med"/>
                    </a:lnL>
                  </a:tcPr>
                </a:tc>
                <a:extLst>
                  <a:ext uri="{0D108BD9-81ED-4DB2-BD59-A6C34878D82A}">
                    <a16:rowId xmlns:a16="http://schemas.microsoft.com/office/drawing/2014/main" val="2783045746"/>
                  </a:ext>
                </a:extLst>
              </a:tr>
              <a:tr h="373620">
                <a:tc vMerge="1">
                  <a:txBody>
                    <a:bodyPr/>
                    <a:lstStyle/>
                    <a:p>
                      <a:endParaRPr lang="de-DE" dirty="0"/>
                    </a:p>
                  </a:txBody>
                  <a:tcPr/>
                </a:tc>
                <a:tc>
                  <a:txBody>
                    <a:bodyPr/>
                    <a:lstStyle/>
                    <a:p>
                      <a:r>
                        <a:rPr lang="de-DE" sz="12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solidFill>
                  </a:tcPr>
                </a:tc>
                <a:tc>
                  <a:txBody>
                    <a:bodyPr/>
                    <a:lstStyle/>
                    <a:p>
                      <a:r>
                        <a:rPr lang="en-US" sz="1200" dirty="0"/>
                        <a:t>Interest in MSCI Products </a:t>
                      </a:r>
                      <a:br>
                        <a:rPr lang="en-US" sz="1200" dirty="0"/>
                      </a:br>
                      <a:r>
                        <a:rPr lang="en-US" sz="1200" dirty="0"/>
                        <a:t>(46% market share)</a:t>
                      </a:r>
                    </a:p>
                  </a:txBody>
                  <a:tcPr>
                    <a:lnL w="12700" cap="flat" cmpd="sng" algn="ctr">
                      <a:noFill/>
                      <a:prstDash val="solid"/>
                      <a:round/>
                      <a:headEnd type="none" w="med" len="med"/>
                      <a:tailEnd type="none" w="med" len="med"/>
                    </a:lnL>
                  </a:tcPr>
                </a:tc>
                <a:tc>
                  <a:txBody>
                    <a:bodyPr/>
                    <a:lstStyle/>
                    <a:p>
                      <a:r>
                        <a:rPr lang="de-DE" sz="1200" dirty="0"/>
                        <a:t>Open Interest</a:t>
                      </a:r>
                      <a:br>
                        <a:rPr lang="de-DE" sz="1200" dirty="0"/>
                      </a:br>
                      <a:r>
                        <a:rPr lang="de-DE" sz="1200" dirty="0"/>
                        <a:t>in end Jan 2020:</a:t>
                      </a:r>
                    </a:p>
                  </a:txBody>
                  <a:tcPr>
                    <a:lnR w="12700" cap="flat" cmpd="sng" algn="ctr">
                      <a:noFill/>
                      <a:prstDash val="solid"/>
                      <a:round/>
                      <a:headEnd type="none" w="med" len="med"/>
                      <a:tailEnd type="none" w="med" len="med"/>
                    </a:lnR>
                  </a:tcPr>
                </a:tc>
                <a:tc>
                  <a:txBody>
                    <a:bodyPr/>
                    <a:lstStyle/>
                    <a:p>
                      <a:r>
                        <a:rPr lang="fr-FR" sz="1200" dirty="0"/>
                        <a:t>3 million </a:t>
                      </a:r>
                      <a:r>
                        <a:rPr lang="fr-FR" sz="1200" dirty="0" err="1"/>
                        <a:t>contracts</a:t>
                      </a:r>
                      <a:r>
                        <a:rPr lang="fr-FR" sz="1200" dirty="0"/>
                        <a:t> – </a:t>
                      </a:r>
                      <a:br>
                        <a:rPr lang="fr-FR" sz="1200" dirty="0"/>
                      </a:br>
                      <a:r>
                        <a:rPr lang="fr-FR" sz="1200" dirty="0"/>
                        <a:t>EUR 121 billion</a:t>
                      </a:r>
                    </a:p>
                  </a:txBody>
                  <a:tcPr>
                    <a:lnL w="12700" cap="flat" cmpd="sng" algn="ctr">
                      <a:noFill/>
                      <a:prstDash val="solid"/>
                      <a:round/>
                      <a:headEnd type="none" w="med" len="med"/>
                      <a:tailEnd type="none" w="med" len="med"/>
                    </a:lnL>
                  </a:tcPr>
                </a:tc>
                <a:tc>
                  <a:txBody>
                    <a:bodyPr/>
                    <a:lstStyle/>
                    <a:p>
                      <a:r>
                        <a:rPr lang="en-US" sz="1200" dirty="0"/>
                        <a:t>Growth in MSCI Options 2018 – 2019:</a:t>
                      </a:r>
                      <a:endParaRPr lang="de-DE" sz="1200" dirty="0"/>
                    </a:p>
                  </a:txBody>
                  <a:tcPr>
                    <a:lnR w="12700" cap="flat" cmpd="sng" algn="ctr">
                      <a:noFill/>
                      <a:prstDash val="solid"/>
                      <a:round/>
                      <a:headEnd type="none" w="med" len="med"/>
                      <a:tailEnd type="none" w="med" len="med"/>
                    </a:lnR>
                  </a:tcPr>
                </a:tc>
                <a:tc>
                  <a:txBody>
                    <a:bodyPr/>
                    <a:lstStyle/>
                    <a:p>
                      <a:pPr marL="0" marR="0" lvl="0" indent="0" algn="r" defTabSz="914400" rtl="0" eaLnBrk="1" fontAlgn="auto" latinLnBrk="0" hangingPunct="1">
                        <a:lnSpc>
                          <a:spcPct val="110000"/>
                        </a:lnSpc>
                        <a:spcBef>
                          <a:spcPts val="0"/>
                        </a:spcBef>
                        <a:spcAft>
                          <a:spcPts val="0"/>
                        </a:spcAft>
                        <a:buClrTx/>
                        <a:buSzTx/>
                        <a:buFont typeface="Wingdings" panose="05000000000000000000" pitchFamily="2" charset="2"/>
                        <a:buNone/>
                        <a:tabLst/>
                        <a:defRPr/>
                      </a:pPr>
                      <a:r>
                        <a:rPr lang="en-US" sz="1200" b="0" dirty="0">
                          <a:solidFill>
                            <a:schemeClr val="tx1"/>
                          </a:solidFill>
                        </a:rPr>
                        <a:t>18.47%</a:t>
                      </a:r>
                      <a:endParaRPr lang="en-GB" sz="1200" b="0" dirty="0">
                        <a:solidFill>
                          <a:schemeClr val="tx1"/>
                        </a:solidFill>
                      </a:endParaRPr>
                    </a:p>
                  </a:txBody>
                  <a:tcPr>
                    <a:lnL w="12700" cap="flat" cmpd="sng" algn="ctr">
                      <a:noFill/>
                      <a:prstDash val="solid"/>
                      <a:round/>
                      <a:headEnd type="none" w="med" len="med"/>
                      <a:tailEnd type="none" w="med" len="med"/>
                    </a:lnL>
                  </a:tcPr>
                </a:tc>
                <a:extLst>
                  <a:ext uri="{0D108BD9-81ED-4DB2-BD59-A6C34878D82A}">
                    <a16:rowId xmlns:a16="http://schemas.microsoft.com/office/drawing/2014/main" val="1272669797"/>
                  </a:ext>
                </a:extLst>
              </a:tr>
            </a:tbl>
          </a:graphicData>
        </a:graphic>
      </p:graphicFrame>
      <p:sp>
        <p:nvSpPr>
          <p:cNvPr id="9" name="Date Placeholder 8">
            <a:extLst>
              <a:ext uri="{FF2B5EF4-FFF2-40B4-BE49-F238E27FC236}">
                <a16:creationId xmlns:a16="http://schemas.microsoft.com/office/drawing/2014/main" id="{9AE7552B-3BF0-4691-ADCB-6E4A1A03A009}"/>
              </a:ext>
            </a:extLst>
          </p:cNvPr>
          <p:cNvSpPr>
            <a:spLocks noGrp="1"/>
          </p:cNvSpPr>
          <p:nvPr>
            <p:ph type="dt" sz="half" idx="10"/>
          </p:nvPr>
        </p:nvSpPr>
        <p:spPr/>
        <p:txBody>
          <a:bodyPr/>
          <a:lstStyle/>
          <a:p>
            <a:fld id="{10DAC166-CE20-4C72-8017-33C2B0CB576B}" type="datetime3">
              <a:rPr lang="en-US" smtClean="0"/>
              <a:t>23 February 2026</a:t>
            </a:fld>
            <a:endParaRPr lang="en-US" dirty="0"/>
          </a:p>
        </p:txBody>
      </p:sp>
      <p:sp>
        <p:nvSpPr>
          <p:cNvPr id="10" name="Slide Number Placeholder 9">
            <a:extLst>
              <a:ext uri="{FF2B5EF4-FFF2-40B4-BE49-F238E27FC236}">
                <a16:creationId xmlns:a16="http://schemas.microsoft.com/office/drawing/2014/main" id="{AAC444F3-0FA1-4E18-AFC7-55BCB3A0615F}"/>
              </a:ext>
            </a:extLst>
          </p:cNvPr>
          <p:cNvSpPr>
            <a:spLocks noGrp="1"/>
          </p:cNvSpPr>
          <p:nvPr>
            <p:ph type="sldNum" sz="quarter" idx="11"/>
          </p:nvPr>
        </p:nvSpPr>
        <p:spPr/>
        <p:txBody>
          <a:bodyPr/>
          <a:lstStyle/>
          <a:p>
            <a:fld id="{62CB3E74-FC4B-418A-B5F6-72ED80208EB2}" type="slidenum">
              <a:rPr lang="en-US" smtClean="0"/>
              <a:pPr/>
              <a:t>29</a:t>
            </a:fld>
            <a:endParaRPr lang="en-US" dirty="0"/>
          </a:p>
        </p:txBody>
      </p:sp>
    </p:spTree>
    <p:extLst>
      <p:ext uri="{BB962C8B-B14F-4D97-AF65-F5344CB8AC3E}">
        <p14:creationId xmlns:p14="http://schemas.microsoft.com/office/powerpoint/2010/main" val="61272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5D6665-6902-6F41-8DF3-B2933C2F2B82}"/>
              </a:ext>
            </a:extLst>
          </p:cNvPr>
          <p:cNvSpPr>
            <a:spLocks noGrp="1"/>
          </p:cNvSpPr>
          <p:nvPr>
            <p:ph type="title"/>
          </p:nvPr>
        </p:nvSpPr>
        <p:spPr/>
        <p:txBody>
          <a:bodyPr/>
          <a:lstStyle/>
          <a:p>
            <a:r>
              <a:rPr lang="en-US"/>
              <a:t>Decisive rules for using the template</a:t>
            </a:r>
          </a:p>
        </p:txBody>
      </p:sp>
      <p:sp>
        <p:nvSpPr>
          <p:cNvPr id="3" name="Textplatzhalter 2">
            <a:extLst>
              <a:ext uri="{FF2B5EF4-FFF2-40B4-BE49-F238E27FC236}">
                <a16:creationId xmlns:a16="http://schemas.microsoft.com/office/drawing/2014/main" id="{0ED21525-A5B0-4D45-825F-78231F2DE3A6}"/>
              </a:ext>
            </a:extLst>
          </p:cNvPr>
          <p:cNvSpPr>
            <a:spLocks noGrp="1"/>
          </p:cNvSpPr>
          <p:nvPr>
            <p:ph type="body" sz="quarter" idx="10"/>
          </p:nvPr>
        </p:nvSpPr>
        <p:spPr/>
        <p:txBody>
          <a:bodyPr/>
          <a:lstStyle/>
          <a:p>
            <a:endParaRPr lang="en-US"/>
          </a:p>
        </p:txBody>
      </p:sp>
      <p:sp>
        <p:nvSpPr>
          <p:cNvPr id="4" name="Datumsplatzhalter 3">
            <a:extLst>
              <a:ext uri="{FF2B5EF4-FFF2-40B4-BE49-F238E27FC236}">
                <a16:creationId xmlns:a16="http://schemas.microsoft.com/office/drawing/2014/main" id="{FF7CE0F2-2271-024E-BE5B-2CEE6DB71B0F}"/>
              </a:ext>
            </a:extLst>
          </p:cNvPr>
          <p:cNvSpPr>
            <a:spLocks noGrp="1"/>
          </p:cNvSpPr>
          <p:nvPr>
            <p:ph type="dt" sz="half" idx="11"/>
          </p:nvPr>
        </p:nvSpPr>
        <p:spPr/>
        <p:txBody>
          <a:bodyPr/>
          <a:lstStyle/>
          <a:p>
            <a:fld id="{0A456307-7162-4A49-80E9-33D31C52988E}" type="datetime3">
              <a:rPr lang="en-US" smtClean="0"/>
              <a:t>23 February 2026</a:t>
            </a:fld>
            <a:endParaRPr lang="en-US"/>
          </a:p>
        </p:txBody>
      </p:sp>
      <p:sp>
        <p:nvSpPr>
          <p:cNvPr id="5" name="Foliennummernplatzhalter 4">
            <a:extLst>
              <a:ext uri="{FF2B5EF4-FFF2-40B4-BE49-F238E27FC236}">
                <a16:creationId xmlns:a16="http://schemas.microsoft.com/office/drawing/2014/main" id="{034CAC77-DD7A-C849-87D9-6FBD6C9D1151}"/>
              </a:ext>
            </a:extLst>
          </p:cNvPr>
          <p:cNvSpPr>
            <a:spLocks noGrp="1"/>
          </p:cNvSpPr>
          <p:nvPr>
            <p:ph type="sldNum" sz="quarter" idx="12"/>
          </p:nvPr>
        </p:nvSpPr>
        <p:spPr/>
        <p:txBody>
          <a:bodyPr/>
          <a:lstStyle/>
          <a:p>
            <a:fld id="{62CB3E74-FC4B-418A-B5F6-72ED80208EB2}" type="slidenum">
              <a:rPr lang="en-US" smtClean="0"/>
              <a:pPr/>
              <a:t>30</a:t>
            </a:fld>
            <a:endParaRPr lang="en-US"/>
          </a:p>
        </p:txBody>
      </p:sp>
    </p:spTree>
    <p:extLst>
      <p:ext uri="{BB962C8B-B14F-4D97-AF65-F5344CB8AC3E}">
        <p14:creationId xmlns:p14="http://schemas.microsoft.com/office/powerpoint/2010/main" val="2674914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C814-7A82-4A32-97B2-E36C2DD23D70}"/>
              </a:ext>
            </a:extLst>
          </p:cNvPr>
          <p:cNvSpPr>
            <a:spLocks noGrp="1"/>
          </p:cNvSpPr>
          <p:nvPr>
            <p:ph type="title"/>
          </p:nvPr>
        </p:nvSpPr>
        <p:spPr>
          <a:xfrm>
            <a:off x="587376" y="368300"/>
            <a:ext cx="11017250" cy="468412"/>
          </a:xfrm>
        </p:spPr>
        <p:txBody>
          <a:bodyPr/>
          <a:lstStyle/>
          <a:p>
            <a:r>
              <a:rPr lang="en-US"/>
              <a:t>Basic layout grid</a:t>
            </a:r>
          </a:p>
        </p:txBody>
      </p:sp>
      <p:sp>
        <p:nvSpPr>
          <p:cNvPr id="3" name="Date Placeholder 2">
            <a:extLst>
              <a:ext uri="{FF2B5EF4-FFF2-40B4-BE49-F238E27FC236}">
                <a16:creationId xmlns:a16="http://schemas.microsoft.com/office/drawing/2014/main" id="{E4FAD664-B069-4A84-A806-071FB1EBA7F2}"/>
              </a:ext>
            </a:extLst>
          </p:cNvPr>
          <p:cNvSpPr>
            <a:spLocks noGrp="1"/>
          </p:cNvSpPr>
          <p:nvPr>
            <p:ph type="dt" sz="half" idx="10"/>
          </p:nvPr>
        </p:nvSpPr>
        <p:spPr/>
        <p:txBody>
          <a:bodyPr/>
          <a:lstStyle/>
          <a:p>
            <a:fld id="{9BD7A16E-5A18-4F18-8EB3-DBF448314328}" type="datetime3">
              <a:rPr lang="en-US" smtClean="0"/>
              <a:t>23 February 2026</a:t>
            </a:fld>
            <a:endParaRPr lang="en-US"/>
          </a:p>
        </p:txBody>
      </p:sp>
      <p:sp>
        <p:nvSpPr>
          <p:cNvPr id="4" name="Slide Number Placeholder 3">
            <a:extLst>
              <a:ext uri="{FF2B5EF4-FFF2-40B4-BE49-F238E27FC236}">
                <a16:creationId xmlns:a16="http://schemas.microsoft.com/office/drawing/2014/main" id="{A95610BD-1953-4978-B461-4B750B0B3EF6}"/>
              </a:ext>
            </a:extLst>
          </p:cNvPr>
          <p:cNvSpPr>
            <a:spLocks noGrp="1"/>
          </p:cNvSpPr>
          <p:nvPr>
            <p:ph type="sldNum" sz="quarter" idx="11"/>
          </p:nvPr>
        </p:nvSpPr>
        <p:spPr/>
        <p:txBody>
          <a:bodyPr/>
          <a:lstStyle/>
          <a:p>
            <a:fld id="{62CB3E74-FC4B-418A-B5F6-72ED80208EB2}" type="slidenum">
              <a:rPr lang="en-US" smtClean="0"/>
              <a:pPr/>
              <a:t>31</a:t>
            </a:fld>
            <a:endParaRPr lang="en-US"/>
          </a:p>
        </p:txBody>
      </p:sp>
      <p:sp>
        <p:nvSpPr>
          <p:cNvPr id="5" name="TextBox 4">
            <a:extLst>
              <a:ext uri="{FF2B5EF4-FFF2-40B4-BE49-F238E27FC236}">
                <a16:creationId xmlns:a16="http://schemas.microsoft.com/office/drawing/2014/main" id="{E1430FF2-9AD0-47DA-90D9-244BCC9B52BC}"/>
              </a:ext>
            </a:extLst>
          </p:cNvPr>
          <p:cNvSpPr txBox="1"/>
          <p:nvPr/>
        </p:nvSpPr>
        <p:spPr>
          <a:xfrm>
            <a:off x="587376" y="1700213"/>
            <a:ext cx="3529012" cy="4429125"/>
          </a:xfrm>
          <a:prstGeom prst="rect">
            <a:avLst/>
          </a:prstGeom>
          <a:noFill/>
        </p:spPr>
        <p:txBody>
          <a:bodyPr wrap="square" lIns="0" tIns="0" rIns="0" bIns="0" rtlCol="0">
            <a:noAutofit/>
          </a:bodyPr>
          <a:lstStyle/>
          <a:p>
            <a:r>
              <a:rPr lang="en-US" dirty="0"/>
              <a:t>The PowerPoint template is based on a simple basic grid, which must be followed. A two-column or three-column set is possible. </a:t>
            </a:r>
          </a:p>
          <a:p>
            <a:br>
              <a:rPr lang="en-US" dirty="0"/>
            </a:br>
            <a:r>
              <a:rPr lang="en-US" dirty="0"/>
              <a:t>The free margin is elementary, as it is essential for the clear character and gives the information the space it needs. Only pictures, the tab or shapes may be placed beyond the type area. Texts, graphics and tables may not!</a:t>
            </a:r>
          </a:p>
          <a:p>
            <a:br>
              <a:rPr lang="en-US" dirty="0"/>
            </a:br>
            <a:r>
              <a:rPr lang="en-US" dirty="0"/>
              <a:t>Make sure that you have Drawing Guides visible to see how the grid is defined.</a:t>
            </a:r>
          </a:p>
          <a:p>
            <a:endParaRPr lang="en-US" dirty="0"/>
          </a:p>
          <a:p>
            <a:endParaRPr lang="en-US" sz="1600" dirty="0"/>
          </a:p>
        </p:txBody>
      </p:sp>
      <p:sp>
        <p:nvSpPr>
          <p:cNvPr id="12" name="TextBox 11">
            <a:extLst>
              <a:ext uri="{FF2B5EF4-FFF2-40B4-BE49-F238E27FC236}">
                <a16:creationId xmlns:a16="http://schemas.microsoft.com/office/drawing/2014/main" id="{93FA8042-BB8D-4943-A636-7472F217720B}"/>
              </a:ext>
            </a:extLst>
          </p:cNvPr>
          <p:cNvSpPr txBox="1"/>
          <p:nvPr/>
        </p:nvSpPr>
        <p:spPr>
          <a:xfrm>
            <a:off x="8895644" y="4761917"/>
            <a:ext cx="2772188" cy="1600251"/>
          </a:xfrm>
          <a:prstGeom prst="rect">
            <a:avLst/>
          </a:prstGeom>
          <a:noFill/>
        </p:spPr>
        <p:txBody>
          <a:bodyPr wrap="square" lIns="0" tIns="0" rIns="0" bIns="0" rtlCol="0">
            <a:noAutofit/>
          </a:bodyPr>
          <a:lstStyle/>
          <a:p>
            <a:pPr algn="l"/>
            <a:r>
              <a:rPr lang="en-US" sz="1200">
                <a:solidFill>
                  <a:srgbClr val="FF00FF"/>
                </a:solidFill>
              </a:rPr>
              <a:t>To make the Drawing Guides visible, right-click on the slide background and choose “Grid and Guides”. In the respective form you’ll find the setting, together with other guides and object snapping. </a:t>
            </a:r>
          </a:p>
        </p:txBody>
      </p:sp>
      <p:sp>
        <p:nvSpPr>
          <p:cNvPr id="13" name="TextBox 4">
            <a:extLst>
              <a:ext uri="{FF2B5EF4-FFF2-40B4-BE49-F238E27FC236}">
                <a16:creationId xmlns:a16="http://schemas.microsoft.com/office/drawing/2014/main" id="{49BFD3D0-A3E3-2549-A9B4-13200F4C02DF}"/>
              </a:ext>
            </a:extLst>
          </p:cNvPr>
          <p:cNvSpPr txBox="1"/>
          <p:nvPr/>
        </p:nvSpPr>
        <p:spPr>
          <a:xfrm>
            <a:off x="4342903" y="1700212"/>
            <a:ext cx="3529012" cy="1211773"/>
          </a:xfrm>
          <a:prstGeom prst="rect">
            <a:avLst/>
          </a:prstGeom>
          <a:noFill/>
        </p:spPr>
        <p:txBody>
          <a:bodyPr wrap="square" lIns="0" tIns="0" rIns="0" bIns="0" rtlCol="0">
            <a:noAutofit/>
          </a:bodyPr>
          <a:lstStyle/>
          <a:p>
            <a:endParaRPr lang="en-US" sz="1600"/>
          </a:p>
        </p:txBody>
      </p:sp>
      <p:grpSp>
        <p:nvGrpSpPr>
          <p:cNvPr id="10" name="Gruppieren 9">
            <a:extLst>
              <a:ext uri="{FF2B5EF4-FFF2-40B4-BE49-F238E27FC236}">
                <a16:creationId xmlns:a16="http://schemas.microsoft.com/office/drawing/2014/main" id="{C45196E3-27BC-E04E-A236-DDAC2BFCE115}"/>
              </a:ext>
            </a:extLst>
          </p:cNvPr>
          <p:cNvGrpSpPr/>
          <p:nvPr/>
        </p:nvGrpSpPr>
        <p:grpSpPr>
          <a:xfrm>
            <a:off x="5144525" y="948263"/>
            <a:ext cx="6460101" cy="4998628"/>
            <a:chOff x="5144525" y="948263"/>
            <a:chExt cx="6460101" cy="4998628"/>
          </a:xfrm>
        </p:grpSpPr>
        <p:grpSp>
          <p:nvGrpSpPr>
            <p:cNvPr id="9" name="Group 8">
              <a:extLst>
                <a:ext uri="{FF2B5EF4-FFF2-40B4-BE49-F238E27FC236}">
                  <a16:creationId xmlns:a16="http://schemas.microsoft.com/office/drawing/2014/main" id="{35BADD7B-347B-4B10-B29A-28D2E34287DA}"/>
                </a:ext>
              </a:extLst>
            </p:cNvPr>
            <p:cNvGrpSpPr>
              <a:grpSpLocks noChangeAspect="1"/>
            </p:cNvGrpSpPr>
            <p:nvPr/>
          </p:nvGrpSpPr>
          <p:grpSpPr>
            <a:xfrm>
              <a:off x="5144525" y="948263"/>
              <a:ext cx="6457813" cy="3668869"/>
              <a:chOff x="4332288" y="1702695"/>
              <a:chExt cx="5400676" cy="3068278"/>
            </a:xfrm>
          </p:grpSpPr>
          <p:pic>
            <p:nvPicPr>
              <p:cNvPr id="7" name="Picture 6" descr="A screenshot of a social media post&#10;&#10;Description automatically generated">
                <a:extLst>
                  <a:ext uri="{FF2B5EF4-FFF2-40B4-BE49-F238E27FC236}">
                    <a16:creationId xmlns:a16="http://schemas.microsoft.com/office/drawing/2014/main" id="{54062BE1-5B34-4790-8A92-AFE5852CD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288" y="1702695"/>
                <a:ext cx="5400676" cy="3068278"/>
              </a:xfrm>
              <a:prstGeom prst="rect">
                <a:avLst/>
              </a:prstGeom>
            </p:spPr>
          </p:pic>
          <p:sp>
            <p:nvSpPr>
              <p:cNvPr id="8" name="Rectangle 7">
                <a:extLst>
                  <a:ext uri="{FF2B5EF4-FFF2-40B4-BE49-F238E27FC236}">
                    <a16:creationId xmlns:a16="http://schemas.microsoft.com/office/drawing/2014/main" id="{EC313666-68B9-4178-9ACB-70FCFD8C3D78}"/>
                  </a:ext>
                </a:extLst>
              </p:cNvPr>
              <p:cNvSpPr/>
              <p:nvPr/>
            </p:nvSpPr>
            <p:spPr>
              <a:xfrm>
                <a:off x="4646722" y="1905776"/>
                <a:ext cx="4780406" cy="25047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grpSp>
        <p:pic>
          <p:nvPicPr>
            <p:cNvPr id="11" name="Picture 10" descr="A screenshot of a cell phone&#10;&#10;Description automatically generated">
              <a:extLst>
                <a:ext uri="{FF2B5EF4-FFF2-40B4-BE49-F238E27FC236}">
                  <a16:creationId xmlns:a16="http://schemas.microsoft.com/office/drawing/2014/main" id="{2AFA8D53-D39F-46DB-9670-559C59F3DE0A}"/>
                </a:ext>
              </a:extLst>
            </p:cNvPr>
            <p:cNvPicPr>
              <a:picLocks noChangeAspect="1"/>
            </p:cNvPicPr>
            <p:nvPr/>
          </p:nvPicPr>
          <p:blipFill rotWithShape="1">
            <a:blip r:embed="rId4">
              <a:extLst>
                <a:ext uri="{28A0092B-C50C-407E-A947-70E740481C1C}">
                  <a14:useLocalDpi xmlns:a14="http://schemas.microsoft.com/office/drawing/2010/main" val="0"/>
                </a:ext>
              </a:extLst>
            </a:blip>
            <a:srcRect l="1968" t="2400" r="2853" b="2418"/>
            <a:stretch/>
          </p:blipFill>
          <p:spPr>
            <a:xfrm>
              <a:off x="7445157" y="4768037"/>
              <a:ext cx="1217200" cy="1176392"/>
            </a:xfrm>
            <a:prstGeom prst="rect">
              <a:avLst/>
            </a:prstGeom>
          </p:spPr>
        </p:pic>
        <p:sp>
          <p:nvSpPr>
            <p:cNvPr id="15" name="Rechteck 14">
              <a:extLst>
                <a:ext uri="{FF2B5EF4-FFF2-40B4-BE49-F238E27FC236}">
                  <a16:creationId xmlns:a16="http://schemas.microsoft.com/office/drawing/2014/main" id="{E66C5576-CD59-A94F-BC1E-4E798F6E8A52}"/>
                </a:ext>
              </a:extLst>
            </p:cNvPr>
            <p:cNvSpPr/>
            <p:nvPr/>
          </p:nvSpPr>
          <p:spPr>
            <a:xfrm>
              <a:off x="5144526" y="961110"/>
              <a:ext cx="6460100" cy="3656021"/>
            </a:xfrm>
            <a:prstGeom prst="rect">
              <a:avLst/>
            </a:prstGeom>
            <a:solidFill>
              <a:srgbClr val="FA00F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17" name="Group 8">
              <a:extLst>
                <a:ext uri="{FF2B5EF4-FFF2-40B4-BE49-F238E27FC236}">
                  <a16:creationId xmlns:a16="http://schemas.microsoft.com/office/drawing/2014/main" id="{E5108934-23C2-1242-BE30-FD5F2141E1E7}"/>
                </a:ext>
              </a:extLst>
            </p:cNvPr>
            <p:cNvGrpSpPr>
              <a:grpSpLocks noChangeAspect="1"/>
            </p:cNvGrpSpPr>
            <p:nvPr/>
          </p:nvGrpSpPr>
          <p:grpSpPr>
            <a:xfrm>
              <a:off x="5510114" y="1189193"/>
              <a:ext cx="5725283" cy="3172466"/>
              <a:chOff x="4639068" y="1905776"/>
              <a:chExt cx="4788060" cy="2653135"/>
            </a:xfrm>
          </p:grpSpPr>
          <p:pic>
            <p:nvPicPr>
              <p:cNvPr id="18" name="Picture 6" descr="A screenshot of a social media post&#10;&#10;Description automatically generated">
                <a:extLst>
                  <a:ext uri="{FF2B5EF4-FFF2-40B4-BE49-F238E27FC236}">
                    <a16:creationId xmlns:a16="http://schemas.microsoft.com/office/drawing/2014/main" id="{4EA31A4B-7AEE-9E4C-8DDC-FEA6E78FF617}"/>
                  </a:ext>
                </a:extLst>
              </p:cNvPr>
              <p:cNvPicPr>
                <a:picLocks noChangeAspect="1"/>
              </p:cNvPicPr>
              <p:nvPr/>
            </p:nvPicPr>
            <p:blipFill rotWithShape="1">
              <a:blip r:embed="rId3">
                <a:extLst>
                  <a:ext uri="{28A0092B-C50C-407E-A947-70E740481C1C}">
                    <a14:useLocalDpi xmlns:a14="http://schemas.microsoft.com/office/drawing/2010/main" val="0"/>
                  </a:ext>
                </a:extLst>
              </a:blip>
              <a:srcRect l="5680" t="6619" r="5823" b="6911"/>
              <a:stretch/>
            </p:blipFill>
            <p:spPr>
              <a:xfrm>
                <a:off x="4639068" y="1905777"/>
                <a:ext cx="4779367" cy="2653134"/>
              </a:xfrm>
              <a:prstGeom prst="rect">
                <a:avLst/>
              </a:prstGeom>
            </p:spPr>
          </p:pic>
          <p:sp>
            <p:nvSpPr>
              <p:cNvPr id="19" name="Rectangle 7">
                <a:extLst>
                  <a:ext uri="{FF2B5EF4-FFF2-40B4-BE49-F238E27FC236}">
                    <a16:creationId xmlns:a16="http://schemas.microsoft.com/office/drawing/2014/main" id="{3844253F-640D-794A-8F4E-566F4AAC83F2}"/>
                  </a:ext>
                </a:extLst>
              </p:cNvPr>
              <p:cNvSpPr/>
              <p:nvPr/>
            </p:nvSpPr>
            <p:spPr>
              <a:xfrm>
                <a:off x="4646722" y="1905776"/>
                <a:ext cx="4780406" cy="25047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grpSp>
        <p:pic>
          <p:nvPicPr>
            <p:cNvPr id="21" name="Grafik 20">
              <a:extLst>
                <a:ext uri="{FF2B5EF4-FFF2-40B4-BE49-F238E27FC236}">
                  <a16:creationId xmlns:a16="http://schemas.microsoft.com/office/drawing/2014/main" id="{056A293E-4CCE-FC47-96A3-797514D245C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159468" y="4770499"/>
              <a:ext cx="2088660" cy="1176392"/>
            </a:xfrm>
            <a:prstGeom prst="rect">
              <a:avLst/>
            </a:prstGeom>
            <a:ln w="6350">
              <a:solidFill>
                <a:schemeClr val="bg2">
                  <a:lumMod val="90000"/>
                </a:schemeClr>
              </a:solidFill>
            </a:ln>
          </p:spPr>
        </p:pic>
        <p:sp>
          <p:nvSpPr>
            <p:cNvPr id="22" name="Rechteck 21">
              <a:extLst>
                <a:ext uri="{FF2B5EF4-FFF2-40B4-BE49-F238E27FC236}">
                  <a16:creationId xmlns:a16="http://schemas.microsoft.com/office/drawing/2014/main" id="{763A004E-403B-2349-BC8D-BAFFBA2EEC60}"/>
                </a:ext>
              </a:extLst>
            </p:cNvPr>
            <p:cNvSpPr/>
            <p:nvPr/>
          </p:nvSpPr>
          <p:spPr>
            <a:xfrm>
              <a:off x="5261421" y="4842825"/>
              <a:ext cx="1892734" cy="1044399"/>
            </a:xfrm>
            <a:prstGeom prst="rect">
              <a:avLst/>
            </a:prstGeom>
            <a:noFill/>
            <a:ln w="6350">
              <a:solidFill>
                <a:srgbClr val="FA00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23" name="Gerade Verbindung 22">
              <a:extLst>
                <a:ext uri="{FF2B5EF4-FFF2-40B4-BE49-F238E27FC236}">
                  <a16:creationId xmlns:a16="http://schemas.microsoft.com/office/drawing/2014/main" id="{A2F16D88-EF05-0B45-A25F-DA9764672416}"/>
                </a:ext>
              </a:extLst>
            </p:cNvPr>
            <p:cNvCxnSpPr>
              <a:cxnSpLocks/>
            </p:cNvCxnSpPr>
            <p:nvPr/>
          </p:nvCxnSpPr>
          <p:spPr>
            <a:xfrm>
              <a:off x="5261421" y="5059211"/>
              <a:ext cx="1892734" cy="0"/>
            </a:xfrm>
            <a:prstGeom prst="line">
              <a:avLst/>
            </a:prstGeom>
            <a:ln w="6350">
              <a:solidFill>
                <a:srgbClr val="FA00FA"/>
              </a:solidFill>
              <a:prstDash val="sysDot"/>
            </a:ln>
          </p:spPr>
          <p:style>
            <a:lnRef idx="1">
              <a:schemeClr val="accent1"/>
            </a:lnRef>
            <a:fillRef idx="0">
              <a:schemeClr val="accent1"/>
            </a:fillRef>
            <a:effectRef idx="0">
              <a:schemeClr val="accent1"/>
            </a:effectRef>
            <a:fontRef idx="minor">
              <a:schemeClr val="tx1"/>
            </a:fontRef>
          </p:style>
        </p:cxnSp>
        <p:cxnSp>
          <p:nvCxnSpPr>
            <p:cNvPr id="24" name="Gerade Verbindung 23">
              <a:extLst>
                <a:ext uri="{FF2B5EF4-FFF2-40B4-BE49-F238E27FC236}">
                  <a16:creationId xmlns:a16="http://schemas.microsoft.com/office/drawing/2014/main" id="{EBA5A785-BFEB-F54C-B610-97C375CE201E}"/>
                </a:ext>
              </a:extLst>
            </p:cNvPr>
            <p:cNvCxnSpPr>
              <a:cxnSpLocks/>
            </p:cNvCxnSpPr>
            <p:nvPr/>
          </p:nvCxnSpPr>
          <p:spPr>
            <a:xfrm>
              <a:off x="5259850" y="4898545"/>
              <a:ext cx="1892734" cy="0"/>
            </a:xfrm>
            <a:prstGeom prst="line">
              <a:avLst/>
            </a:prstGeom>
            <a:ln w="6350">
              <a:solidFill>
                <a:srgbClr val="FA00FA"/>
              </a:solidFill>
              <a:prstDash val="sysDot"/>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528C86C5-F73A-F14D-B2D8-A9722C2D4F93}"/>
                </a:ext>
              </a:extLst>
            </p:cNvPr>
            <p:cNvCxnSpPr>
              <a:cxnSpLocks/>
            </p:cNvCxnSpPr>
            <p:nvPr/>
          </p:nvCxnSpPr>
          <p:spPr>
            <a:xfrm>
              <a:off x="5259850" y="5815211"/>
              <a:ext cx="1892734" cy="0"/>
            </a:xfrm>
            <a:prstGeom prst="line">
              <a:avLst/>
            </a:prstGeom>
            <a:ln w="6350">
              <a:solidFill>
                <a:srgbClr val="FA00FA"/>
              </a:solidFill>
              <a:prstDash val="sysDot"/>
            </a:ln>
          </p:spPr>
          <p:style>
            <a:lnRef idx="1">
              <a:schemeClr val="accent1"/>
            </a:lnRef>
            <a:fillRef idx="0">
              <a:schemeClr val="accent1"/>
            </a:fillRef>
            <a:effectRef idx="0">
              <a:schemeClr val="accent1"/>
            </a:effectRef>
            <a:fontRef idx="minor">
              <a:schemeClr val="tx1"/>
            </a:fontRef>
          </p:style>
        </p:cxnSp>
        <p:sp>
          <p:nvSpPr>
            <p:cNvPr id="6" name="Rechteck 5">
              <a:extLst>
                <a:ext uri="{FF2B5EF4-FFF2-40B4-BE49-F238E27FC236}">
                  <a16:creationId xmlns:a16="http://schemas.microsoft.com/office/drawing/2014/main" id="{433F8BDE-8CEE-7040-AEED-A56E80F2B08B}"/>
                </a:ext>
              </a:extLst>
            </p:cNvPr>
            <p:cNvSpPr/>
            <p:nvPr/>
          </p:nvSpPr>
          <p:spPr>
            <a:xfrm>
              <a:off x="5520507" y="1191095"/>
              <a:ext cx="5714888" cy="2993117"/>
            </a:xfrm>
            <a:prstGeom prst="rect">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grpSp>
    </p:spTree>
    <p:extLst>
      <p:ext uri="{BB962C8B-B14F-4D97-AF65-F5344CB8AC3E}">
        <p14:creationId xmlns:p14="http://schemas.microsoft.com/office/powerpoint/2010/main" val="1079194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BF511-1078-4703-955E-85FEA26B13DA}"/>
              </a:ext>
            </a:extLst>
          </p:cNvPr>
          <p:cNvSpPr/>
          <p:nvPr/>
        </p:nvSpPr>
        <p:spPr>
          <a:xfrm>
            <a:off x="7861301" y="1484313"/>
            <a:ext cx="3743325" cy="4645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sp>
        <p:nvSpPr>
          <p:cNvPr id="8" name="Rectangle 7">
            <a:extLst>
              <a:ext uri="{FF2B5EF4-FFF2-40B4-BE49-F238E27FC236}">
                <a16:creationId xmlns:a16="http://schemas.microsoft.com/office/drawing/2014/main" id="{B7CC99E3-C7AC-4DF4-ADBD-5894C8AD6963}"/>
              </a:ext>
            </a:extLst>
          </p:cNvPr>
          <p:cNvSpPr/>
          <p:nvPr/>
        </p:nvSpPr>
        <p:spPr>
          <a:xfrm>
            <a:off x="4116388" y="1484313"/>
            <a:ext cx="3743325" cy="46450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sp>
        <p:nvSpPr>
          <p:cNvPr id="2" name="Title 1">
            <a:extLst>
              <a:ext uri="{FF2B5EF4-FFF2-40B4-BE49-F238E27FC236}">
                <a16:creationId xmlns:a16="http://schemas.microsoft.com/office/drawing/2014/main" id="{3459C58F-7301-4F9F-9BAA-4D1B97AEE0BC}"/>
              </a:ext>
            </a:extLst>
          </p:cNvPr>
          <p:cNvSpPr>
            <a:spLocks noGrp="1"/>
          </p:cNvSpPr>
          <p:nvPr>
            <p:ph type="title"/>
          </p:nvPr>
        </p:nvSpPr>
        <p:spPr/>
        <p:txBody>
          <a:bodyPr/>
          <a:lstStyle/>
          <a:p>
            <a:r>
              <a:rPr lang="en-US"/>
              <a:t>The most important typeface rules at a glance</a:t>
            </a:r>
          </a:p>
        </p:txBody>
      </p:sp>
      <p:sp>
        <p:nvSpPr>
          <p:cNvPr id="3" name="Date Placeholder 2">
            <a:extLst>
              <a:ext uri="{FF2B5EF4-FFF2-40B4-BE49-F238E27FC236}">
                <a16:creationId xmlns:a16="http://schemas.microsoft.com/office/drawing/2014/main" id="{609181FF-DA84-4F6E-A101-B285553B1DFD}"/>
              </a:ext>
            </a:extLst>
          </p:cNvPr>
          <p:cNvSpPr>
            <a:spLocks noGrp="1"/>
          </p:cNvSpPr>
          <p:nvPr>
            <p:ph type="dt" sz="half" idx="10"/>
          </p:nvPr>
        </p:nvSpPr>
        <p:spPr/>
        <p:txBody>
          <a:bodyPr/>
          <a:lstStyle/>
          <a:p>
            <a:fld id="{B09A02FE-EDE3-429E-A686-AD41B11EF77F}" type="datetime3">
              <a:rPr lang="en-US" smtClean="0"/>
              <a:t>23 February 2026</a:t>
            </a:fld>
            <a:endParaRPr lang="en-US"/>
          </a:p>
        </p:txBody>
      </p:sp>
      <p:sp>
        <p:nvSpPr>
          <p:cNvPr id="4" name="Slide Number Placeholder 3">
            <a:extLst>
              <a:ext uri="{FF2B5EF4-FFF2-40B4-BE49-F238E27FC236}">
                <a16:creationId xmlns:a16="http://schemas.microsoft.com/office/drawing/2014/main" id="{B0166FE2-FD1E-4DE2-A124-6BDA2F5AD7FC}"/>
              </a:ext>
            </a:extLst>
          </p:cNvPr>
          <p:cNvSpPr>
            <a:spLocks noGrp="1"/>
          </p:cNvSpPr>
          <p:nvPr>
            <p:ph type="sldNum" sz="quarter" idx="11"/>
          </p:nvPr>
        </p:nvSpPr>
        <p:spPr/>
        <p:txBody>
          <a:bodyPr/>
          <a:lstStyle/>
          <a:p>
            <a:fld id="{62CB3E74-FC4B-418A-B5F6-72ED80208EB2}" type="slidenum">
              <a:rPr lang="en-US" smtClean="0"/>
              <a:pPr/>
              <a:t>32</a:t>
            </a:fld>
            <a:endParaRPr lang="en-US"/>
          </a:p>
        </p:txBody>
      </p:sp>
      <p:sp>
        <p:nvSpPr>
          <p:cNvPr id="5" name="TextBox 4">
            <a:extLst>
              <a:ext uri="{FF2B5EF4-FFF2-40B4-BE49-F238E27FC236}">
                <a16:creationId xmlns:a16="http://schemas.microsoft.com/office/drawing/2014/main" id="{890E7B99-F312-418D-A7BB-E8C08F1C6FF6}"/>
              </a:ext>
            </a:extLst>
          </p:cNvPr>
          <p:cNvSpPr txBox="1"/>
          <p:nvPr/>
        </p:nvSpPr>
        <p:spPr>
          <a:xfrm>
            <a:off x="587376" y="1700213"/>
            <a:ext cx="3312380" cy="4429125"/>
          </a:xfrm>
          <a:prstGeom prst="rect">
            <a:avLst/>
          </a:prstGeom>
          <a:noFill/>
        </p:spPr>
        <p:txBody>
          <a:bodyPr wrap="square" lIns="0" tIns="0" rIns="0" bIns="0" rtlCol="0">
            <a:noAutofit/>
          </a:bodyPr>
          <a:lstStyle/>
          <a:p>
            <a:r>
              <a:rPr lang="en-US" sz="1600" dirty="0"/>
              <a:t>In the PowerPoint template, we only use our system replacement font Arial to guarantee a consistent appearance on all systems. </a:t>
            </a:r>
          </a:p>
          <a:p>
            <a:endParaRPr lang="en-US" sz="1600" dirty="0"/>
          </a:p>
          <a:p>
            <a:r>
              <a:rPr lang="en-US" sz="1600" dirty="0"/>
              <a:t>In order to ensure the greatest possible variability in the design </a:t>
            </a:r>
            <a:br>
              <a:rPr lang="en-US" sz="1600" dirty="0"/>
            </a:br>
            <a:r>
              <a:rPr lang="en-US" sz="1600" dirty="0"/>
              <a:t>of the slides in terms of text and information volumes, we have defined different text sizes for information texts, tables and graphics. It is important to note </a:t>
            </a:r>
            <a:br>
              <a:rPr lang="en-US" sz="1600" dirty="0"/>
            </a:br>
            <a:r>
              <a:rPr lang="en-US" sz="1600" dirty="0"/>
              <a:t>that only the firmly defined sizes may be used.</a:t>
            </a:r>
          </a:p>
          <a:p>
            <a:pPr algn="l"/>
            <a:endParaRPr lang="en-US" sz="1600" dirty="0"/>
          </a:p>
        </p:txBody>
      </p:sp>
      <p:sp>
        <p:nvSpPr>
          <p:cNvPr id="6" name="TextBox 5">
            <a:extLst>
              <a:ext uri="{FF2B5EF4-FFF2-40B4-BE49-F238E27FC236}">
                <a16:creationId xmlns:a16="http://schemas.microsoft.com/office/drawing/2014/main" id="{9B339F54-9F4D-41E0-96F0-C359B00C7379}"/>
              </a:ext>
            </a:extLst>
          </p:cNvPr>
          <p:cNvSpPr txBox="1"/>
          <p:nvPr/>
        </p:nvSpPr>
        <p:spPr>
          <a:xfrm>
            <a:off x="4332289" y="1700213"/>
            <a:ext cx="3311884" cy="4429125"/>
          </a:xfrm>
          <a:prstGeom prst="rect">
            <a:avLst/>
          </a:prstGeom>
          <a:noFill/>
        </p:spPr>
        <p:txBody>
          <a:bodyPr wrap="square" lIns="0" tIns="0" rIns="0" bIns="0" rtlCol="0">
            <a:noAutofit/>
          </a:bodyPr>
          <a:lstStyle/>
          <a:p>
            <a:r>
              <a:rPr lang="en-US" sz="1600" b="1" dirty="0"/>
              <a:t>Fixed type sizes</a:t>
            </a:r>
            <a:br>
              <a:rPr lang="en-US" sz="1600" dirty="0"/>
            </a:br>
            <a:r>
              <a:rPr lang="en-US" sz="1600" dirty="0"/>
              <a:t>Title: Arial Bold, 43 </a:t>
            </a:r>
            <a:r>
              <a:rPr lang="en-US" sz="1600" dirty="0" err="1"/>
              <a:t>pt</a:t>
            </a:r>
            <a:br>
              <a:rPr lang="en-US" sz="1600" dirty="0"/>
            </a:br>
            <a:r>
              <a:rPr lang="en-US" sz="1600" dirty="0" err="1"/>
              <a:t>Subtile</a:t>
            </a:r>
            <a:r>
              <a:rPr lang="en-US" sz="1600" dirty="0"/>
              <a:t>: Arial, 24 </a:t>
            </a:r>
            <a:r>
              <a:rPr lang="en-US" sz="1600" dirty="0" err="1"/>
              <a:t>pt</a:t>
            </a:r>
            <a:br>
              <a:rPr lang="en-US" sz="1600" dirty="0"/>
            </a:br>
            <a:r>
              <a:rPr lang="en-US" sz="1600" dirty="0"/>
              <a:t>Date: Arial, 14 </a:t>
            </a:r>
            <a:r>
              <a:rPr lang="en-US" sz="1600" dirty="0" err="1"/>
              <a:t>pt</a:t>
            </a:r>
            <a:br>
              <a:rPr lang="en-US" sz="1600" dirty="0"/>
            </a:br>
            <a:r>
              <a:rPr lang="en-US" sz="1600" dirty="0"/>
              <a:t>Chapter titles: Arial Bold, 38 </a:t>
            </a:r>
            <a:r>
              <a:rPr lang="en-US" sz="1600" dirty="0" err="1"/>
              <a:t>pt</a:t>
            </a:r>
            <a:br>
              <a:rPr lang="en-US" sz="1600" dirty="0"/>
            </a:br>
            <a:r>
              <a:rPr lang="en-US" sz="1600" dirty="0"/>
              <a:t>Headlines: Arial Bold, 30 </a:t>
            </a:r>
            <a:r>
              <a:rPr lang="en-US" sz="1600" dirty="0" err="1"/>
              <a:t>pt</a:t>
            </a:r>
            <a:br>
              <a:rPr lang="en-US" sz="1600" dirty="0"/>
            </a:br>
            <a:r>
              <a:rPr lang="en-US" sz="1600" dirty="0" err="1"/>
              <a:t>Subheadline</a:t>
            </a:r>
            <a:r>
              <a:rPr lang="en-US" sz="1600" dirty="0"/>
              <a:t>: Arial, 20 </a:t>
            </a:r>
            <a:r>
              <a:rPr lang="en-US" sz="1600" dirty="0" err="1"/>
              <a:t>pt</a:t>
            </a:r>
            <a:br>
              <a:rPr lang="en-US" sz="1600" dirty="0"/>
            </a:br>
            <a:r>
              <a:rPr lang="en-US" sz="1600" dirty="0"/>
              <a:t>Footnotes: Arial, 8 </a:t>
            </a:r>
            <a:r>
              <a:rPr lang="en-US" sz="1600" dirty="0" err="1"/>
              <a:t>pt</a:t>
            </a:r>
            <a:br>
              <a:rPr lang="en-US" sz="1600" dirty="0"/>
            </a:br>
            <a:br>
              <a:rPr lang="en-US" sz="1600" dirty="0"/>
            </a:br>
            <a:r>
              <a:rPr lang="en-US" sz="1600" b="1" dirty="0"/>
              <a:t>The font sizes for titles, chapter titles, headlines, </a:t>
            </a:r>
            <a:r>
              <a:rPr lang="en-US" sz="1600" b="1" dirty="0" err="1"/>
              <a:t>subheadlines</a:t>
            </a:r>
            <a:r>
              <a:rPr lang="en-US" sz="1600" b="1" dirty="0"/>
              <a:t> </a:t>
            </a:r>
            <a:br>
              <a:rPr lang="en-US" sz="1600" b="1" dirty="0"/>
            </a:br>
            <a:r>
              <a:rPr lang="en-US" sz="1600" b="1" dirty="0"/>
              <a:t>and footnotes are fixed and may not be changed.</a:t>
            </a:r>
          </a:p>
        </p:txBody>
      </p:sp>
      <p:sp>
        <p:nvSpPr>
          <p:cNvPr id="7" name="TextBox 6">
            <a:extLst>
              <a:ext uri="{FF2B5EF4-FFF2-40B4-BE49-F238E27FC236}">
                <a16:creationId xmlns:a16="http://schemas.microsoft.com/office/drawing/2014/main" id="{298AD569-683D-4F28-9C16-365012B5A0F6}"/>
              </a:ext>
            </a:extLst>
          </p:cNvPr>
          <p:cNvSpPr txBox="1"/>
          <p:nvPr/>
        </p:nvSpPr>
        <p:spPr>
          <a:xfrm>
            <a:off x="8075614" y="1700213"/>
            <a:ext cx="3456990" cy="4429125"/>
          </a:xfrm>
          <a:prstGeom prst="rect">
            <a:avLst/>
          </a:prstGeom>
          <a:noFill/>
        </p:spPr>
        <p:txBody>
          <a:bodyPr wrap="square" lIns="0" tIns="0" rIns="0" bIns="0" rtlCol="0">
            <a:noAutofit/>
          </a:bodyPr>
          <a:lstStyle/>
          <a:p>
            <a:r>
              <a:rPr lang="en-US" sz="1600" b="1">
                <a:solidFill>
                  <a:schemeClr val="bg1"/>
                </a:solidFill>
              </a:rPr>
              <a:t>Font sizes to choose</a:t>
            </a:r>
            <a:br>
              <a:rPr lang="en-US" sz="1600" b="1">
                <a:solidFill>
                  <a:schemeClr val="bg1"/>
                </a:solidFill>
              </a:rPr>
            </a:br>
            <a:r>
              <a:rPr lang="en-US" sz="1600">
                <a:solidFill>
                  <a:schemeClr val="tx2"/>
                </a:solidFill>
              </a:rPr>
              <a:t>Copy: </a:t>
            </a:r>
            <a:br>
              <a:rPr lang="en-US" sz="1600">
                <a:solidFill>
                  <a:schemeClr val="bg1"/>
                </a:solidFill>
              </a:rPr>
            </a:br>
            <a:r>
              <a:rPr lang="en-US" sz="1600">
                <a:solidFill>
                  <a:schemeClr val="bg1"/>
                </a:solidFill>
              </a:rPr>
              <a:t>Arial, 20 pt (standard) </a:t>
            </a:r>
            <a:br>
              <a:rPr lang="en-US" sz="1600">
                <a:solidFill>
                  <a:schemeClr val="bg1"/>
                </a:solidFill>
              </a:rPr>
            </a:br>
            <a:r>
              <a:rPr lang="en-US" sz="1600">
                <a:solidFill>
                  <a:schemeClr val="bg1"/>
                </a:solidFill>
              </a:rPr>
              <a:t>16 pt (for text and also graphic charts) </a:t>
            </a:r>
            <a:br>
              <a:rPr lang="en-US" sz="1600">
                <a:solidFill>
                  <a:schemeClr val="bg1"/>
                </a:solidFill>
              </a:rPr>
            </a:br>
            <a:r>
              <a:rPr lang="en-US" sz="1600">
                <a:solidFill>
                  <a:schemeClr val="bg1"/>
                </a:solidFill>
              </a:rPr>
              <a:t>14 pt (for mixed and detailed charts)</a:t>
            </a:r>
            <a:br>
              <a:rPr lang="en-US" sz="1600">
                <a:solidFill>
                  <a:schemeClr val="bg1"/>
                </a:solidFill>
              </a:rPr>
            </a:br>
            <a:r>
              <a:rPr lang="en-US" sz="1600">
                <a:solidFill>
                  <a:schemeClr val="tx2"/>
                </a:solidFill>
              </a:rPr>
              <a:t>Tables: </a:t>
            </a:r>
            <a:br>
              <a:rPr lang="en-US" sz="1600">
                <a:solidFill>
                  <a:schemeClr val="bg1"/>
                </a:solidFill>
              </a:rPr>
            </a:br>
            <a:r>
              <a:rPr lang="en-US" sz="1600">
                <a:solidFill>
                  <a:schemeClr val="bg1"/>
                </a:solidFill>
              </a:rPr>
              <a:t>Arial Bold, 14 pt (for table titles), </a:t>
            </a:r>
            <a:br>
              <a:rPr lang="en-US" sz="1600">
                <a:solidFill>
                  <a:schemeClr val="bg1"/>
                </a:solidFill>
              </a:rPr>
            </a:br>
            <a:r>
              <a:rPr lang="en-US" sz="1600">
                <a:solidFill>
                  <a:schemeClr val="bg1"/>
                </a:solidFill>
              </a:rPr>
              <a:t>12 pt and 10 pt (for category names)</a:t>
            </a:r>
            <a:br>
              <a:rPr lang="en-US" sz="1600">
                <a:solidFill>
                  <a:schemeClr val="bg1"/>
                </a:solidFill>
              </a:rPr>
            </a:br>
            <a:r>
              <a:rPr lang="en-US" sz="1600">
                <a:solidFill>
                  <a:schemeClr val="bg1"/>
                </a:solidFill>
              </a:rPr>
              <a:t>Arial, 12 pt and 10 pt (for text and numbers)</a:t>
            </a:r>
          </a:p>
          <a:p>
            <a:r>
              <a:rPr lang="en-US" sz="1600">
                <a:solidFill>
                  <a:schemeClr val="tx2"/>
                </a:solidFill>
              </a:rPr>
              <a:t>Labeling of graphics and legends: </a:t>
            </a:r>
            <a:br>
              <a:rPr lang="en-US" sz="1600">
                <a:solidFill>
                  <a:schemeClr val="bg1"/>
                </a:solidFill>
              </a:rPr>
            </a:br>
            <a:r>
              <a:rPr lang="en-US" sz="1600">
                <a:solidFill>
                  <a:schemeClr val="bg1"/>
                </a:solidFill>
              </a:rPr>
              <a:t>Arial, 12 pt (standard) and 10 pt</a:t>
            </a:r>
            <a:br>
              <a:rPr lang="en-US" sz="1600">
                <a:solidFill>
                  <a:schemeClr val="bg1"/>
                </a:solidFill>
              </a:rPr>
            </a:br>
            <a:r>
              <a:rPr lang="en-US" sz="1600">
                <a:solidFill>
                  <a:schemeClr val="tx2"/>
                </a:solidFill>
              </a:rPr>
              <a:t>Contact details: </a:t>
            </a:r>
            <a:br>
              <a:rPr lang="en-US" sz="1600">
                <a:solidFill>
                  <a:schemeClr val="bg1"/>
                </a:solidFill>
              </a:rPr>
            </a:br>
            <a:r>
              <a:rPr lang="en-US" sz="1600">
                <a:solidFill>
                  <a:schemeClr val="bg1"/>
                </a:solidFill>
              </a:rPr>
              <a:t>Arial Bold/Regular, 14 pt (standard) and 12 pt</a:t>
            </a:r>
          </a:p>
          <a:p>
            <a:pPr algn="l"/>
            <a:endParaRPr lang="en-US" sz="1600"/>
          </a:p>
        </p:txBody>
      </p:sp>
    </p:spTree>
    <p:extLst>
      <p:ext uri="{BB962C8B-B14F-4D97-AF65-F5344CB8AC3E}">
        <p14:creationId xmlns:p14="http://schemas.microsoft.com/office/powerpoint/2010/main" val="2863523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13BEF-0D92-4664-9C5E-212F1B1B68D8}"/>
              </a:ext>
            </a:extLst>
          </p:cNvPr>
          <p:cNvSpPr>
            <a:spLocks noGrp="1"/>
          </p:cNvSpPr>
          <p:nvPr>
            <p:ph type="title"/>
          </p:nvPr>
        </p:nvSpPr>
        <p:spPr/>
        <p:txBody>
          <a:bodyPr/>
          <a:lstStyle/>
          <a:p>
            <a:r>
              <a:rPr lang="en-US"/>
              <a:t>Working with list levels</a:t>
            </a:r>
          </a:p>
        </p:txBody>
      </p:sp>
      <p:sp>
        <p:nvSpPr>
          <p:cNvPr id="3" name="Date Placeholder 2">
            <a:extLst>
              <a:ext uri="{FF2B5EF4-FFF2-40B4-BE49-F238E27FC236}">
                <a16:creationId xmlns:a16="http://schemas.microsoft.com/office/drawing/2014/main" id="{86B9B31A-F872-46A1-8F16-6B236B563E4B}"/>
              </a:ext>
            </a:extLst>
          </p:cNvPr>
          <p:cNvSpPr>
            <a:spLocks noGrp="1"/>
          </p:cNvSpPr>
          <p:nvPr>
            <p:ph type="dt" sz="half" idx="10"/>
          </p:nvPr>
        </p:nvSpPr>
        <p:spPr/>
        <p:txBody>
          <a:bodyPr/>
          <a:lstStyle/>
          <a:p>
            <a:fld id="{8FA14CA6-9CEF-4818-AD82-C387906F020E}" type="datetime3">
              <a:rPr lang="en-US" smtClean="0"/>
              <a:pPr/>
              <a:t>23 February 2026</a:t>
            </a:fld>
            <a:endParaRPr lang="en-US"/>
          </a:p>
        </p:txBody>
      </p:sp>
      <p:sp>
        <p:nvSpPr>
          <p:cNvPr id="4" name="Slide Number Placeholder 3">
            <a:extLst>
              <a:ext uri="{FF2B5EF4-FFF2-40B4-BE49-F238E27FC236}">
                <a16:creationId xmlns:a16="http://schemas.microsoft.com/office/drawing/2014/main" id="{6307E051-43F1-4BB4-BC55-240A7C089A96}"/>
              </a:ext>
            </a:extLst>
          </p:cNvPr>
          <p:cNvSpPr>
            <a:spLocks noGrp="1"/>
          </p:cNvSpPr>
          <p:nvPr>
            <p:ph type="sldNum" sz="quarter" idx="11"/>
          </p:nvPr>
        </p:nvSpPr>
        <p:spPr/>
        <p:txBody>
          <a:bodyPr/>
          <a:lstStyle/>
          <a:p>
            <a:fld id="{62CB3E74-FC4B-418A-B5F6-72ED80208EB2}" type="slidenum">
              <a:rPr lang="en-US" smtClean="0"/>
              <a:pPr/>
              <a:t>33</a:t>
            </a:fld>
            <a:endParaRPr lang="en-US"/>
          </a:p>
        </p:txBody>
      </p:sp>
      <p:sp>
        <p:nvSpPr>
          <p:cNvPr id="5" name="TextBox 4">
            <a:extLst>
              <a:ext uri="{FF2B5EF4-FFF2-40B4-BE49-F238E27FC236}">
                <a16:creationId xmlns:a16="http://schemas.microsoft.com/office/drawing/2014/main" id="{69E762AF-9DD7-4FFF-BDE3-9D5238B2A257}"/>
              </a:ext>
            </a:extLst>
          </p:cNvPr>
          <p:cNvSpPr txBox="1"/>
          <p:nvPr/>
        </p:nvSpPr>
        <p:spPr>
          <a:xfrm>
            <a:off x="587376" y="1700213"/>
            <a:ext cx="3529012" cy="4429125"/>
          </a:xfrm>
          <a:prstGeom prst="rect">
            <a:avLst/>
          </a:prstGeom>
          <a:noFill/>
        </p:spPr>
        <p:txBody>
          <a:bodyPr wrap="square" lIns="0" tIns="0" rIns="0" bIns="0" rtlCol="0">
            <a:noAutofit/>
          </a:bodyPr>
          <a:lstStyle/>
          <a:p>
            <a:pPr lvl="3"/>
            <a:r>
              <a:rPr lang="en-US" dirty="0"/>
              <a:t>Use list levels for bullet lists and avoid to initially use the bullet list button. There are several levels defined across text placeholders, text boxes/</a:t>
            </a:r>
            <a:br>
              <a:rPr lang="en-US" dirty="0"/>
            </a:br>
            <a:r>
              <a:rPr lang="en-US" dirty="0"/>
              <a:t>shapes and tables:</a:t>
            </a:r>
          </a:p>
          <a:p>
            <a:pPr lvl="3"/>
            <a:br>
              <a:rPr lang="en-US" dirty="0"/>
            </a:br>
            <a:r>
              <a:rPr lang="en-US" dirty="0"/>
              <a:t>Level 1 as plain text.</a:t>
            </a:r>
          </a:p>
          <a:p>
            <a:pPr lvl="1">
              <a:spcAft>
                <a:spcPts val="600"/>
              </a:spcAft>
            </a:pPr>
            <a:r>
              <a:rPr lang="en-US" dirty="0"/>
              <a:t>Level 2 with a square bullet.</a:t>
            </a:r>
          </a:p>
          <a:p>
            <a:pPr lvl="2">
              <a:spcAft>
                <a:spcPts val="600"/>
              </a:spcAft>
            </a:pPr>
            <a:r>
              <a:rPr lang="en-US" dirty="0"/>
              <a:t>Level 3 with a square bullet and more indented.</a:t>
            </a:r>
          </a:p>
          <a:p>
            <a:pPr lvl="3"/>
            <a:r>
              <a:rPr lang="en-US" dirty="0"/>
              <a:t>Level 4 as plain text with 6 </a:t>
            </a:r>
            <a:r>
              <a:rPr lang="en-US" dirty="0" err="1"/>
              <a:t>pt</a:t>
            </a:r>
            <a:r>
              <a:rPr lang="en-US" dirty="0"/>
              <a:t> space after.</a:t>
            </a:r>
          </a:p>
          <a:p>
            <a:pPr lvl="4"/>
            <a:r>
              <a:rPr lang="en-US" dirty="0"/>
              <a:t>Level 5 with a square bullet and 6 </a:t>
            </a:r>
            <a:r>
              <a:rPr lang="en-US" dirty="0" err="1"/>
              <a:t>pt</a:t>
            </a:r>
            <a:r>
              <a:rPr lang="en-US" dirty="0"/>
              <a:t> space after.</a:t>
            </a:r>
          </a:p>
        </p:txBody>
      </p:sp>
      <p:pic>
        <p:nvPicPr>
          <p:cNvPr id="17" name="Picture 16">
            <a:extLst>
              <a:ext uri="{FF2B5EF4-FFF2-40B4-BE49-F238E27FC236}">
                <a16:creationId xmlns:a16="http://schemas.microsoft.com/office/drawing/2014/main" id="{973D6A0E-6E70-4E86-9278-D8395E9D259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32288" y="1700213"/>
            <a:ext cx="7272338" cy="3933618"/>
          </a:xfrm>
          <a:prstGeom prst="rect">
            <a:avLst/>
          </a:prstGeom>
          <a:ln>
            <a:noFill/>
          </a:ln>
        </p:spPr>
      </p:pic>
    </p:spTree>
    <p:extLst>
      <p:ext uri="{BB962C8B-B14F-4D97-AF65-F5344CB8AC3E}">
        <p14:creationId xmlns:p14="http://schemas.microsoft.com/office/powerpoint/2010/main" val="3300021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0CB865-6826-4BB7-9090-8655C88B7FE6}"/>
              </a:ext>
            </a:extLst>
          </p:cNvPr>
          <p:cNvSpPr>
            <a:spLocks noGrp="1"/>
          </p:cNvSpPr>
          <p:nvPr>
            <p:ph type="title"/>
          </p:nvPr>
        </p:nvSpPr>
        <p:spPr/>
        <p:txBody>
          <a:bodyPr/>
          <a:lstStyle/>
          <a:p>
            <a:r>
              <a:rPr lang="en-US"/>
              <a:t>Colors to use</a:t>
            </a:r>
          </a:p>
        </p:txBody>
      </p:sp>
      <p:grpSp>
        <p:nvGrpSpPr>
          <p:cNvPr id="3" name="Gruppieren 2">
            <a:extLst>
              <a:ext uri="{FF2B5EF4-FFF2-40B4-BE49-F238E27FC236}">
                <a16:creationId xmlns:a16="http://schemas.microsoft.com/office/drawing/2014/main" id="{2BB9D068-595C-A24D-B6EB-8E138259F849}"/>
              </a:ext>
            </a:extLst>
          </p:cNvPr>
          <p:cNvGrpSpPr/>
          <p:nvPr/>
        </p:nvGrpSpPr>
        <p:grpSpPr bwMode="gray">
          <a:xfrm>
            <a:off x="4332288" y="1404001"/>
            <a:ext cx="7272337" cy="2574571"/>
            <a:chOff x="4332288" y="1731680"/>
            <a:chExt cx="5620198" cy="1989676"/>
          </a:xfrm>
        </p:grpSpPr>
        <p:grpSp>
          <p:nvGrpSpPr>
            <p:cNvPr id="19" name="Gruppieren 18">
              <a:extLst>
                <a:ext uri="{FF2B5EF4-FFF2-40B4-BE49-F238E27FC236}">
                  <a16:creationId xmlns:a16="http://schemas.microsoft.com/office/drawing/2014/main" id="{ED42F84D-EAC4-4185-B6BB-FBC28D6D02F0}"/>
                </a:ext>
              </a:extLst>
            </p:cNvPr>
            <p:cNvGrpSpPr/>
            <p:nvPr/>
          </p:nvGrpSpPr>
          <p:grpSpPr bwMode="gray">
            <a:xfrm>
              <a:off x="4332288" y="1731680"/>
              <a:ext cx="1872676" cy="1989675"/>
              <a:chOff x="98022" y="2071347"/>
              <a:chExt cx="1801104" cy="1989675"/>
            </a:xfrm>
          </p:grpSpPr>
          <p:sp>
            <p:nvSpPr>
              <p:cNvPr id="5" name="Rectangle 6">
                <a:extLst>
                  <a:ext uri="{FF2B5EF4-FFF2-40B4-BE49-F238E27FC236}">
                    <a16:creationId xmlns:a16="http://schemas.microsoft.com/office/drawing/2014/main" id="{2E6FF10E-EB55-423D-84AB-6DB1BACEC335}"/>
                  </a:ext>
                </a:extLst>
              </p:cNvPr>
              <p:cNvSpPr/>
              <p:nvPr/>
            </p:nvSpPr>
            <p:spPr bwMode="gray">
              <a:xfrm>
                <a:off x="98022" y="2342840"/>
                <a:ext cx="1800000" cy="576000"/>
              </a:xfrm>
              <a:prstGeom prst="rect">
                <a:avLst/>
              </a:prstGeom>
              <a:solidFill>
                <a:srgbClr val="20175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r>
                  <a:rPr lang="en-US" sz="1400"/>
                  <a:t>RGB: 32, 23, 81</a:t>
                </a:r>
              </a:p>
            </p:txBody>
          </p:sp>
          <p:sp>
            <p:nvSpPr>
              <p:cNvPr id="6" name="Rectangle 9">
                <a:extLst>
                  <a:ext uri="{FF2B5EF4-FFF2-40B4-BE49-F238E27FC236}">
                    <a16:creationId xmlns:a16="http://schemas.microsoft.com/office/drawing/2014/main" id="{F89780A2-08F9-4CCC-9D4E-323EC16F2710}"/>
                  </a:ext>
                </a:extLst>
              </p:cNvPr>
              <p:cNvSpPr/>
              <p:nvPr/>
            </p:nvSpPr>
            <p:spPr bwMode="gray">
              <a:xfrm>
                <a:off x="98022" y="2913931"/>
                <a:ext cx="1800000" cy="576000"/>
              </a:xfrm>
              <a:prstGeom prst="rect">
                <a:avLst/>
              </a:prstGeom>
              <a:solidFill>
                <a:srgbClr val="00CE7D"/>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r>
                  <a:rPr lang="en-US" sz="1400"/>
                  <a:t>RGB: 0, 206, 125</a:t>
                </a:r>
              </a:p>
            </p:txBody>
          </p:sp>
          <p:sp>
            <p:nvSpPr>
              <p:cNvPr id="7" name="Rectangle 10">
                <a:extLst>
                  <a:ext uri="{FF2B5EF4-FFF2-40B4-BE49-F238E27FC236}">
                    <a16:creationId xmlns:a16="http://schemas.microsoft.com/office/drawing/2014/main" id="{D160DD14-0D8D-4A0A-BDE7-7D51C27D893F}"/>
                  </a:ext>
                </a:extLst>
              </p:cNvPr>
              <p:cNvSpPr/>
              <p:nvPr/>
            </p:nvSpPr>
            <p:spPr bwMode="gray">
              <a:xfrm>
                <a:off x="98022" y="3485022"/>
                <a:ext cx="1800000" cy="576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lgn="ctr"/>
                <a:r>
                  <a:rPr lang="en-US" sz="1400">
                    <a:solidFill>
                      <a:schemeClr val="tx1"/>
                    </a:solidFill>
                  </a:rPr>
                  <a:t>RGB: 243, 243, 243</a:t>
                </a:r>
              </a:p>
            </p:txBody>
          </p:sp>
          <p:sp>
            <p:nvSpPr>
              <p:cNvPr id="14" name="TextBox 17">
                <a:extLst>
                  <a:ext uri="{FF2B5EF4-FFF2-40B4-BE49-F238E27FC236}">
                    <a16:creationId xmlns:a16="http://schemas.microsoft.com/office/drawing/2014/main" id="{D5E89837-6860-46F2-8212-094A48237D52}"/>
                  </a:ext>
                </a:extLst>
              </p:cNvPr>
              <p:cNvSpPr txBox="1"/>
              <p:nvPr/>
            </p:nvSpPr>
            <p:spPr bwMode="gray">
              <a:xfrm>
                <a:off x="99126" y="2071347"/>
                <a:ext cx="1800000" cy="264416"/>
              </a:xfrm>
              <a:prstGeom prst="rect">
                <a:avLst/>
              </a:prstGeom>
              <a:noFill/>
            </p:spPr>
            <p:txBody>
              <a:bodyPr wrap="square" lIns="90000" rIns="90000" rtlCol="0" anchor="b">
                <a:spAutoFit/>
              </a:bodyPr>
              <a:lstStyle/>
              <a:p>
                <a:pPr algn="ctr"/>
                <a:r>
                  <a:rPr lang="en-US" dirty="0">
                    <a:latin typeface="Arial" panose="020B0604020202020204" pitchFamily="34" charset="0"/>
                    <a:cs typeface="Arial" panose="020B0604020202020204" pitchFamily="34" charset="0"/>
                  </a:rPr>
                  <a:t>Primary colors</a:t>
                </a:r>
              </a:p>
            </p:txBody>
          </p:sp>
        </p:grpSp>
        <p:grpSp>
          <p:nvGrpSpPr>
            <p:cNvPr id="17" name="Gruppieren 16">
              <a:extLst>
                <a:ext uri="{FF2B5EF4-FFF2-40B4-BE49-F238E27FC236}">
                  <a16:creationId xmlns:a16="http://schemas.microsoft.com/office/drawing/2014/main" id="{DFB6561E-546C-4A3D-BC30-4237F823D81D}"/>
                </a:ext>
              </a:extLst>
            </p:cNvPr>
            <p:cNvGrpSpPr/>
            <p:nvPr/>
          </p:nvGrpSpPr>
          <p:grpSpPr bwMode="gray">
            <a:xfrm>
              <a:off x="6203950" y="1731681"/>
              <a:ext cx="1872678" cy="1989675"/>
              <a:chOff x="2098452" y="2187393"/>
              <a:chExt cx="1800000" cy="1989675"/>
            </a:xfrm>
          </p:grpSpPr>
          <p:sp>
            <p:nvSpPr>
              <p:cNvPr id="8" name="Rectangle 11">
                <a:extLst>
                  <a:ext uri="{FF2B5EF4-FFF2-40B4-BE49-F238E27FC236}">
                    <a16:creationId xmlns:a16="http://schemas.microsoft.com/office/drawing/2014/main" id="{95718077-6A5F-4B67-A654-E838399FBAAF}"/>
                  </a:ext>
                </a:extLst>
              </p:cNvPr>
              <p:cNvSpPr/>
              <p:nvPr/>
            </p:nvSpPr>
            <p:spPr bwMode="gray">
              <a:xfrm>
                <a:off x="2098452" y="3029977"/>
                <a:ext cx="1800000" cy="576000"/>
              </a:xfrm>
              <a:prstGeom prst="rect">
                <a:avLst/>
              </a:prstGeom>
              <a:solidFill>
                <a:srgbClr val="3C7D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RGB: 60, 125, 190</a:t>
                </a:r>
              </a:p>
            </p:txBody>
          </p:sp>
          <p:sp>
            <p:nvSpPr>
              <p:cNvPr id="9" name="Rectangle 12">
                <a:extLst>
                  <a:ext uri="{FF2B5EF4-FFF2-40B4-BE49-F238E27FC236}">
                    <a16:creationId xmlns:a16="http://schemas.microsoft.com/office/drawing/2014/main" id="{CF2156F6-D1E9-4218-AC42-931286376535}"/>
                  </a:ext>
                </a:extLst>
              </p:cNvPr>
              <p:cNvSpPr/>
              <p:nvPr/>
            </p:nvSpPr>
            <p:spPr bwMode="gray">
              <a:xfrm>
                <a:off x="2098452" y="3601068"/>
                <a:ext cx="1800000" cy="576000"/>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RGB: 220, 220, 220</a:t>
                </a:r>
              </a:p>
            </p:txBody>
          </p:sp>
          <p:sp>
            <p:nvSpPr>
              <p:cNvPr id="10" name="Rectangle 13">
                <a:extLst>
                  <a:ext uri="{FF2B5EF4-FFF2-40B4-BE49-F238E27FC236}">
                    <a16:creationId xmlns:a16="http://schemas.microsoft.com/office/drawing/2014/main" id="{AC248AC0-6A58-4811-914D-00D2CBFEE8C5}"/>
                  </a:ext>
                </a:extLst>
              </p:cNvPr>
              <p:cNvSpPr/>
              <p:nvPr/>
            </p:nvSpPr>
            <p:spPr bwMode="gray">
              <a:xfrm>
                <a:off x="2098452" y="2458886"/>
                <a:ext cx="1800000" cy="576000"/>
              </a:xfrm>
              <a:prstGeom prst="rect">
                <a:avLst/>
              </a:prstGeom>
              <a:solidFill>
                <a:srgbClr val="0045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RGB: 0, 69, 77</a:t>
                </a:r>
              </a:p>
            </p:txBody>
          </p:sp>
          <p:sp>
            <p:nvSpPr>
              <p:cNvPr id="15" name="TextBox 18">
                <a:extLst>
                  <a:ext uri="{FF2B5EF4-FFF2-40B4-BE49-F238E27FC236}">
                    <a16:creationId xmlns:a16="http://schemas.microsoft.com/office/drawing/2014/main" id="{9234CDED-1E6E-40F2-9AFF-040DB8D2A440}"/>
                  </a:ext>
                </a:extLst>
              </p:cNvPr>
              <p:cNvSpPr txBox="1"/>
              <p:nvPr/>
            </p:nvSpPr>
            <p:spPr bwMode="gray">
              <a:xfrm>
                <a:off x="2099556" y="2187393"/>
                <a:ext cx="1798896" cy="264416"/>
              </a:xfrm>
              <a:prstGeom prst="rect">
                <a:avLst/>
              </a:prstGeom>
              <a:noFill/>
            </p:spPr>
            <p:txBody>
              <a:bodyPr wrap="square" rtlCol="0" anchor="b">
                <a:spAutoFit/>
              </a:bodyPr>
              <a:lstStyle/>
              <a:p>
                <a:pPr algn="ctr"/>
                <a:r>
                  <a:rPr lang="en-US">
                    <a:latin typeface="Arial" panose="020B0604020202020204" pitchFamily="34" charset="0"/>
                    <a:cs typeface="Arial" panose="020B0604020202020204" pitchFamily="34" charset="0"/>
                  </a:rPr>
                  <a:t>Secondary colors</a:t>
                </a:r>
              </a:p>
            </p:txBody>
          </p:sp>
        </p:grpSp>
        <p:grpSp>
          <p:nvGrpSpPr>
            <p:cNvPr id="18" name="Gruppieren 17">
              <a:extLst>
                <a:ext uri="{FF2B5EF4-FFF2-40B4-BE49-F238E27FC236}">
                  <a16:creationId xmlns:a16="http://schemas.microsoft.com/office/drawing/2014/main" id="{22C67039-D5A1-4B89-8360-FDA09C75C693}"/>
                </a:ext>
              </a:extLst>
            </p:cNvPr>
            <p:cNvGrpSpPr/>
            <p:nvPr/>
          </p:nvGrpSpPr>
          <p:grpSpPr bwMode="gray">
            <a:xfrm>
              <a:off x="8075613" y="1731681"/>
              <a:ext cx="1876873" cy="1989674"/>
              <a:chOff x="4294896" y="2180316"/>
              <a:chExt cx="1806248" cy="1989674"/>
            </a:xfrm>
          </p:grpSpPr>
          <p:sp>
            <p:nvSpPr>
              <p:cNvPr id="11" name="Rectangle 14">
                <a:extLst>
                  <a:ext uri="{FF2B5EF4-FFF2-40B4-BE49-F238E27FC236}">
                    <a16:creationId xmlns:a16="http://schemas.microsoft.com/office/drawing/2014/main" id="{2330ECEA-CF70-4CB3-B62C-C5B23573BFB1}"/>
                  </a:ext>
                </a:extLst>
              </p:cNvPr>
              <p:cNvSpPr/>
              <p:nvPr/>
            </p:nvSpPr>
            <p:spPr bwMode="gray">
              <a:xfrm>
                <a:off x="4294896" y="3022900"/>
                <a:ext cx="1800000" cy="576000"/>
              </a:xfrm>
              <a:prstGeom prst="rect">
                <a:avLst/>
              </a:prstGeom>
              <a:solidFill>
                <a:srgbClr val="FFAAA1"/>
              </a:solidFill>
              <a:ln>
                <a:solidFill>
                  <a:srgbClr val="FFAA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RGB: 255, 170, 161</a:t>
                </a:r>
              </a:p>
            </p:txBody>
          </p:sp>
          <p:sp>
            <p:nvSpPr>
              <p:cNvPr id="12" name="Rectangle 15">
                <a:extLst>
                  <a:ext uri="{FF2B5EF4-FFF2-40B4-BE49-F238E27FC236}">
                    <a16:creationId xmlns:a16="http://schemas.microsoft.com/office/drawing/2014/main" id="{E04D7C3B-6F25-4796-A2B6-F9FFD00A09A8}"/>
                  </a:ext>
                </a:extLst>
              </p:cNvPr>
              <p:cNvSpPr/>
              <p:nvPr/>
            </p:nvSpPr>
            <p:spPr bwMode="gray">
              <a:xfrm>
                <a:off x="4294896" y="3593990"/>
                <a:ext cx="1800000" cy="576000"/>
              </a:xfrm>
              <a:prstGeom prst="rect">
                <a:avLst/>
              </a:prstGeom>
              <a:solidFill>
                <a:srgbClr val="A0DCC8"/>
              </a:solidFill>
              <a:ln>
                <a:solidFill>
                  <a:srgbClr val="A0DC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RGB: 160, 220, 200</a:t>
                </a:r>
              </a:p>
            </p:txBody>
          </p:sp>
          <p:sp>
            <p:nvSpPr>
              <p:cNvPr id="13" name="Rectangle 16">
                <a:extLst>
                  <a:ext uri="{FF2B5EF4-FFF2-40B4-BE49-F238E27FC236}">
                    <a16:creationId xmlns:a16="http://schemas.microsoft.com/office/drawing/2014/main" id="{380742A8-DD36-4415-8995-8A536D44FC32}"/>
                  </a:ext>
                </a:extLst>
              </p:cNvPr>
              <p:cNvSpPr/>
              <p:nvPr/>
            </p:nvSpPr>
            <p:spPr bwMode="gray">
              <a:xfrm>
                <a:off x="4294896" y="2451809"/>
                <a:ext cx="1806248" cy="576000"/>
              </a:xfrm>
              <a:prstGeom prst="rect">
                <a:avLst/>
              </a:prstGeom>
              <a:solidFill>
                <a:srgbClr val="663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RGB: 102, 52, 142</a:t>
                </a:r>
              </a:p>
            </p:txBody>
          </p:sp>
          <p:sp>
            <p:nvSpPr>
              <p:cNvPr id="16" name="TextBox 19">
                <a:extLst>
                  <a:ext uri="{FF2B5EF4-FFF2-40B4-BE49-F238E27FC236}">
                    <a16:creationId xmlns:a16="http://schemas.microsoft.com/office/drawing/2014/main" id="{FEE7D78A-BB56-423F-B827-ADE300DCA0EF}"/>
                  </a:ext>
                </a:extLst>
              </p:cNvPr>
              <p:cNvSpPr txBox="1"/>
              <p:nvPr/>
            </p:nvSpPr>
            <p:spPr bwMode="gray">
              <a:xfrm>
                <a:off x="4296000" y="2180316"/>
                <a:ext cx="1800000" cy="264416"/>
              </a:xfrm>
              <a:prstGeom prst="rect">
                <a:avLst/>
              </a:prstGeom>
              <a:noFill/>
            </p:spPr>
            <p:txBody>
              <a:bodyPr wrap="square" rtlCol="0" anchor="b">
                <a:spAutoFit/>
              </a:bodyPr>
              <a:lstStyle/>
              <a:p>
                <a:pPr algn="ctr"/>
                <a:r>
                  <a:rPr lang="en-US">
                    <a:latin typeface="Arial" panose="020B0604020202020204" pitchFamily="34" charset="0"/>
                    <a:cs typeface="Arial" panose="020B0604020202020204" pitchFamily="34" charset="0"/>
                  </a:rPr>
                  <a:t>Tertiary colors</a:t>
                </a:r>
              </a:p>
            </p:txBody>
          </p:sp>
        </p:grpSp>
      </p:grpSp>
      <p:sp>
        <p:nvSpPr>
          <p:cNvPr id="20" name="Textfeld 19">
            <a:extLst>
              <a:ext uri="{FF2B5EF4-FFF2-40B4-BE49-F238E27FC236}">
                <a16:creationId xmlns:a16="http://schemas.microsoft.com/office/drawing/2014/main" id="{01C95466-EA2B-43B6-AD93-4CE2BB7A764A}"/>
              </a:ext>
            </a:extLst>
          </p:cNvPr>
          <p:cNvSpPr txBox="1"/>
          <p:nvPr/>
        </p:nvSpPr>
        <p:spPr>
          <a:xfrm>
            <a:off x="587376" y="1700213"/>
            <a:ext cx="3529012" cy="4429125"/>
          </a:xfrm>
          <a:prstGeom prst="rect">
            <a:avLst/>
          </a:prstGeom>
          <a:noFill/>
        </p:spPr>
        <p:txBody>
          <a:bodyPr wrap="square" lIns="0" tIns="0" rIns="0" bIns="0" rtlCol="0">
            <a:noAutofit/>
          </a:bodyPr>
          <a:lstStyle/>
          <a:p>
            <a:r>
              <a:rPr lang="en-US" sz="1600" dirty="0"/>
              <a:t>Our world of colors gives us a trustworthy and yet lively appearance. The consistent use of primary and secondary colors creates a uniform and distinctive appearance.</a:t>
            </a:r>
          </a:p>
          <a:p>
            <a:endParaRPr lang="en-US" sz="1600" dirty="0"/>
          </a:p>
          <a:p>
            <a:r>
              <a:rPr lang="en-US" sz="1600" dirty="0"/>
              <a:t>The tertiary colors should only be </a:t>
            </a:r>
            <a:br>
              <a:rPr lang="en-US" sz="1600" dirty="0"/>
            </a:br>
            <a:r>
              <a:rPr lang="en-US" sz="1600" dirty="0"/>
              <a:t>used to accentuate the structure of complex diagrams.</a:t>
            </a:r>
          </a:p>
          <a:p>
            <a:endParaRPr lang="en-US" sz="1600" dirty="0"/>
          </a:p>
          <a:p>
            <a:r>
              <a:rPr lang="en-US" sz="1600" dirty="0"/>
              <a:t>The PowerPoint Theme Colors are derived mainly from primary colors, </a:t>
            </a:r>
            <a:br>
              <a:rPr lang="en-US" sz="1600" dirty="0"/>
            </a:br>
            <a:r>
              <a:rPr lang="en-US" sz="1600" dirty="0"/>
              <a:t>the complete set can be found in Custom Colors.</a:t>
            </a:r>
          </a:p>
        </p:txBody>
      </p:sp>
      <p:sp>
        <p:nvSpPr>
          <p:cNvPr id="21" name="Date Placeholder 20">
            <a:extLst>
              <a:ext uri="{FF2B5EF4-FFF2-40B4-BE49-F238E27FC236}">
                <a16:creationId xmlns:a16="http://schemas.microsoft.com/office/drawing/2014/main" id="{047AE97F-799B-46DC-B62A-730DBFED9E3F}"/>
              </a:ext>
            </a:extLst>
          </p:cNvPr>
          <p:cNvSpPr>
            <a:spLocks noGrp="1"/>
          </p:cNvSpPr>
          <p:nvPr>
            <p:ph type="dt" sz="half" idx="10"/>
          </p:nvPr>
        </p:nvSpPr>
        <p:spPr/>
        <p:txBody>
          <a:bodyPr/>
          <a:lstStyle/>
          <a:p>
            <a:fld id="{4CCDBEE7-AA4A-4F59-A85F-983452AB8B76}" type="datetime3">
              <a:rPr lang="en-US" smtClean="0"/>
              <a:t>23 February 2026</a:t>
            </a:fld>
            <a:endParaRPr lang="en-US"/>
          </a:p>
        </p:txBody>
      </p:sp>
      <p:sp>
        <p:nvSpPr>
          <p:cNvPr id="22" name="Slide Number Placeholder 21">
            <a:extLst>
              <a:ext uri="{FF2B5EF4-FFF2-40B4-BE49-F238E27FC236}">
                <a16:creationId xmlns:a16="http://schemas.microsoft.com/office/drawing/2014/main" id="{7154CFE0-27A3-4BDB-A469-B92ABC1B3AEE}"/>
              </a:ext>
            </a:extLst>
          </p:cNvPr>
          <p:cNvSpPr>
            <a:spLocks noGrp="1"/>
          </p:cNvSpPr>
          <p:nvPr>
            <p:ph type="sldNum" sz="quarter" idx="11"/>
          </p:nvPr>
        </p:nvSpPr>
        <p:spPr/>
        <p:txBody>
          <a:bodyPr/>
          <a:lstStyle/>
          <a:p>
            <a:fld id="{62CB3E74-FC4B-418A-B5F6-72ED80208EB2}" type="slidenum">
              <a:rPr lang="en-US" smtClean="0"/>
              <a:pPr/>
              <a:t>34</a:t>
            </a:fld>
            <a:endParaRPr lang="en-US"/>
          </a:p>
        </p:txBody>
      </p:sp>
      <p:grpSp>
        <p:nvGrpSpPr>
          <p:cNvPr id="26" name="Group 25">
            <a:extLst>
              <a:ext uri="{FF2B5EF4-FFF2-40B4-BE49-F238E27FC236}">
                <a16:creationId xmlns:a16="http://schemas.microsoft.com/office/drawing/2014/main" id="{B8942003-5B02-4EF7-977E-A920AD69791A}"/>
              </a:ext>
            </a:extLst>
          </p:cNvPr>
          <p:cNvGrpSpPr/>
          <p:nvPr/>
        </p:nvGrpSpPr>
        <p:grpSpPr>
          <a:xfrm>
            <a:off x="4332288" y="4185084"/>
            <a:ext cx="1259656" cy="1764196"/>
            <a:chOff x="4332288" y="4185084"/>
            <a:chExt cx="1259656" cy="1764196"/>
          </a:xfrm>
        </p:grpSpPr>
        <p:pic>
          <p:nvPicPr>
            <p:cNvPr id="28" name="Picture 27" descr="A screenshot of a cell phone&#10;&#10;Description automatically generated">
              <a:extLst>
                <a:ext uri="{FF2B5EF4-FFF2-40B4-BE49-F238E27FC236}">
                  <a16:creationId xmlns:a16="http://schemas.microsoft.com/office/drawing/2014/main" id="{0CD1F0AF-B13F-4BFA-8073-CFE273FBBA28}"/>
                </a:ext>
              </a:extLst>
            </p:cNvPr>
            <p:cNvPicPr>
              <a:picLocks noChangeAspect="1"/>
            </p:cNvPicPr>
            <p:nvPr/>
          </p:nvPicPr>
          <p:blipFill rotWithShape="1">
            <a:blip r:embed="rId3">
              <a:extLst>
                <a:ext uri="{28A0092B-C50C-407E-A947-70E740481C1C}">
                  <a14:useLocalDpi xmlns:a14="http://schemas.microsoft.com/office/drawing/2010/main" val="0"/>
                </a:ext>
              </a:extLst>
            </a:blip>
            <a:srcRect l="11615" t="2277" r="16996" b="22832"/>
            <a:stretch/>
          </p:blipFill>
          <p:spPr>
            <a:xfrm>
              <a:off x="4332288" y="4185084"/>
              <a:ext cx="1259656" cy="1764196"/>
            </a:xfrm>
            <a:prstGeom prst="rect">
              <a:avLst/>
            </a:prstGeom>
          </p:spPr>
        </p:pic>
        <p:cxnSp>
          <p:nvCxnSpPr>
            <p:cNvPr id="29" name="Straight Connector 28">
              <a:extLst>
                <a:ext uri="{FF2B5EF4-FFF2-40B4-BE49-F238E27FC236}">
                  <a16:creationId xmlns:a16="http://schemas.microsoft.com/office/drawing/2014/main" id="{A6A8BBA9-273A-435D-9F46-92CF0FB8DCCD}"/>
                </a:ext>
              </a:extLst>
            </p:cNvPr>
            <p:cNvCxnSpPr>
              <a:cxnSpLocks/>
            </p:cNvCxnSpPr>
            <p:nvPr/>
          </p:nvCxnSpPr>
          <p:spPr>
            <a:xfrm flipV="1">
              <a:off x="4367808" y="4725144"/>
              <a:ext cx="1170130" cy="50405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F4A8132-E342-4346-A94A-E08B9C228514}"/>
                </a:ext>
              </a:extLst>
            </p:cNvPr>
            <p:cNvCxnSpPr>
              <a:cxnSpLocks/>
            </p:cNvCxnSpPr>
            <p:nvPr/>
          </p:nvCxnSpPr>
          <p:spPr>
            <a:xfrm>
              <a:off x="4367808" y="4725144"/>
              <a:ext cx="1116124" cy="50405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95472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C9010D-40BD-4FA7-B5B3-69930A0E7257}"/>
              </a:ext>
            </a:extLst>
          </p:cNvPr>
          <p:cNvSpPr>
            <a:spLocks noGrp="1"/>
          </p:cNvSpPr>
          <p:nvPr>
            <p:ph type="title"/>
          </p:nvPr>
        </p:nvSpPr>
        <p:spPr/>
        <p:txBody>
          <a:bodyPr/>
          <a:lstStyle/>
          <a:p>
            <a:r>
              <a:rPr lang="en-US"/>
              <a:t>Language use</a:t>
            </a:r>
          </a:p>
        </p:txBody>
      </p:sp>
      <p:sp>
        <p:nvSpPr>
          <p:cNvPr id="6" name="Content Placeholder 5">
            <a:extLst>
              <a:ext uri="{FF2B5EF4-FFF2-40B4-BE49-F238E27FC236}">
                <a16:creationId xmlns:a16="http://schemas.microsoft.com/office/drawing/2014/main" id="{A733B174-2608-4C98-9EEE-A5AC135B0FB5}"/>
              </a:ext>
            </a:extLst>
          </p:cNvPr>
          <p:cNvSpPr>
            <a:spLocks noGrp="1"/>
          </p:cNvSpPr>
          <p:nvPr>
            <p:ph sz="quarter" idx="17"/>
          </p:nvPr>
        </p:nvSpPr>
        <p:spPr/>
        <p:txBody>
          <a:bodyPr/>
          <a:lstStyle/>
          <a:p>
            <a:r>
              <a:rPr lang="en-US" dirty="0"/>
              <a:t>We use American English in all our presentations. Please avoid mixing English and German!</a:t>
            </a:r>
          </a:p>
        </p:txBody>
      </p:sp>
      <p:sp>
        <p:nvSpPr>
          <p:cNvPr id="7" name="Content Placeholder 6">
            <a:extLst>
              <a:ext uri="{FF2B5EF4-FFF2-40B4-BE49-F238E27FC236}">
                <a16:creationId xmlns:a16="http://schemas.microsoft.com/office/drawing/2014/main" id="{449BB09D-8932-401A-89AB-E73FD9C81BCF}"/>
              </a:ext>
            </a:extLst>
          </p:cNvPr>
          <p:cNvSpPr>
            <a:spLocks noGrp="1"/>
          </p:cNvSpPr>
          <p:nvPr>
            <p:ph sz="quarter" idx="18"/>
          </p:nvPr>
        </p:nvSpPr>
        <p:spPr/>
        <p:txBody>
          <a:bodyPr/>
          <a:lstStyle/>
          <a:p>
            <a:endParaRPr lang="en-US"/>
          </a:p>
        </p:txBody>
      </p:sp>
      <p:sp>
        <p:nvSpPr>
          <p:cNvPr id="8" name="Content Placeholder 7">
            <a:extLst>
              <a:ext uri="{FF2B5EF4-FFF2-40B4-BE49-F238E27FC236}">
                <a16:creationId xmlns:a16="http://schemas.microsoft.com/office/drawing/2014/main" id="{63FBDCFF-E6B7-41C3-B0D6-F14CCB432FAC}"/>
              </a:ext>
            </a:extLst>
          </p:cNvPr>
          <p:cNvSpPr>
            <a:spLocks noGrp="1"/>
          </p:cNvSpPr>
          <p:nvPr>
            <p:ph sz="quarter" idx="19"/>
          </p:nvPr>
        </p:nvSpPr>
        <p:spPr/>
        <p:txBody>
          <a:bodyPr/>
          <a:lstStyle/>
          <a:p>
            <a:endParaRPr lang="en-US"/>
          </a:p>
        </p:txBody>
      </p:sp>
      <p:sp>
        <p:nvSpPr>
          <p:cNvPr id="2" name="Date Placeholder 1">
            <a:extLst>
              <a:ext uri="{FF2B5EF4-FFF2-40B4-BE49-F238E27FC236}">
                <a16:creationId xmlns:a16="http://schemas.microsoft.com/office/drawing/2014/main" id="{12D6FF90-8BB2-4467-864A-0F9F7C87BF25}"/>
              </a:ext>
            </a:extLst>
          </p:cNvPr>
          <p:cNvSpPr>
            <a:spLocks noGrp="1"/>
          </p:cNvSpPr>
          <p:nvPr>
            <p:ph type="dt" sz="half" idx="20"/>
          </p:nvPr>
        </p:nvSpPr>
        <p:spPr/>
        <p:txBody>
          <a:bodyPr/>
          <a:lstStyle/>
          <a:p>
            <a:fld id="{AE532AA4-D2A3-476A-A2BE-709986A3C2C1}" type="datetime3">
              <a:rPr lang="en-US" smtClean="0"/>
              <a:t>23 February 2026</a:t>
            </a:fld>
            <a:endParaRPr lang="en-US"/>
          </a:p>
        </p:txBody>
      </p:sp>
      <p:sp>
        <p:nvSpPr>
          <p:cNvPr id="9" name="Slide Number Placeholder 8">
            <a:extLst>
              <a:ext uri="{FF2B5EF4-FFF2-40B4-BE49-F238E27FC236}">
                <a16:creationId xmlns:a16="http://schemas.microsoft.com/office/drawing/2014/main" id="{0CAC55CC-1DA9-41C5-9F8D-282ED1C5B2C2}"/>
              </a:ext>
            </a:extLst>
          </p:cNvPr>
          <p:cNvSpPr>
            <a:spLocks noGrp="1"/>
          </p:cNvSpPr>
          <p:nvPr>
            <p:ph type="sldNum" sz="quarter" idx="21"/>
          </p:nvPr>
        </p:nvSpPr>
        <p:spPr/>
        <p:txBody>
          <a:bodyPr/>
          <a:lstStyle/>
          <a:p>
            <a:fld id="{62CB3E74-FC4B-418A-B5F6-72ED80208EB2}" type="slidenum">
              <a:rPr lang="en-US" smtClean="0"/>
              <a:pPr/>
              <a:t>35</a:t>
            </a:fld>
            <a:endParaRPr lang="en-US"/>
          </a:p>
        </p:txBody>
      </p:sp>
    </p:spTree>
    <p:extLst>
      <p:ext uri="{BB962C8B-B14F-4D97-AF65-F5344CB8AC3E}">
        <p14:creationId xmlns:p14="http://schemas.microsoft.com/office/powerpoint/2010/main" val="3964107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83B9C88-0AC4-4FF8-A2D9-9CE76907B3E2}"/>
              </a:ext>
            </a:extLst>
          </p:cNvPr>
          <p:cNvSpPr>
            <a:spLocks noGrp="1"/>
          </p:cNvSpPr>
          <p:nvPr>
            <p:ph type="title"/>
          </p:nvPr>
        </p:nvSpPr>
        <p:spPr/>
        <p:txBody>
          <a:bodyPr/>
          <a:lstStyle/>
          <a:p>
            <a:r>
              <a:rPr lang="en-US"/>
              <a:t>Working with tables</a:t>
            </a:r>
          </a:p>
        </p:txBody>
      </p:sp>
      <p:sp>
        <p:nvSpPr>
          <p:cNvPr id="6" name="Date Placeholder 5">
            <a:extLst>
              <a:ext uri="{FF2B5EF4-FFF2-40B4-BE49-F238E27FC236}">
                <a16:creationId xmlns:a16="http://schemas.microsoft.com/office/drawing/2014/main" id="{D52DA4A9-05C4-469F-B1A8-39C7EA4B1CD2}"/>
              </a:ext>
            </a:extLst>
          </p:cNvPr>
          <p:cNvSpPr>
            <a:spLocks noGrp="1"/>
          </p:cNvSpPr>
          <p:nvPr>
            <p:ph type="dt" sz="half" idx="10"/>
          </p:nvPr>
        </p:nvSpPr>
        <p:spPr/>
        <p:txBody>
          <a:bodyPr/>
          <a:lstStyle/>
          <a:p>
            <a:fld id="{AAEF071F-5F4E-4293-9230-71D4C4B3D2A7}" type="datetime3">
              <a:rPr lang="en-US" smtClean="0"/>
              <a:t>23 February 2026</a:t>
            </a:fld>
            <a:endParaRPr lang="en-US"/>
          </a:p>
        </p:txBody>
      </p:sp>
      <p:sp>
        <p:nvSpPr>
          <p:cNvPr id="7" name="Slide Number Placeholder 6">
            <a:extLst>
              <a:ext uri="{FF2B5EF4-FFF2-40B4-BE49-F238E27FC236}">
                <a16:creationId xmlns:a16="http://schemas.microsoft.com/office/drawing/2014/main" id="{4EC94FF1-EC90-422F-9F98-75A7E5A77B7C}"/>
              </a:ext>
            </a:extLst>
          </p:cNvPr>
          <p:cNvSpPr>
            <a:spLocks noGrp="1"/>
          </p:cNvSpPr>
          <p:nvPr>
            <p:ph type="sldNum" sz="quarter" idx="11"/>
          </p:nvPr>
        </p:nvSpPr>
        <p:spPr/>
        <p:txBody>
          <a:bodyPr/>
          <a:lstStyle/>
          <a:p>
            <a:fld id="{62CB3E74-FC4B-418A-B5F6-72ED80208EB2}" type="slidenum">
              <a:rPr lang="en-US" smtClean="0"/>
              <a:pPr/>
              <a:t>36</a:t>
            </a:fld>
            <a:endParaRPr lang="en-US"/>
          </a:p>
        </p:txBody>
      </p:sp>
      <p:sp>
        <p:nvSpPr>
          <p:cNvPr id="4" name="TextBox 3">
            <a:extLst>
              <a:ext uri="{FF2B5EF4-FFF2-40B4-BE49-F238E27FC236}">
                <a16:creationId xmlns:a16="http://schemas.microsoft.com/office/drawing/2014/main" id="{0BB07FDA-9969-4363-9025-79EACE548A6B}"/>
              </a:ext>
            </a:extLst>
          </p:cNvPr>
          <p:cNvSpPr txBox="1"/>
          <p:nvPr/>
        </p:nvSpPr>
        <p:spPr>
          <a:xfrm>
            <a:off x="587376" y="1700213"/>
            <a:ext cx="3529012" cy="4429125"/>
          </a:xfrm>
          <a:prstGeom prst="rect">
            <a:avLst/>
          </a:prstGeom>
          <a:noFill/>
        </p:spPr>
        <p:txBody>
          <a:bodyPr wrap="square" lIns="0" tIns="0" rIns="0" bIns="0" rtlCol="0">
            <a:noAutofit/>
          </a:bodyPr>
          <a:lstStyle/>
          <a:p>
            <a:pPr lvl="3"/>
            <a:r>
              <a:rPr lang="en-US" dirty="0"/>
              <a:t>Tables are created with the default table style “EUREX Table”. Two additional styles are defined, “EUREX Table Green” and “</a:t>
            </a:r>
            <a:r>
              <a:rPr lang="en-US" dirty="0" err="1"/>
              <a:t>Eurex</a:t>
            </a:r>
            <a:r>
              <a:rPr lang="en-US" dirty="0"/>
              <a:t> Table Grid”. When the table is selected, they can be applied in the tab “Table Design”.</a:t>
            </a:r>
            <a:br>
              <a:rPr lang="en-US" dirty="0"/>
            </a:br>
            <a:br>
              <a:rPr lang="en-US" dirty="0"/>
            </a:br>
            <a:r>
              <a:rPr lang="en-US" dirty="0"/>
              <a:t>To modify the general table appear-</a:t>
            </a:r>
            <a:r>
              <a:rPr lang="en-US" dirty="0" err="1"/>
              <a:t>ance</a:t>
            </a:r>
            <a:r>
              <a:rPr lang="en-US" dirty="0"/>
              <a:t>, first use “Table Style Options” </a:t>
            </a:r>
            <a:br>
              <a:rPr lang="en-US" dirty="0"/>
            </a:br>
            <a:r>
              <a:rPr lang="en-US" dirty="0"/>
              <a:t>in the tab “Table Design” before using custom formatting. For a more pleasant row height make sure to have the whole table selected, choose “Layout”, “Cell Margins”, “Custom Margins”, and set top and bottom margin to 0,17 cm.</a:t>
            </a:r>
          </a:p>
        </p:txBody>
      </p:sp>
      <p:grpSp>
        <p:nvGrpSpPr>
          <p:cNvPr id="26" name="Group 25">
            <a:extLst>
              <a:ext uri="{FF2B5EF4-FFF2-40B4-BE49-F238E27FC236}">
                <a16:creationId xmlns:a16="http://schemas.microsoft.com/office/drawing/2014/main" id="{72A015E1-D9DB-4C1B-BEBD-8D7EFE4EF9E2}"/>
              </a:ext>
            </a:extLst>
          </p:cNvPr>
          <p:cNvGrpSpPr>
            <a:grpSpLocks noChangeAspect="1"/>
          </p:cNvGrpSpPr>
          <p:nvPr/>
        </p:nvGrpSpPr>
        <p:grpSpPr>
          <a:xfrm>
            <a:off x="4332288" y="1706913"/>
            <a:ext cx="7272338" cy="1011263"/>
            <a:chOff x="4332288" y="1706913"/>
            <a:chExt cx="7272338" cy="1011263"/>
          </a:xfrm>
        </p:grpSpPr>
        <p:pic>
          <p:nvPicPr>
            <p:cNvPr id="11" name="Picture 10" descr="A screenshot of a cell phone&#10;&#10;Description automatically generated">
              <a:extLst>
                <a:ext uri="{FF2B5EF4-FFF2-40B4-BE49-F238E27FC236}">
                  <a16:creationId xmlns:a16="http://schemas.microsoft.com/office/drawing/2014/main" id="{47CA699E-C97B-4100-8E00-712079389BAD}"/>
                </a:ext>
              </a:extLst>
            </p:cNvPr>
            <p:cNvPicPr>
              <a:picLocks noChangeAspect="1"/>
            </p:cNvPicPr>
            <p:nvPr/>
          </p:nvPicPr>
          <p:blipFill rotWithShape="1">
            <a:blip r:embed="rId3">
              <a:extLst>
                <a:ext uri="{28A0092B-C50C-407E-A947-70E740481C1C}">
                  <a14:useLocalDpi xmlns:a14="http://schemas.microsoft.com/office/drawing/2010/main" val="0"/>
                </a:ext>
              </a:extLst>
            </a:blip>
            <a:srcRect l="541" t="20000" r="18128" b="15609"/>
            <a:stretch/>
          </p:blipFill>
          <p:spPr>
            <a:xfrm>
              <a:off x="4332288" y="1706913"/>
              <a:ext cx="7272338" cy="1011263"/>
            </a:xfrm>
            <a:prstGeom prst="rect">
              <a:avLst/>
            </a:prstGeom>
          </p:spPr>
        </p:pic>
        <p:sp>
          <p:nvSpPr>
            <p:cNvPr id="16" name="Rectangle 15">
              <a:extLst>
                <a:ext uri="{FF2B5EF4-FFF2-40B4-BE49-F238E27FC236}">
                  <a16:creationId xmlns:a16="http://schemas.microsoft.com/office/drawing/2014/main" id="{1E6A5536-BFD8-4ABA-917C-74F14D9A5956}"/>
                </a:ext>
              </a:extLst>
            </p:cNvPr>
            <p:cNvSpPr/>
            <p:nvPr/>
          </p:nvSpPr>
          <p:spPr>
            <a:xfrm>
              <a:off x="10812524" y="1733169"/>
              <a:ext cx="720080" cy="230480"/>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sp>
          <p:nvSpPr>
            <p:cNvPr id="18" name="Rectangle 17">
              <a:extLst>
                <a:ext uri="{FF2B5EF4-FFF2-40B4-BE49-F238E27FC236}">
                  <a16:creationId xmlns:a16="http://schemas.microsoft.com/office/drawing/2014/main" id="{09B0F4D8-F4DF-46B6-B926-7D40F3F52A5A}"/>
                </a:ext>
              </a:extLst>
            </p:cNvPr>
            <p:cNvSpPr/>
            <p:nvPr/>
          </p:nvSpPr>
          <p:spPr>
            <a:xfrm>
              <a:off x="4367808" y="1951178"/>
              <a:ext cx="1692188" cy="721738"/>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sp>
          <p:nvSpPr>
            <p:cNvPr id="19" name="Rectangle 18">
              <a:extLst>
                <a:ext uri="{FF2B5EF4-FFF2-40B4-BE49-F238E27FC236}">
                  <a16:creationId xmlns:a16="http://schemas.microsoft.com/office/drawing/2014/main" id="{4B7543B3-C461-488B-ADD2-9A88FD52443F}"/>
                </a:ext>
              </a:extLst>
            </p:cNvPr>
            <p:cNvSpPr/>
            <p:nvPr/>
          </p:nvSpPr>
          <p:spPr>
            <a:xfrm>
              <a:off x="6118410" y="1951178"/>
              <a:ext cx="1692188" cy="541718"/>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grpSp>
      <p:grpSp>
        <p:nvGrpSpPr>
          <p:cNvPr id="27" name="Group 26">
            <a:extLst>
              <a:ext uri="{FF2B5EF4-FFF2-40B4-BE49-F238E27FC236}">
                <a16:creationId xmlns:a16="http://schemas.microsoft.com/office/drawing/2014/main" id="{C1B80EED-97A6-4794-9A0E-75D526B96A97}"/>
              </a:ext>
            </a:extLst>
          </p:cNvPr>
          <p:cNvGrpSpPr>
            <a:grpSpLocks noChangeAspect="1"/>
          </p:cNvGrpSpPr>
          <p:nvPr/>
        </p:nvGrpSpPr>
        <p:grpSpPr>
          <a:xfrm>
            <a:off x="4345397" y="2911916"/>
            <a:ext cx="1750603" cy="3286178"/>
            <a:chOff x="4404175" y="2855736"/>
            <a:chExt cx="1745395" cy="3276402"/>
          </a:xfrm>
        </p:grpSpPr>
        <p:pic>
          <p:nvPicPr>
            <p:cNvPr id="13" name="Picture 12" descr="A screenshot of a cell phone&#10;&#10;Description automatically generated">
              <a:extLst>
                <a:ext uri="{FF2B5EF4-FFF2-40B4-BE49-F238E27FC236}">
                  <a16:creationId xmlns:a16="http://schemas.microsoft.com/office/drawing/2014/main" id="{B82F6764-5B99-42CE-B3E6-274020F10912}"/>
                </a:ext>
              </a:extLst>
            </p:cNvPr>
            <p:cNvPicPr>
              <a:picLocks noChangeAspect="1"/>
            </p:cNvPicPr>
            <p:nvPr/>
          </p:nvPicPr>
          <p:blipFill rotWithShape="1">
            <a:blip r:embed="rId4">
              <a:extLst>
                <a:ext uri="{28A0092B-C50C-407E-A947-70E740481C1C}">
                  <a14:useLocalDpi xmlns:a14="http://schemas.microsoft.com/office/drawing/2010/main" val="0"/>
                </a:ext>
              </a:extLst>
            </a:blip>
            <a:srcRect l="7046" t="1857" r="6201"/>
            <a:stretch/>
          </p:blipFill>
          <p:spPr>
            <a:xfrm>
              <a:off x="4429212" y="2855736"/>
              <a:ext cx="1720358" cy="3276402"/>
            </a:xfrm>
            <a:prstGeom prst="rect">
              <a:avLst/>
            </a:prstGeom>
          </p:spPr>
        </p:pic>
        <p:sp>
          <p:nvSpPr>
            <p:cNvPr id="20" name="Rectangle 19">
              <a:extLst>
                <a:ext uri="{FF2B5EF4-FFF2-40B4-BE49-F238E27FC236}">
                  <a16:creationId xmlns:a16="http://schemas.microsoft.com/office/drawing/2014/main" id="{38073157-EF43-42EB-A211-7153A4540AE4}"/>
                </a:ext>
              </a:extLst>
            </p:cNvPr>
            <p:cNvSpPr/>
            <p:nvPr/>
          </p:nvSpPr>
          <p:spPr>
            <a:xfrm>
              <a:off x="5087888" y="2909790"/>
              <a:ext cx="396044" cy="195174"/>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sp>
          <p:nvSpPr>
            <p:cNvPr id="21" name="Rectangle 20">
              <a:extLst>
                <a:ext uri="{FF2B5EF4-FFF2-40B4-BE49-F238E27FC236}">
                  <a16:creationId xmlns:a16="http://schemas.microsoft.com/office/drawing/2014/main" id="{9DCC4447-F4D0-464E-A8CD-6A2F68D6FDAD}"/>
                </a:ext>
              </a:extLst>
            </p:cNvPr>
            <p:cNvSpPr/>
            <p:nvPr/>
          </p:nvSpPr>
          <p:spPr>
            <a:xfrm>
              <a:off x="4404175" y="3104964"/>
              <a:ext cx="360615" cy="540060"/>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sp>
          <p:nvSpPr>
            <p:cNvPr id="22" name="Rectangle 21">
              <a:extLst>
                <a:ext uri="{FF2B5EF4-FFF2-40B4-BE49-F238E27FC236}">
                  <a16:creationId xmlns:a16="http://schemas.microsoft.com/office/drawing/2014/main" id="{19D325F4-E475-4F21-BB33-44122B302850}"/>
                </a:ext>
              </a:extLst>
            </p:cNvPr>
            <p:cNvSpPr/>
            <p:nvPr/>
          </p:nvSpPr>
          <p:spPr>
            <a:xfrm>
              <a:off x="4429212" y="5826028"/>
              <a:ext cx="982712" cy="195174"/>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grpSp>
      <p:grpSp>
        <p:nvGrpSpPr>
          <p:cNvPr id="25" name="Group 24">
            <a:extLst>
              <a:ext uri="{FF2B5EF4-FFF2-40B4-BE49-F238E27FC236}">
                <a16:creationId xmlns:a16="http://schemas.microsoft.com/office/drawing/2014/main" id="{77EC7921-0C12-4B21-B5C7-DFBBE6708235}"/>
              </a:ext>
            </a:extLst>
          </p:cNvPr>
          <p:cNvGrpSpPr>
            <a:grpSpLocks noChangeAspect="1"/>
          </p:cNvGrpSpPr>
          <p:nvPr/>
        </p:nvGrpSpPr>
        <p:grpSpPr>
          <a:xfrm>
            <a:off x="6424344" y="2911916"/>
            <a:ext cx="1991360" cy="1625600"/>
            <a:chOff x="6452503" y="2849286"/>
            <a:chExt cx="1991360" cy="1625600"/>
          </a:xfrm>
        </p:grpSpPr>
        <p:pic>
          <p:nvPicPr>
            <p:cNvPr id="15" name="Picture 14" descr="A screenshot of a cell phone&#10;&#10;Description automatically generated">
              <a:extLst>
                <a:ext uri="{FF2B5EF4-FFF2-40B4-BE49-F238E27FC236}">
                  <a16:creationId xmlns:a16="http://schemas.microsoft.com/office/drawing/2014/main" id="{83DEED90-8F7B-43FC-BA39-ACE26371807A}"/>
                </a:ext>
              </a:extLst>
            </p:cNvPr>
            <p:cNvPicPr>
              <a:picLocks noChangeAspect="1"/>
            </p:cNvPicPr>
            <p:nvPr/>
          </p:nvPicPr>
          <p:blipFill rotWithShape="1">
            <a:blip r:embed="rId5">
              <a:extLst>
                <a:ext uri="{28A0092B-C50C-407E-A947-70E740481C1C}">
                  <a14:useLocalDpi xmlns:a14="http://schemas.microsoft.com/office/drawing/2010/main" val="0"/>
                </a:ext>
              </a:extLst>
            </a:blip>
            <a:srcRect l="936" t="2364" r="2990" b="4072"/>
            <a:stretch/>
          </p:blipFill>
          <p:spPr>
            <a:xfrm>
              <a:off x="6452503" y="2849286"/>
              <a:ext cx="1991360" cy="1625600"/>
            </a:xfrm>
            <a:prstGeom prst="rect">
              <a:avLst/>
            </a:prstGeom>
          </p:spPr>
        </p:pic>
        <p:sp>
          <p:nvSpPr>
            <p:cNvPr id="24" name="Rectangle 23">
              <a:extLst>
                <a:ext uri="{FF2B5EF4-FFF2-40B4-BE49-F238E27FC236}">
                  <a16:creationId xmlns:a16="http://schemas.microsoft.com/office/drawing/2014/main" id="{7E7FF27D-DB01-43E5-8B77-DF3472E46DB4}"/>
                </a:ext>
              </a:extLst>
            </p:cNvPr>
            <p:cNvSpPr/>
            <p:nvPr/>
          </p:nvSpPr>
          <p:spPr>
            <a:xfrm>
              <a:off x="7499672" y="3799534"/>
              <a:ext cx="900583" cy="385549"/>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grpSp>
      <p:sp>
        <p:nvSpPr>
          <p:cNvPr id="23" name="TextBox 11">
            <a:extLst>
              <a:ext uri="{FF2B5EF4-FFF2-40B4-BE49-F238E27FC236}">
                <a16:creationId xmlns:a16="http://schemas.microsoft.com/office/drawing/2014/main" id="{D31B3283-4DCE-604F-9183-AC39F83FC683}"/>
              </a:ext>
            </a:extLst>
          </p:cNvPr>
          <p:cNvSpPr txBox="1"/>
          <p:nvPr/>
        </p:nvSpPr>
        <p:spPr>
          <a:xfrm>
            <a:off x="8895644" y="2902281"/>
            <a:ext cx="2772188" cy="1600251"/>
          </a:xfrm>
          <a:prstGeom prst="rect">
            <a:avLst/>
          </a:prstGeom>
          <a:noFill/>
        </p:spPr>
        <p:txBody>
          <a:bodyPr wrap="square" lIns="0" tIns="0" rIns="0" bIns="0" rtlCol="0">
            <a:noAutofit/>
          </a:bodyPr>
          <a:lstStyle/>
          <a:p>
            <a:r>
              <a:rPr lang="en-US" sz="1200">
                <a:solidFill>
                  <a:srgbClr val="FF00FF"/>
                </a:solidFill>
              </a:rPr>
              <a:t>Please select text alignment "center”.</a:t>
            </a:r>
          </a:p>
        </p:txBody>
      </p:sp>
    </p:spTree>
    <p:extLst>
      <p:ext uri="{BB962C8B-B14F-4D97-AF65-F5344CB8AC3E}">
        <p14:creationId xmlns:p14="http://schemas.microsoft.com/office/powerpoint/2010/main" val="2507021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DF173-0631-48AC-B1E0-B0697592E03E}"/>
              </a:ext>
            </a:extLst>
          </p:cNvPr>
          <p:cNvSpPr>
            <a:spLocks noGrp="1"/>
          </p:cNvSpPr>
          <p:nvPr>
            <p:ph type="title"/>
          </p:nvPr>
        </p:nvSpPr>
        <p:spPr/>
        <p:txBody>
          <a:bodyPr/>
          <a:lstStyle/>
          <a:p>
            <a:r>
              <a:rPr lang="en-US" dirty="0"/>
              <a:t>Working with charts</a:t>
            </a:r>
          </a:p>
        </p:txBody>
      </p:sp>
      <p:sp>
        <p:nvSpPr>
          <p:cNvPr id="3" name="Date Placeholder 2">
            <a:extLst>
              <a:ext uri="{FF2B5EF4-FFF2-40B4-BE49-F238E27FC236}">
                <a16:creationId xmlns:a16="http://schemas.microsoft.com/office/drawing/2014/main" id="{BF80098D-C655-4D5D-8CB8-303BF7503C20}"/>
              </a:ext>
            </a:extLst>
          </p:cNvPr>
          <p:cNvSpPr>
            <a:spLocks noGrp="1"/>
          </p:cNvSpPr>
          <p:nvPr>
            <p:ph type="dt" sz="half" idx="10"/>
          </p:nvPr>
        </p:nvSpPr>
        <p:spPr/>
        <p:txBody>
          <a:bodyPr/>
          <a:lstStyle/>
          <a:p>
            <a:fld id="{CC62DD65-F58A-44A6-BDBD-E510C244B2F5}" type="datetime3">
              <a:rPr lang="en-US" smtClean="0"/>
              <a:t>23 February 2026</a:t>
            </a:fld>
            <a:endParaRPr lang="en-US" dirty="0"/>
          </a:p>
        </p:txBody>
      </p:sp>
      <p:sp>
        <p:nvSpPr>
          <p:cNvPr id="4" name="Slide Number Placeholder 3">
            <a:extLst>
              <a:ext uri="{FF2B5EF4-FFF2-40B4-BE49-F238E27FC236}">
                <a16:creationId xmlns:a16="http://schemas.microsoft.com/office/drawing/2014/main" id="{BD54A430-985E-426B-939F-E4634EDEC917}"/>
              </a:ext>
            </a:extLst>
          </p:cNvPr>
          <p:cNvSpPr>
            <a:spLocks noGrp="1"/>
          </p:cNvSpPr>
          <p:nvPr>
            <p:ph type="sldNum" sz="quarter" idx="11"/>
          </p:nvPr>
        </p:nvSpPr>
        <p:spPr/>
        <p:txBody>
          <a:bodyPr/>
          <a:lstStyle/>
          <a:p>
            <a:fld id="{62CB3E74-FC4B-418A-B5F6-72ED80208EB2}" type="slidenum">
              <a:rPr lang="en-US" smtClean="0"/>
              <a:pPr/>
              <a:t>37</a:t>
            </a:fld>
            <a:endParaRPr lang="en-US" dirty="0"/>
          </a:p>
        </p:txBody>
      </p:sp>
      <p:graphicFrame>
        <p:nvGraphicFramePr>
          <p:cNvPr id="5" name="Inhaltsplatzhalter 9">
            <a:extLst>
              <a:ext uri="{FF2B5EF4-FFF2-40B4-BE49-F238E27FC236}">
                <a16:creationId xmlns:a16="http://schemas.microsoft.com/office/drawing/2014/main" id="{9AD5BBDF-63E0-4131-B3F7-DBFB5D0A7EE9}"/>
              </a:ext>
            </a:extLst>
          </p:cNvPr>
          <p:cNvGraphicFramePr>
            <a:graphicFrameLocks/>
          </p:cNvGraphicFramePr>
          <p:nvPr>
            <p:extLst>
              <p:ext uri="{D42A27DB-BD31-4B8C-83A1-F6EECF244321}">
                <p14:modId xmlns:p14="http://schemas.microsoft.com/office/powerpoint/2010/main" val="2007363822"/>
              </p:ext>
            </p:extLst>
          </p:nvPr>
        </p:nvGraphicFramePr>
        <p:xfrm>
          <a:off x="4332288" y="1700213"/>
          <a:ext cx="3529011" cy="29811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Inhaltsplatzhalter 11">
            <a:extLst>
              <a:ext uri="{FF2B5EF4-FFF2-40B4-BE49-F238E27FC236}">
                <a16:creationId xmlns:a16="http://schemas.microsoft.com/office/drawing/2014/main" id="{7D37C881-DEEF-4D0E-A77A-D91A24666A8E}"/>
              </a:ext>
            </a:extLst>
          </p:cNvPr>
          <p:cNvGraphicFramePr>
            <a:graphicFrameLocks/>
          </p:cNvGraphicFramePr>
          <p:nvPr>
            <p:extLst>
              <p:ext uri="{D42A27DB-BD31-4B8C-83A1-F6EECF244321}">
                <p14:modId xmlns:p14="http://schemas.microsoft.com/office/powerpoint/2010/main" val="1203606483"/>
              </p:ext>
            </p:extLst>
          </p:nvPr>
        </p:nvGraphicFramePr>
        <p:xfrm>
          <a:off x="8075613" y="1707853"/>
          <a:ext cx="3529010" cy="3312368"/>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B05C2949-67E8-4268-A80E-CB339615C7EE}"/>
              </a:ext>
            </a:extLst>
          </p:cNvPr>
          <p:cNvSpPr txBox="1"/>
          <p:nvPr/>
        </p:nvSpPr>
        <p:spPr>
          <a:xfrm>
            <a:off x="587376" y="1700213"/>
            <a:ext cx="3529010" cy="4429125"/>
          </a:xfrm>
          <a:prstGeom prst="rect">
            <a:avLst/>
          </a:prstGeom>
          <a:noFill/>
        </p:spPr>
        <p:txBody>
          <a:bodyPr wrap="square" lIns="0" tIns="0" rIns="0" bIns="0" rtlCol="0">
            <a:noAutofit/>
          </a:bodyPr>
          <a:lstStyle/>
          <a:p>
            <a:pPr algn="l"/>
            <a:r>
              <a:rPr lang="en-US" dirty="0"/>
              <a:t>When charts are created in this template, they are colored using the </a:t>
            </a:r>
            <a:br>
              <a:rPr lang="en-US" dirty="0"/>
            </a:br>
            <a:r>
              <a:rPr lang="en-US" dirty="0"/>
              <a:t>6 accent colors of the Theme Colors palette. Only those and the colors from the Custom Colors palette are used.</a:t>
            </a:r>
          </a:p>
          <a:p>
            <a:pPr algn="l"/>
            <a:endParaRPr lang="en-US" dirty="0"/>
          </a:p>
          <a:p>
            <a:pPr algn="l"/>
            <a:r>
              <a:rPr lang="en-US" dirty="0"/>
              <a:t>Font sizes should be set to 12 </a:t>
            </a:r>
            <a:r>
              <a:rPr lang="en-US" dirty="0" err="1"/>
              <a:t>pt</a:t>
            </a:r>
            <a:r>
              <a:rPr lang="en-US" dirty="0"/>
              <a:t>, and only to 10 </a:t>
            </a:r>
            <a:r>
              <a:rPr lang="en-US" dirty="0" err="1"/>
              <a:t>pt</a:t>
            </a:r>
            <a:r>
              <a:rPr lang="en-US" dirty="0"/>
              <a:t> if absolutely necessary due to the amount of information in </a:t>
            </a:r>
            <a:br>
              <a:rPr lang="en-US" dirty="0"/>
            </a:br>
            <a:r>
              <a:rPr lang="en-US" dirty="0"/>
              <a:t>the data labels or legend.</a:t>
            </a:r>
          </a:p>
          <a:p>
            <a:pPr algn="l"/>
            <a:endParaRPr lang="en-US" dirty="0"/>
          </a:p>
          <a:p>
            <a:pPr algn="l"/>
            <a:r>
              <a:rPr lang="en-US" dirty="0"/>
              <a:t>The legend is placed to the right or below the chart. </a:t>
            </a:r>
          </a:p>
        </p:txBody>
      </p:sp>
    </p:spTree>
    <p:extLst>
      <p:ext uri="{BB962C8B-B14F-4D97-AF65-F5344CB8AC3E}">
        <p14:creationId xmlns:p14="http://schemas.microsoft.com/office/powerpoint/2010/main" val="9642160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9F708-38C2-4CDB-9268-11349208C29C}"/>
              </a:ext>
            </a:extLst>
          </p:cNvPr>
          <p:cNvSpPr>
            <a:spLocks noGrp="1"/>
          </p:cNvSpPr>
          <p:nvPr>
            <p:ph type="title"/>
          </p:nvPr>
        </p:nvSpPr>
        <p:spPr/>
        <p:txBody>
          <a:bodyPr/>
          <a:lstStyle/>
          <a:p>
            <a:r>
              <a:rPr lang="en-US"/>
              <a:t>Printing presentations containing charts</a:t>
            </a:r>
          </a:p>
        </p:txBody>
      </p:sp>
      <p:sp>
        <p:nvSpPr>
          <p:cNvPr id="3" name="Content Placeholder 2">
            <a:extLst>
              <a:ext uri="{FF2B5EF4-FFF2-40B4-BE49-F238E27FC236}">
                <a16:creationId xmlns:a16="http://schemas.microsoft.com/office/drawing/2014/main" id="{28D34C0F-DF76-465B-86AD-7D1B36D7BAB3}"/>
              </a:ext>
            </a:extLst>
          </p:cNvPr>
          <p:cNvSpPr>
            <a:spLocks noGrp="1"/>
          </p:cNvSpPr>
          <p:nvPr>
            <p:ph sz="quarter" idx="17"/>
          </p:nvPr>
        </p:nvSpPr>
        <p:spPr/>
        <p:txBody>
          <a:bodyPr/>
          <a:lstStyle/>
          <a:p>
            <a:r>
              <a:rPr lang="en-US" dirty="0"/>
              <a:t>When printing on a black-and-white printer, lines in charts will show up in all black instead of different shades of gray.</a:t>
            </a:r>
          </a:p>
          <a:p>
            <a:endParaRPr lang="en-US" dirty="0"/>
          </a:p>
          <a:p>
            <a:r>
              <a:rPr lang="en-US" dirty="0"/>
              <a:t>To print presentations containing those charts, change the last setting of the Print dialog from “Grayscale” to “Color”, so that the printer driver will take care of color conversions.</a:t>
            </a:r>
          </a:p>
        </p:txBody>
      </p:sp>
      <p:pic>
        <p:nvPicPr>
          <p:cNvPr id="9" name="Content Placeholder 8" descr="A screenshot of a cell phone&#10;&#10;Description automatically generated">
            <a:extLst>
              <a:ext uri="{FF2B5EF4-FFF2-40B4-BE49-F238E27FC236}">
                <a16:creationId xmlns:a16="http://schemas.microsoft.com/office/drawing/2014/main" id="{86B2F41B-F356-48CB-9113-CB3306D8E005}"/>
              </a:ext>
            </a:extLst>
          </p:cNvPr>
          <p:cNvPicPr>
            <a:picLocks noGrp="1" noChangeAspect="1"/>
          </p:cNvPicPr>
          <p:nvPr>
            <p:ph sz="quarter" idx="18"/>
          </p:nvPr>
        </p:nvPicPr>
        <p:blipFill rotWithShape="1">
          <a:blip r:embed="rId3" cstate="print">
            <a:extLst>
              <a:ext uri="{28A0092B-C50C-407E-A947-70E740481C1C}">
                <a14:useLocalDpi xmlns:a14="http://schemas.microsoft.com/office/drawing/2010/main"/>
              </a:ext>
            </a:extLst>
          </a:blip>
          <a:srcRect/>
          <a:stretch/>
        </p:blipFill>
        <p:spPr>
          <a:xfrm>
            <a:off x="4330700" y="1700213"/>
            <a:ext cx="7292811" cy="4429125"/>
          </a:xfrm>
        </p:spPr>
      </p:pic>
      <p:sp>
        <p:nvSpPr>
          <p:cNvPr id="6" name="Date Placeholder 5">
            <a:extLst>
              <a:ext uri="{FF2B5EF4-FFF2-40B4-BE49-F238E27FC236}">
                <a16:creationId xmlns:a16="http://schemas.microsoft.com/office/drawing/2014/main" id="{BE58BD1D-AC75-4574-807D-00C5F5181FCE}"/>
              </a:ext>
            </a:extLst>
          </p:cNvPr>
          <p:cNvSpPr>
            <a:spLocks noGrp="1"/>
          </p:cNvSpPr>
          <p:nvPr>
            <p:ph type="dt" sz="half" idx="20"/>
          </p:nvPr>
        </p:nvSpPr>
        <p:spPr/>
        <p:txBody>
          <a:bodyPr/>
          <a:lstStyle/>
          <a:p>
            <a:fld id="{4DBEE8C2-E27A-443E-BFF3-9C8509FC91AE}" type="datetime3">
              <a:rPr lang="en-US" noProof="0" smtClean="0"/>
              <a:t>23 February 2026</a:t>
            </a:fld>
            <a:endParaRPr lang="en-US" noProof="0"/>
          </a:p>
        </p:txBody>
      </p:sp>
      <p:sp>
        <p:nvSpPr>
          <p:cNvPr id="7" name="Slide Number Placeholder 6">
            <a:extLst>
              <a:ext uri="{FF2B5EF4-FFF2-40B4-BE49-F238E27FC236}">
                <a16:creationId xmlns:a16="http://schemas.microsoft.com/office/drawing/2014/main" id="{805C212F-921A-4768-B09B-8E67B213894C}"/>
              </a:ext>
            </a:extLst>
          </p:cNvPr>
          <p:cNvSpPr>
            <a:spLocks noGrp="1"/>
          </p:cNvSpPr>
          <p:nvPr>
            <p:ph type="sldNum" sz="quarter" idx="21"/>
          </p:nvPr>
        </p:nvSpPr>
        <p:spPr/>
        <p:txBody>
          <a:bodyPr/>
          <a:lstStyle/>
          <a:p>
            <a:fld id="{62CB3E74-FC4B-418A-B5F6-72ED80208EB2}" type="slidenum">
              <a:rPr lang="en-US" noProof="0" smtClean="0"/>
              <a:pPr/>
              <a:t>38</a:t>
            </a:fld>
            <a:endParaRPr lang="en-US" noProof="0"/>
          </a:p>
        </p:txBody>
      </p:sp>
      <p:sp>
        <p:nvSpPr>
          <p:cNvPr id="11" name="Rectangle 10">
            <a:extLst>
              <a:ext uri="{FF2B5EF4-FFF2-40B4-BE49-F238E27FC236}">
                <a16:creationId xmlns:a16="http://schemas.microsoft.com/office/drawing/2014/main" id="{19BB8DF5-28B9-45A8-866A-5B378C175A0C}"/>
              </a:ext>
            </a:extLst>
          </p:cNvPr>
          <p:cNvSpPr/>
          <p:nvPr/>
        </p:nvSpPr>
        <p:spPr>
          <a:xfrm>
            <a:off x="4943877" y="3501008"/>
            <a:ext cx="864091" cy="216024"/>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US" sz="1400"/>
          </a:p>
        </p:txBody>
      </p:sp>
    </p:spTree>
    <p:extLst>
      <p:ext uri="{BB962C8B-B14F-4D97-AF65-F5344CB8AC3E}">
        <p14:creationId xmlns:p14="http://schemas.microsoft.com/office/powerpoint/2010/main" val="1457145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8" name="Group 237">
            <a:extLst>
              <a:ext uri="{FF2B5EF4-FFF2-40B4-BE49-F238E27FC236}">
                <a16:creationId xmlns:a16="http://schemas.microsoft.com/office/drawing/2014/main" id="{6402F99E-A8CE-0041-8775-059AB3B0108D}"/>
              </a:ext>
            </a:extLst>
          </p:cNvPr>
          <p:cNvGrpSpPr>
            <a:grpSpLocks noChangeAspect="1"/>
          </p:cNvGrpSpPr>
          <p:nvPr/>
        </p:nvGrpSpPr>
        <p:grpSpPr>
          <a:xfrm>
            <a:off x="505923" y="2505736"/>
            <a:ext cx="901945" cy="305488"/>
            <a:chOff x="586472" y="5710656"/>
            <a:chExt cx="1174597" cy="397835"/>
          </a:xfrm>
        </p:grpSpPr>
        <p:sp>
          <p:nvSpPr>
            <p:cNvPr id="239" name="Oval 238">
              <a:extLst>
                <a:ext uri="{FF2B5EF4-FFF2-40B4-BE49-F238E27FC236}">
                  <a16:creationId xmlns:a16="http://schemas.microsoft.com/office/drawing/2014/main" id="{E947F9AB-8215-D440-AD31-00E9B86A7D27}"/>
                </a:ext>
              </a:extLst>
            </p:cNvPr>
            <p:cNvSpPr/>
            <p:nvPr/>
          </p:nvSpPr>
          <p:spPr>
            <a:xfrm>
              <a:off x="1363234" y="5710656"/>
              <a:ext cx="397835" cy="3978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0" name="Rectangle 239">
              <a:extLst>
                <a:ext uri="{FF2B5EF4-FFF2-40B4-BE49-F238E27FC236}">
                  <a16:creationId xmlns:a16="http://schemas.microsoft.com/office/drawing/2014/main" id="{3CEDAC5D-C943-8C4B-A64E-E48A78ABB927}"/>
                </a:ext>
              </a:extLst>
            </p:cNvPr>
            <p:cNvSpPr/>
            <p:nvPr/>
          </p:nvSpPr>
          <p:spPr>
            <a:xfrm>
              <a:off x="586472" y="5710656"/>
              <a:ext cx="947689" cy="397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241" name="Rectangle 240">
            <a:extLst>
              <a:ext uri="{FF2B5EF4-FFF2-40B4-BE49-F238E27FC236}">
                <a16:creationId xmlns:a16="http://schemas.microsoft.com/office/drawing/2014/main" id="{5F25E7E4-F14A-6242-9FF3-2BCA90AD4376}"/>
              </a:ext>
            </a:extLst>
          </p:cNvPr>
          <p:cNvSpPr/>
          <p:nvPr/>
        </p:nvSpPr>
        <p:spPr>
          <a:xfrm>
            <a:off x="1830346" y="2180422"/>
            <a:ext cx="1133306" cy="3054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2" name="TextBox 241">
            <a:extLst>
              <a:ext uri="{FF2B5EF4-FFF2-40B4-BE49-F238E27FC236}">
                <a16:creationId xmlns:a16="http://schemas.microsoft.com/office/drawing/2014/main" id="{572CD604-E9C8-544F-A3D2-58503A05D545}"/>
              </a:ext>
            </a:extLst>
          </p:cNvPr>
          <p:cNvSpPr txBox="1"/>
          <p:nvPr/>
        </p:nvSpPr>
        <p:spPr>
          <a:xfrm>
            <a:off x="581646" y="2142727"/>
            <a:ext cx="3534743" cy="650884"/>
          </a:xfrm>
          <a:prstGeom prst="rect">
            <a:avLst/>
          </a:prstGeom>
          <a:noFill/>
        </p:spPr>
        <p:txBody>
          <a:bodyPr wrap="square" lIns="0" tIns="0" rIns="0" bIns="0" rtlCol="0">
            <a:spAutoFit/>
          </a:bodyPr>
          <a:lstStyle/>
          <a:p>
            <a:pPr algn="l"/>
            <a:r>
              <a:rPr lang="en-US" sz="2000" b="1" dirty="0">
                <a:latin typeface="Arial" panose="020B0604020202020204" pitchFamily="34" charset="0"/>
                <a:cs typeface="Arial" panose="020B0604020202020204" pitchFamily="34" charset="0"/>
              </a:rPr>
              <a:t>This is an  example  of shape  </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usage  on a headline.</a:t>
            </a:r>
          </a:p>
        </p:txBody>
      </p:sp>
      <p:graphicFrame>
        <p:nvGraphicFramePr>
          <p:cNvPr id="7" name="Object 6" hidden="1">
            <a:extLst>
              <a:ext uri="{FF2B5EF4-FFF2-40B4-BE49-F238E27FC236}">
                <a16:creationId xmlns:a16="http://schemas.microsoft.com/office/drawing/2014/main" id="{38F133D6-563C-47E7-8BF3-12014A3BC8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38F133D6-563C-47E7-8BF3-12014A3BC87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7FEC9B7-EA9A-4703-856C-5127CEC1848D}"/>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de-DE" sz="3000" b="1" dirty="0" err="1">
              <a:latin typeface="Arial" panose="020B0604020202020204" pitchFamily="34" charset="0"/>
              <a:ea typeface="+mj-ea"/>
              <a:cs typeface="+mj-cs"/>
              <a:sym typeface="Arial" panose="020B0604020202020204" pitchFamily="34" charset="0"/>
            </a:endParaRPr>
          </a:p>
        </p:txBody>
      </p:sp>
      <p:sp>
        <p:nvSpPr>
          <p:cNvPr id="216" name="Subtitle 8">
            <a:extLst>
              <a:ext uri="{FF2B5EF4-FFF2-40B4-BE49-F238E27FC236}">
                <a16:creationId xmlns:a16="http://schemas.microsoft.com/office/drawing/2014/main" id="{BF69FE32-CA37-0948-9F67-8DA67673FB16}"/>
              </a:ext>
            </a:extLst>
          </p:cNvPr>
          <p:cNvSpPr txBox="1">
            <a:spLocks/>
          </p:cNvSpPr>
          <p:nvPr/>
        </p:nvSpPr>
        <p:spPr bwMode="gray">
          <a:xfrm>
            <a:off x="586099" y="5548980"/>
            <a:ext cx="3530287" cy="31258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 typeface="Wingdings" panose="05000000000000000000" pitchFamily="2" charset="2"/>
              <a:buNone/>
              <a:defRPr sz="2400" kern="1200">
                <a:solidFill>
                  <a:schemeClr val="bg1"/>
                </a:solidFill>
                <a:latin typeface="+mn-lt"/>
                <a:ea typeface="+mn-ea"/>
                <a:cs typeface="Abadi MT Condensed Extra Bold"/>
              </a:defRPr>
            </a:lvl1pPr>
            <a:lvl2pPr marL="457200"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rgbClr val="1C1854"/>
                </a:solidFill>
                <a:latin typeface="+mn-lt"/>
                <a:ea typeface="+mn-ea"/>
                <a:cs typeface="+mn-cs"/>
              </a:defRPr>
            </a:lvl2pPr>
            <a:lvl3pPr marL="914400" indent="0" algn="ctr" defTabSz="914400" rtl="0" eaLnBrk="1" latinLnBrk="0" hangingPunct="1">
              <a:lnSpc>
                <a:spcPct val="100000"/>
              </a:lnSpc>
              <a:spcBef>
                <a:spcPts val="0"/>
              </a:spcBef>
              <a:spcAft>
                <a:spcPts val="300"/>
              </a:spcAft>
              <a:buFont typeface="Wingdings" panose="05000000000000000000" pitchFamily="2" charset="2"/>
              <a:buNone/>
              <a:defRPr sz="1800" kern="1200">
                <a:solidFill>
                  <a:srgbClr val="1C1854"/>
                </a:solidFill>
                <a:latin typeface="+mn-lt"/>
                <a:ea typeface="+mn-ea"/>
                <a:cs typeface="+mn-cs"/>
              </a:defRPr>
            </a:lvl3pPr>
            <a:lvl4pPr marL="1371600" indent="0" algn="ctr" defTabSz="914400" rtl="0" eaLnBrk="1" latinLnBrk="0" hangingPunct="1">
              <a:lnSpc>
                <a:spcPct val="100000"/>
              </a:lnSpc>
              <a:spcBef>
                <a:spcPts val="0"/>
              </a:spcBef>
              <a:spcAft>
                <a:spcPts val="300"/>
              </a:spcAft>
              <a:buFont typeface="Wingdings" panose="05000000000000000000" pitchFamily="2" charset="2"/>
              <a:buNone/>
              <a:defRPr sz="1600" kern="1200">
                <a:solidFill>
                  <a:srgbClr val="1C1854"/>
                </a:solidFill>
                <a:latin typeface="+mn-lt"/>
                <a:ea typeface="+mn-ea"/>
                <a:cs typeface="+mn-cs"/>
              </a:defRPr>
            </a:lvl4pPr>
            <a:lvl5pPr marL="1828800" indent="0" algn="ctr" defTabSz="914400" rtl="0" eaLnBrk="1" latinLnBrk="0" hangingPunct="1">
              <a:lnSpc>
                <a:spcPct val="100000"/>
              </a:lnSpc>
              <a:spcBef>
                <a:spcPts val="0"/>
              </a:spcBef>
              <a:spcAft>
                <a:spcPts val="300"/>
              </a:spcAft>
              <a:buFont typeface="Wingdings" panose="05000000000000000000" pitchFamily="2" charset="2"/>
              <a:buNone/>
              <a:defRPr sz="1600" kern="1200">
                <a:solidFill>
                  <a:srgbClr val="1C1854"/>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a:solidFill>
                  <a:srgbClr val="1C1854"/>
                </a:solidFill>
              </a:rPr>
              <a:t>Construction</a:t>
            </a:r>
          </a:p>
        </p:txBody>
      </p:sp>
      <p:grpSp>
        <p:nvGrpSpPr>
          <p:cNvPr id="11" name="Gruppieren 10">
            <a:extLst>
              <a:ext uri="{FF2B5EF4-FFF2-40B4-BE49-F238E27FC236}">
                <a16:creationId xmlns:a16="http://schemas.microsoft.com/office/drawing/2014/main" id="{A5036A1D-1A94-3C47-8302-4202043AAAA4}"/>
              </a:ext>
            </a:extLst>
          </p:cNvPr>
          <p:cNvGrpSpPr/>
          <p:nvPr/>
        </p:nvGrpSpPr>
        <p:grpSpPr>
          <a:xfrm>
            <a:off x="5626400" y="2223799"/>
            <a:ext cx="1926542" cy="861448"/>
            <a:chOff x="7079668" y="-111847"/>
            <a:chExt cx="1993193" cy="891251"/>
          </a:xfrm>
        </p:grpSpPr>
        <p:sp>
          <p:nvSpPr>
            <p:cNvPr id="218" name="Rectangle 217">
              <a:extLst>
                <a:ext uri="{FF2B5EF4-FFF2-40B4-BE49-F238E27FC236}">
                  <a16:creationId xmlns:a16="http://schemas.microsoft.com/office/drawing/2014/main" id="{ACF82C6F-79C1-A140-9D56-F467DBBACB87}"/>
                </a:ext>
              </a:extLst>
            </p:cNvPr>
            <p:cNvSpPr/>
            <p:nvPr/>
          </p:nvSpPr>
          <p:spPr>
            <a:xfrm>
              <a:off x="7079668" y="-111847"/>
              <a:ext cx="1515127" cy="8912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19" name="Oval 218">
              <a:extLst>
                <a:ext uri="{FF2B5EF4-FFF2-40B4-BE49-F238E27FC236}">
                  <a16:creationId xmlns:a16="http://schemas.microsoft.com/office/drawing/2014/main" id="{34B31508-27DE-624A-9EDB-2CEB6A101992}"/>
                </a:ext>
              </a:extLst>
            </p:cNvPr>
            <p:cNvSpPr/>
            <p:nvPr/>
          </p:nvSpPr>
          <p:spPr>
            <a:xfrm>
              <a:off x="8181610" y="-111847"/>
              <a:ext cx="891251" cy="8912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1" name="TextBox 220">
              <a:extLst>
                <a:ext uri="{FF2B5EF4-FFF2-40B4-BE49-F238E27FC236}">
                  <a16:creationId xmlns:a16="http://schemas.microsoft.com/office/drawing/2014/main" id="{E641850B-6ABA-0F49-9920-E39BF22B6E26}"/>
                </a:ext>
              </a:extLst>
            </p:cNvPr>
            <p:cNvSpPr txBox="1"/>
            <p:nvPr/>
          </p:nvSpPr>
          <p:spPr>
            <a:xfrm>
              <a:off x="7147283" y="-9718"/>
              <a:ext cx="1756962" cy="677117"/>
            </a:xfrm>
            <a:prstGeom prst="rect">
              <a:avLst/>
            </a:prstGeom>
            <a:noFill/>
          </p:spPr>
          <p:txBody>
            <a:bodyPr wrap="square" rtlCol="0">
              <a:spAutoFit/>
            </a:bodyPr>
            <a:lstStyle/>
            <a:p>
              <a:pPr algn="l"/>
              <a:r>
                <a:rPr lang="en-US" sz="3600" b="1" dirty="0">
                  <a:latin typeface="Arial" panose="020B0604020202020204" pitchFamily="34" charset="0"/>
                  <a:cs typeface="Arial" panose="020B0604020202020204" pitchFamily="34" charset="0"/>
                </a:rPr>
                <a:t>Lorem</a:t>
              </a:r>
            </a:p>
          </p:txBody>
        </p:sp>
      </p:grpSp>
      <p:grpSp>
        <p:nvGrpSpPr>
          <p:cNvPr id="12" name="Gruppieren 11">
            <a:extLst>
              <a:ext uri="{FF2B5EF4-FFF2-40B4-BE49-F238E27FC236}">
                <a16:creationId xmlns:a16="http://schemas.microsoft.com/office/drawing/2014/main" id="{773D4B0C-FAB4-0A49-AA09-D0A7C5EDCA4A}"/>
              </a:ext>
            </a:extLst>
          </p:cNvPr>
          <p:cNvGrpSpPr/>
          <p:nvPr/>
        </p:nvGrpSpPr>
        <p:grpSpPr>
          <a:xfrm>
            <a:off x="8779826" y="2223554"/>
            <a:ext cx="2765614" cy="863033"/>
            <a:chOff x="7784707" y="2093946"/>
            <a:chExt cx="2861295" cy="892891"/>
          </a:xfrm>
          <a:solidFill>
            <a:schemeClr val="tx1"/>
          </a:solidFill>
        </p:grpSpPr>
        <p:sp>
          <p:nvSpPr>
            <p:cNvPr id="220" name="Oval 219">
              <a:extLst>
                <a:ext uri="{FF2B5EF4-FFF2-40B4-BE49-F238E27FC236}">
                  <a16:creationId xmlns:a16="http://schemas.microsoft.com/office/drawing/2014/main" id="{B0F2A43B-CF2F-7C4C-84CF-E057E7C5ABA6}"/>
                </a:ext>
              </a:extLst>
            </p:cNvPr>
            <p:cNvSpPr/>
            <p:nvPr/>
          </p:nvSpPr>
          <p:spPr>
            <a:xfrm>
              <a:off x="9754755" y="2093946"/>
              <a:ext cx="891247" cy="89124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2" name="Rectangle 221">
              <a:extLst>
                <a:ext uri="{FF2B5EF4-FFF2-40B4-BE49-F238E27FC236}">
                  <a16:creationId xmlns:a16="http://schemas.microsoft.com/office/drawing/2014/main" id="{A0C53823-166D-8F46-8BBC-A9DA5B5126D3}"/>
                </a:ext>
              </a:extLst>
            </p:cNvPr>
            <p:cNvSpPr/>
            <p:nvPr/>
          </p:nvSpPr>
          <p:spPr>
            <a:xfrm>
              <a:off x="7784707" y="2095586"/>
              <a:ext cx="2448869" cy="89125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31" name="Gruppieren 12">
            <a:extLst>
              <a:ext uri="{FF2B5EF4-FFF2-40B4-BE49-F238E27FC236}">
                <a16:creationId xmlns:a16="http://schemas.microsoft.com/office/drawing/2014/main" id="{A2A50D04-F5FA-854A-9334-BCCD28C7F53D}"/>
              </a:ext>
            </a:extLst>
          </p:cNvPr>
          <p:cNvGrpSpPr/>
          <p:nvPr/>
        </p:nvGrpSpPr>
        <p:grpSpPr>
          <a:xfrm>
            <a:off x="581646" y="3960810"/>
            <a:ext cx="1532370" cy="585216"/>
            <a:chOff x="648324" y="2596896"/>
            <a:chExt cx="1532370" cy="585216"/>
          </a:xfrm>
        </p:grpSpPr>
        <p:sp>
          <p:nvSpPr>
            <p:cNvPr id="232" name="Rechteck 13">
              <a:extLst>
                <a:ext uri="{FF2B5EF4-FFF2-40B4-BE49-F238E27FC236}">
                  <a16:creationId xmlns:a16="http://schemas.microsoft.com/office/drawing/2014/main" id="{F9B90540-CB81-C547-873F-A25538B7CCB7}"/>
                </a:ext>
              </a:extLst>
            </p:cNvPr>
            <p:cNvSpPr/>
            <p:nvPr/>
          </p:nvSpPr>
          <p:spPr>
            <a:xfrm>
              <a:off x="648324" y="2596896"/>
              <a:ext cx="1241435" cy="5852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3" name="Oval 232">
              <a:extLst>
                <a:ext uri="{FF2B5EF4-FFF2-40B4-BE49-F238E27FC236}">
                  <a16:creationId xmlns:a16="http://schemas.microsoft.com/office/drawing/2014/main" id="{8AD904AF-6328-E84E-903F-869945399084}"/>
                </a:ext>
              </a:extLst>
            </p:cNvPr>
            <p:cNvSpPr/>
            <p:nvPr/>
          </p:nvSpPr>
          <p:spPr>
            <a:xfrm>
              <a:off x="1595478" y="2596896"/>
              <a:ext cx="585216" cy="585216"/>
            </a:xfrm>
            <a:prstGeom prst="ellipse">
              <a:avLst/>
            </a:prstGeom>
            <a:solidFill>
              <a:srgbClr val="00CE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34" name="Gruppieren 1">
            <a:extLst>
              <a:ext uri="{FF2B5EF4-FFF2-40B4-BE49-F238E27FC236}">
                <a16:creationId xmlns:a16="http://schemas.microsoft.com/office/drawing/2014/main" id="{C8D00432-793D-D549-B7DF-0346DB38631A}"/>
              </a:ext>
            </a:extLst>
          </p:cNvPr>
          <p:cNvGrpSpPr/>
          <p:nvPr/>
        </p:nvGrpSpPr>
        <p:grpSpPr>
          <a:xfrm>
            <a:off x="594004" y="4717092"/>
            <a:ext cx="2744346" cy="585216"/>
            <a:chOff x="7032505" y="2231502"/>
            <a:chExt cx="2744346" cy="585216"/>
          </a:xfrm>
        </p:grpSpPr>
        <p:sp>
          <p:nvSpPr>
            <p:cNvPr id="235" name="Rechteck 13">
              <a:extLst>
                <a:ext uri="{FF2B5EF4-FFF2-40B4-BE49-F238E27FC236}">
                  <a16:creationId xmlns:a16="http://schemas.microsoft.com/office/drawing/2014/main" id="{E73284AC-A673-344A-AB2B-06765BA80B16}"/>
                </a:ext>
              </a:extLst>
            </p:cNvPr>
            <p:cNvSpPr/>
            <p:nvPr/>
          </p:nvSpPr>
          <p:spPr>
            <a:xfrm>
              <a:off x="7032505" y="2231502"/>
              <a:ext cx="2453412" cy="5852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Oval 235">
              <a:extLst>
                <a:ext uri="{FF2B5EF4-FFF2-40B4-BE49-F238E27FC236}">
                  <a16:creationId xmlns:a16="http://schemas.microsoft.com/office/drawing/2014/main" id="{D987605B-09E8-C44A-8A58-C0DA425BEBEA}"/>
                </a:ext>
              </a:extLst>
            </p:cNvPr>
            <p:cNvSpPr/>
            <p:nvPr/>
          </p:nvSpPr>
          <p:spPr>
            <a:xfrm>
              <a:off x="9191635" y="2231502"/>
              <a:ext cx="585216" cy="585216"/>
            </a:xfrm>
            <a:prstGeom prst="ellipse">
              <a:avLst/>
            </a:prstGeom>
            <a:solidFill>
              <a:srgbClr val="00CE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243" name="Subtitle 8">
            <a:extLst>
              <a:ext uri="{FF2B5EF4-FFF2-40B4-BE49-F238E27FC236}">
                <a16:creationId xmlns:a16="http://schemas.microsoft.com/office/drawing/2014/main" id="{682B3EF7-5451-AF47-A1AB-6574C8DB7953}"/>
              </a:ext>
            </a:extLst>
          </p:cNvPr>
          <p:cNvSpPr txBox="1">
            <a:spLocks/>
          </p:cNvSpPr>
          <p:nvPr/>
        </p:nvSpPr>
        <p:spPr bwMode="gray">
          <a:xfrm>
            <a:off x="1111043" y="1484313"/>
            <a:ext cx="3005346" cy="43109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 typeface="Wingdings" panose="05000000000000000000" pitchFamily="2" charset="2"/>
              <a:buNone/>
              <a:defRPr sz="2400" kern="1200">
                <a:solidFill>
                  <a:schemeClr val="bg1"/>
                </a:solidFill>
                <a:latin typeface="+mn-lt"/>
                <a:ea typeface="+mn-ea"/>
                <a:cs typeface="Abadi MT Condensed Extra Bold"/>
              </a:defRPr>
            </a:lvl1pPr>
            <a:lvl2pPr marL="457200"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rgbClr val="1C1854"/>
                </a:solidFill>
                <a:latin typeface="+mn-lt"/>
                <a:ea typeface="+mn-ea"/>
                <a:cs typeface="+mn-cs"/>
              </a:defRPr>
            </a:lvl2pPr>
            <a:lvl3pPr marL="914400" indent="0" algn="ctr" defTabSz="914400" rtl="0" eaLnBrk="1" latinLnBrk="0" hangingPunct="1">
              <a:lnSpc>
                <a:spcPct val="100000"/>
              </a:lnSpc>
              <a:spcBef>
                <a:spcPts val="0"/>
              </a:spcBef>
              <a:spcAft>
                <a:spcPts val="300"/>
              </a:spcAft>
              <a:buFont typeface="Wingdings" panose="05000000000000000000" pitchFamily="2" charset="2"/>
              <a:buNone/>
              <a:defRPr sz="1800" kern="1200">
                <a:solidFill>
                  <a:srgbClr val="1C1854"/>
                </a:solidFill>
                <a:latin typeface="+mn-lt"/>
                <a:ea typeface="+mn-ea"/>
                <a:cs typeface="+mn-cs"/>
              </a:defRPr>
            </a:lvl3pPr>
            <a:lvl4pPr marL="1371600" indent="0" algn="ctr" defTabSz="914400" rtl="0" eaLnBrk="1" latinLnBrk="0" hangingPunct="1">
              <a:lnSpc>
                <a:spcPct val="100000"/>
              </a:lnSpc>
              <a:spcBef>
                <a:spcPts val="0"/>
              </a:spcBef>
              <a:spcAft>
                <a:spcPts val="300"/>
              </a:spcAft>
              <a:buFont typeface="Wingdings" panose="05000000000000000000" pitchFamily="2" charset="2"/>
              <a:buNone/>
              <a:defRPr sz="1600" kern="1200">
                <a:solidFill>
                  <a:srgbClr val="1C1854"/>
                </a:solidFill>
                <a:latin typeface="+mn-lt"/>
                <a:ea typeface="+mn-ea"/>
                <a:cs typeface="+mn-cs"/>
              </a:defRPr>
            </a:lvl4pPr>
            <a:lvl5pPr marL="1828800" indent="0" algn="ctr" defTabSz="914400" rtl="0" eaLnBrk="1" latinLnBrk="0" hangingPunct="1">
              <a:lnSpc>
                <a:spcPct val="100000"/>
              </a:lnSpc>
              <a:spcBef>
                <a:spcPts val="0"/>
              </a:spcBef>
              <a:spcAft>
                <a:spcPts val="300"/>
              </a:spcAft>
              <a:buFont typeface="Wingdings" panose="05000000000000000000" pitchFamily="2" charset="2"/>
              <a:buNone/>
              <a:defRPr sz="1600" kern="1200">
                <a:solidFill>
                  <a:srgbClr val="1C1854"/>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solidFill>
                  <a:schemeClr val="tx1"/>
                </a:solidFill>
              </a:rPr>
              <a:t>Shapes for text highlights </a:t>
            </a:r>
            <a:br>
              <a:rPr lang="en-US" sz="1400" dirty="0">
                <a:solidFill>
                  <a:schemeClr val="tx1"/>
                </a:solidFill>
              </a:rPr>
            </a:br>
            <a:r>
              <a:rPr lang="en-US" sz="1000" dirty="0">
                <a:solidFill>
                  <a:schemeClr val="tx1"/>
                </a:solidFill>
              </a:rPr>
              <a:t>(always in green and only used for titles)</a:t>
            </a:r>
          </a:p>
        </p:txBody>
      </p:sp>
      <p:sp>
        <p:nvSpPr>
          <p:cNvPr id="245" name="Rechteck 13">
            <a:extLst>
              <a:ext uri="{FF2B5EF4-FFF2-40B4-BE49-F238E27FC236}">
                <a16:creationId xmlns:a16="http://schemas.microsoft.com/office/drawing/2014/main" id="{49D60525-C371-A54B-8991-FE0E1DBE43CA}"/>
              </a:ext>
            </a:extLst>
          </p:cNvPr>
          <p:cNvSpPr/>
          <p:nvPr/>
        </p:nvSpPr>
        <p:spPr>
          <a:xfrm>
            <a:off x="5633113" y="5528818"/>
            <a:ext cx="1168370" cy="5852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6" name="Oval 245">
            <a:extLst>
              <a:ext uri="{FF2B5EF4-FFF2-40B4-BE49-F238E27FC236}">
                <a16:creationId xmlns:a16="http://schemas.microsoft.com/office/drawing/2014/main" id="{8AFBD17B-438C-E841-BC40-863E96C34797}"/>
              </a:ext>
            </a:extLst>
          </p:cNvPr>
          <p:cNvSpPr/>
          <p:nvPr/>
        </p:nvSpPr>
        <p:spPr>
          <a:xfrm>
            <a:off x="6507202" y="5528818"/>
            <a:ext cx="585216" cy="5852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8" name="Rechteck 13">
            <a:extLst>
              <a:ext uri="{FF2B5EF4-FFF2-40B4-BE49-F238E27FC236}">
                <a16:creationId xmlns:a16="http://schemas.microsoft.com/office/drawing/2014/main" id="{A5F43586-9520-014F-8EBE-4FBCCACFFAD6}"/>
              </a:ext>
            </a:extLst>
          </p:cNvPr>
          <p:cNvSpPr/>
          <p:nvPr/>
        </p:nvSpPr>
        <p:spPr>
          <a:xfrm>
            <a:off x="5626401" y="4509827"/>
            <a:ext cx="2365349" cy="7121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9" name="Oval 248">
            <a:extLst>
              <a:ext uri="{FF2B5EF4-FFF2-40B4-BE49-F238E27FC236}">
                <a16:creationId xmlns:a16="http://schemas.microsoft.com/office/drawing/2014/main" id="{34641A37-8DAA-AB41-9BC0-987F28916B59}"/>
              </a:ext>
            </a:extLst>
          </p:cNvPr>
          <p:cNvSpPr/>
          <p:nvPr/>
        </p:nvSpPr>
        <p:spPr>
          <a:xfrm>
            <a:off x="7633645" y="4509827"/>
            <a:ext cx="712136" cy="71213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0" name="Oval 249">
            <a:extLst>
              <a:ext uri="{FF2B5EF4-FFF2-40B4-BE49-F238E27FC236}">
                <a16:creationId xmlns:a16="http://schemas.microsoft.com/office/drawing/2014/main" id="{B128B30F-F82D-BA4A-918E-1A0060C8D234}"/>
              </a:ext>
            </a:extLst>
          </p:cNvPr>
          <p:cNvSpPr/>
          <p:nvPr/>
        </p:nvSpPr>
        <p:spPr>
          <a:xfrm>
            <a:off x="7540579" y="3379285"/>
            <a:ext cx="862179" cy="8621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1" name="Rectangle 100">
            <a:extLst>
              <a:ext uri="{FF2B5EF4-FFF2-40B4-BE49-F238E27FC236}">
                <a16:creationId xmlns:a16="http://schemas.microsoft.com/office/drawing/2014/main" id="{782E4A50-A759-F14F-92E4-966CCBE24593}"/>
              </a:ext>
            </a:extLst>
          </p:cNvPr>
          <p:cNvSpPr/>
          <p:nvPr/>
        </p:nvSpPr>
        <p:spPr>
          <a:xfrm>
            <a:off x="5619574" y="3378432"/>
            <a:ext cx="2366979" cy="8630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2" name="TextBox 102">
            <a:extLst>
              <a:ext uri="{FF2B5EF4-FFF2-40B4-BE49-F238E27FC236}">
                <a16:creationId xmlns:a16="http://schemas.microsoft.com/office/drawing/2014/main" id="{CC8E0229-3270-7F4B-976E-04881FE129E2}"/>
              </a:ext>
            </a:extLst>
          </p:cNvPr>
          <p:cNvSpPr txBox="1"/>
          <p:nvPr/>
        </p:nvSpPr>
        <p:spPr>
          <a:xfrm>
            <a:off x="5701450" y="3446497"/>
            <a:ext cx="2363514" cy="743217"/>
          </a:xfrm>
          <a:prstGeom prst="rect">
            <a:avLst/>
          </a:prstGeom>
          <a:noFill/>
        </p:spPr>
        <p:txBody>
          <a:bodyPr wrap="square" rtlCol="0">
            <a:spAutoFit/>
          </a:bodyPr>
          <a:lstStyle/>
          <a:p>
            <a:pPr algn="l"/>
            <a:r>
              <a:rPr lang="en-US" sz="2000" b="1" dirty="0">
                <a:latin typeface="Arial" panose="020B0604020202020204" pitchFamily="34" charset="0"/>
                <a:cs typeface="Arial" panose="020B0604020202020204" pitchFamily="34" charset="0"/>
              </a:rPr>
              <a:t>Placeholder text </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20 </a:t>
            </a:r>
            <a:r>
              <a:rPr lang="en-US" sz="2000" b="1" dirty="0" err="1">
                <a:latin typeface="Arial" panose="020B0604020202020204" pitchFamily="34" charset="0"/>
                <a:cs typeface="Arial" panose="020B0604020202020204" pitchFamily="34" charset="0"/>
              </a:rPr>
              <a:t>pt</a:t>
            </a:r>
            <a:r>
              <a:rPr lang="en-US" sz="2000" b="1" dirty="0">
                <a:latin typeface="Arial" panose="020B0604020202020204" pitchFamily="34" charset="0"/>
                <a:cs typeface="Arial" panose="020B0604020202020204" pitchFamily="34" charset="0"/>
              </a:rPr>
              <a:t> for two lines</a:t>
            </a:r>
          </a:p>
        </p:txBody>
      </p:sp>
      <p:sp>
        <p:nvSpPr>
          <p:cNvPr id="253" name="Subtitle 8">
            <a:extLst>
              <a:ext uri="{FF2B5EF4-FFF2-40B4-BE49-F238E27FC236}">
                <a16:creationId xmlns:a16="http://schemas.microsoft.com/office/drawing/2014/main" id="{3D6B6566-6E68-5448-8DB8-48301B07A4E0}"/>
              </a:ext>
            </a:extLst>
          </p:cNvPr>
          <p:cNvSpPr txBox="1">
            <a:spLocks/>
          </p:cNvSpPr>
          <p:nvPr/>
        </p:nvSpPr>
        <p:spPr bwMode="gray">
          <a:xfrm>
            <a:off x="6338268" y="1480049"/>
            <a:ext cx="4511733" cy="43535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 typeface="Wingdings" panose="05000000000000000000" pitchFamily="2" charset="2"/>
              <a:buNone/>
              <a:defRPr sz="2400" kern="1200">
                <a:solidFill>
                  <a:schemeClr val="bg1"/>
                </a:solidFill>
                <a:latin typeface="+mn-lt"/>
                <a:ea typeface="+mn-ea"/>
                <a:cs typeface="Abadi MT Condensed Extra Bold"/>
              </a:defRPr>
            </a:lvl1pPr>
            <a:lvl2pPr marL="457200" indent="0" algn="ctr" defTabSz="914400" rtl="0" eaLnBrk="1" latinLnBrk="0" hangingPunct="1">
              <a:lnSpc>
                <a:spcPct val="100000"/>
              </a:lnSpc>
              <a:spcBef>
                <a:spcPts val="0"/>
              </a:spcBef>
              <a:spcAft>
                <a:spcPts val="300"/>
              </a:spcAft>
              <a:buFont typeface="Wingdings" panose="05000000000000000000" pitchFamily="2" charset="2"/>
              <a:buNone/>
              <a:defRPr sz="2000" kern="1200">
                <a:solidFill>
                  <a:srgbClr val="1C1854"/>
                </a:solidFill>
                <a:latin typeface="+mn-lt"/>
                <a:ea typeface="+mn-ea"/>
                <a:cs typeface="+mn-cs"/>
              </a:defRPr>
            </a:lvl2pPr>
            <a:lvl3pPr marL="914400" indent="0" algn="ctr" defTabSz="914400" rtl="0" eaLnBrk="1" latinLnBrk="0" hangingPunct="1">
              <a:lnSpc>
                <a:spcPct val="100000"/>
              </a:lnSpc>
              <a:spcBef>
                <a:spcPts val="0"/>
              </a:spcBef>
              <a:spcAft>
                <a:spcPts val="300"/>
              </a:spcAft>
              <a:buFont typeface="Wingdings" panose="05000000000000000000" pitchFamily="2" charset="2"/>
              <a:buNone/>
              <a:defRPr sz="1800" kern="1200">
                <a:solidFill>
                  <a:srgbClr val="1C1854"/>
                </a:solidFill>
                <a:latin typeface="+mn-lt"/>
                <a:ea typeface="+mn-ea"/>
                <a:cs typeface="+mn-cs"/>
              </a:defRPr>
            </a:lvl3pPr>
            <a:lvl4pPr marL="1371600" indent="0" algn="ctr" defTabSz="914400" rtl="0" eaLnBrk="1" latinLnBrk="0" hangingPunct="1">
              <a:lnSpc>
                <a:spcPct val="100000"/>
              </a:lnSpc>
              <a:spcBef>
                <a:spcPts val="0"/>
              </a:spcBef>
              <a:spcAft>
                <a:spcPts val="300"/>
              </a:spcAft>
              <a:buFont typeface="Wingdings" panose="05000000000000000000" pitchFamily="2" charset="2"/>
              <a:buNone/>
              <a:defRPr sz="1600" kern="1200">
                <a:solidFill>
                  <a:srgbClr val="1C1854"/>
                </a:solidFill>
                <a:latin typeface="+mn-lt"/>
                <a:ea typeface="+mn-ea"/>
                <a:cs typeface="+mn-cs"/>
              </a:defRPr>
            </a:lvl4pPr>
            <a:lvl5pPr marL="1828800" indent="0" algn="ctr" defTabSz="914400" rtl="0" eaLnBrk="1" latinLnBrk="0" hangingPunct="1">
              <a:lnSpc>
                <a:spcPct val="100000"/>
              </a:lnSpc>
              <a:spcBef>
                <a:spcPts val="0"/>
              </a:spcBef>
              <a:spcAft>
                <a:spcPts val="300"/>
              </a:spcAft>
              <a:buFont typeface="Wingdings" panose="05000000000000000000" pitchFamily="2" charset="2"/>
              <a:buNone/>
              <a:defRPr sz="1600" kern="1200">
                <a:solidFill>
                  <a:srgbClr val="1C1854"/>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solidFill>
                  <a:schemeClr val="tx1"/>
                </a:solidFill>
              </a:rPr>
              <a:t>Shapes as a highlight information box</a:t>
            </a:r>
            <a:br>
              <a:rPr lang="en-US" sz="1800" dirty="0">
                <a:solidFill>
                  <a:schemeClr val="tx1"/>
                </a:solidFill>
              </a:rPr>
            </a:br>
            <a:r>
              <a:rPr lang="en-US" sz="1000" dirty="0">
                <a:solidFill>
                  <a:schemeClr val="tx1"/>
                </a:solidFill>
              </a:rPr>
              <a:t>(in different sizes possible, but always limited to two lines of text)</a:t>
            </a:r>
          </a:p>
        </p:txBody>
      </p:sp>
      <p:sp>
        <p:nvSpPr>
          <p:cNvPr id="254" name="TextBox 102">
            <a:extLst>
              <a:ext uri="{FF2B5EF4-FFF2-40B4-BE49-F238E27FC236}">
                <a16:creationId xmlns:a16="http://schemas.microsoft.com/office/drawing/2014/main" id="{4F35021D-EED6-FB4A-9193-99AE6B23D6EA}"/>
              </a:ext>
            </a:extLst>
          </p:cNvPr>
          <p:cNvSpPr txBox="1"/>
          <p:nvPr/>
        </p:nvSpPr>
        <p:spPr>
          <a:xfrm>
            <a:off x="5716628" y="5565383"/>
            <a:ext cx="1383481" cy="547907"/>
          </a:xfrm>
          <a:prstGeom prst="rect">
            <a:avLst/>
          </a:prstGeom>
          <a:noFill/>
        </p:spPr>
        <p:txBody>
          <a:bodyPr wrap="square" rtlCol="0">
            <a:spAutoFit/>
          </a:bodyPr>
          <a:lstStyle/>
          <a:p>
            <a:pPr algn="l"/>
            <a:r>
              <a:rPr lang="en-US" sz="1400" b="1" dirty="0">
                <a:latin typeface="Arial" panose="020B0604020202020204" pitchFamily="34" charset="0"/>
                <a:cs typeface="Arial" panose="020B0604020202020204" pitchFamily="34" charset="0"/>
              </a:rPr>
              <a:t>Placeholder</a:t>
            </a:r>
            <a:br>
              <a:rPr lang="en-US" sz="1400" b="1"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text </a:t>
            </a:r>
            <a:r>
              <a:rPr lang="en-US" sz="1400" b="1" dirty="0">
                <a:solidFill>
                  <a:schemeClr val="bg1"/>
                </a:solidFill>
                <a:latin typeface="Arial" panose="020B0604020202020204" pitchFamily="34" charset="0"/>
                <a:cs typeface="Arial" panose="020B0604020202020204" pitchFamily="34" charset="0"/>
              </a:rPr>
              <a:t>14 </a:t>
            </a:r>
            <a:r>
              <a:rPr lang="en-US" sz="1400" b="1" dirty="0" err="1">
                <a:solidFill>
                  <a:schemeClr val="bg1"/>
                </a:solidFill>
                <a:latin typeface="Arial" panose="020B0604020202020204" pitchFamily="34" charset="0"/>
                <a:cs typeface="Arial" panose="020B0604020202020204" pitchFamily="34" charset="0"/>
              </a:rPr>
              <a:t>pt</a:t>
            </a:r>
            <a:endParaRPr lang="en-US" sz="1400" b="1" dirty="0">
              <a:solidFill>
                <a:schemeClr val="bg1"/>
              </a:solidFill>
              <a:latin typeface="Arial" panose="020B0604020202020204" pitchFamily="34" charset="0"/>
              <a:cs typeface="Arial" panose="020B0604020202020204" pitchFamily="34" charset="0"/>
            </a:endParaRPr>
          </a:p>
        </p:txBody>
      </p:sp>
      <p:sp>
        <p:nvSpPr>
          <p:cNvPr id="255" name="TextBox 102">
            <a:extLst>
              <a:ext uri="{FF2B5EF4-FFF2-40B4-BE49-F238E27FC236}">
                <a16:creationId xmlns:a16="http://schemas.microsoft.com/office/drawing/2014/main" id="{6B9CBA5D-43F7-6443-A735-45E22E9FFFDF}"/>
              </a:ext>
            </a:extLst>
          </p:cNvPr>
          <p:cNvSpPr txBox="1"/>
          <p:nvPr/>
        </p:nvSpPr>
        <p:spPr>
          <a:xfrm>
            <a:off x="5682051" y="4617768"/>
            <a:ext cx="2532819" cy="547907"/>
          </a:xfrm>
          <a:prstGeom prst="rect">
            <a:avLst/>
          </a:prstGeom>
          <a:noFill/>
        </p:spPr>
        <p:txBody>
          <a:bodyPr wrap="square" rtlCol="0">
            <a:spAutoFit/>
          </a:bodyPr>
          <a:lstStyle/>
          <a:p>
            <a:pPr algn="l"/>
            <a:r>
              <a:rPr lang="en-US" sz="1400" b="1" dirty="0">
                <a:latin typeface="Arial" panose="020B0604020202020204" pitchFamily="34" charset="0"/>
                <a:cs typeface="Arial" panose="020B0604020202020204" pitchFamily="34" charset="0"/>
              </a:rPr>
              <a:t>Placeholder text for longer information </a:t>
            </a:r>
            <a:r>
              <a:rPr lang="en-US" sz="1400" b="1" dirty="0">
                <a:solidFill>
                  <a:schemeClr val="bg1"/>
                </a:solidFill>
                <a:latin typeface="Arial" panose="020B0604020202020204" pitchFamily="34" charset="0"/>
                <a:cs typeface="Arial" panose="020B0604020202020204" pitchFamily="34" charset="0"/>
              </a:rPr>
              <a:t>14 </a:t>
            </a:r>
            <a:r>
              <a:rPr lang="en-US" sz="1400" b="1" dirty="0" err="1">
                <a:solidFill>
                  <a:schemeClr val="bg1"/>
                </a:solidFill>
                <a:latin typeface="Arial" panose="020B0604020202020204" pitchFamily="34" charset="0"/>
                <a:cs typeface="Arial" panose="020B0604020202020204" pitchFamily="34" charset="0"/>
              </a:rPr>
              <a:t>pt</a:t>
            </a:r>
            <a:endParaRPr lang="en-US" sz="1400" b="1" dirty="0">
              <a:solidFill>
                <a:schemeClr val="bg1"/>
              </a:solidFill>
              <a:latin typeface="Arial" panose="020B0604020202020204" pitchFamily="34" charset="0"/>
              <a:cs typeface="Arial" panose="020B0604020202020204" pitchFamily="34" charset="0"/>
            </a:endParaRPr>
          </a:p>
        </p:txBody>
      </p:sp>
      <p:sp>
        <p:nvSpPr>
          <p:cNvPr id="256" name="Rechteck 13">
            <a:extLst>
              <a:ext uri="{FF2B5EF4-FFF2-40B4-BE49-F238E27FC236}">
                <a16:creationId xmlns:a16="http://schemas.microsoft.com/office/drawing/2014/main" id="{921D0FD5-80BA-4B4C-833F-6D0226147285}"/>
              </a:ext>
            </a:extLst>
          </p:cNvPr>
          <p:cNvSpPr/>
          <p:nvPr/>
        </p:nvSpPr>
        <p:spPr>
          <a:xfrm>
            <a:off x="2413562" y="3968801"/>
            <a:ext cx="1702823" cy="5852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7" name="Titel 2">
            <a:extLst>
              <a:ext uri="{FF2B5EF4-FFF2-40B4-BE49-F238E27FC236}">
                <a16:creationId xmlns:a16="http://schemas.microsoft.com/office/drawing/2014/main" id="{87770B99-9DEB-674E-9A41-CB9BFD0AF154}"/>
              </a:ext>
            </a:extLst>
          </p:cNvPr>
          <p:cNvSpPr>
            <a:spLocks noGrp="1"/>
          </p:cNvSpPr>
          <p:nvPr>
            <p:ph type="title"/>
          </p:nvPr>
        </p:nvSpPr>
        <p:spPr/>
        <p:txBody>
          <a:bodyPr/>
          <a:lstStyle/>
          <a:p>
            <a:r>
              <a:rPr lang="en-US"/>
              <a:t>Shapes to work with</a:t>
            </a:r>
          </a:p>
        </p:txBody>
      </p:sp>
      <p:sp>
        <p:nvSpPr>
          <p:cNvPr id="9" name="Date Placeholder 8">
            <a:extLst>
              <a:ext uri="{FF2B5EF4-FFF2-40B4-BE49-F238E27FC236}">
                <a16:creationId xmlns:a16="http://schemas.microsoft.com/office/drawing/2014/main" id="{E58B78A0-5468-462E-8C13-62306725F854}"/>
              </a:ext>
            </a:extLst>
          </p:cNvPr>
          <p:cNvSpPr>
            <a:spLocks noGrp="1"/>
          </p:cNvSpPr>
          <p:nvPr>
            <p:ph type="dt" sz="half" idx="10"/>
          </p:nvPr>
        </p:nvSpPr>
        <p:spPr/>
        <p:txBody>
          <a:bodyPr/>
          <a:lstStyle/>
          <a:p>
            <a:fld id="{77333167-E10F-4130-839A-7C5E873DD5A1}" type="datetime3">
              <a:rPr lang="en-US" smtClean="0"/>
              <a:t>23 February 2026</a:t>
            </a:fld>
            <a:endParaRPr lang="en-US"/>
          </a:p>
        </p:txBody>
      </p:sp>
      <p:sp>
        <p:nvSpPr>
          <p:cNvPr id="13" name="Slide Number Placeholder 12">
            <a:extLst>
              <a:ext uri="{FF2B5EF4-FFF2-40B4-BE49-F238E27FC236}">
                <a16:creationId xmlns:a16="http://schemas.microsoft.com/office/drawing/2014/main" id="{77FFB6BD-6083-4CBC-BF70-CB1FA2F0E1BA}"/>
              </a:ext>
            </a:extLst>
          </p:cNvPr>
          <p:cNvSpPr>
            <a:spLocks noGrp="1"/>
          </p:cNvSpPr>
          <p:nvPr>
            <p:ph type="sldNum" sz="quarter" idx="11"/>
          </p:nvPr>
        </p:nvSpPr>
        <p:spPr/>
        <p:txBody>
          <a:bodyPr/>
          <a:lstStyle/>
          <a:p>
            <a:fld id="{62CB3E74-FC4B-418A-B5F6-72ED80208EB2}" type="slidenum">
              <a:rPr lang="en-US" smtClean="0"/>
              <a:pPr/>
              <a:t>39</a:t>
            </a:fld>
            <a:endParaRPr lang="en-US"/>
          </a:p>
        </p:txBody>
      </p:sp>
      <p:sp>
        <p:nvSpPr>
          <p:cNvPr id="3" name="Oval 2">
            <a:extLst>
              <a:ext uri="{FF2B5EF4-FFF2-40B4-BE49-F238E27FC236}">
                <a16:creationId xmlns:a16="http://schemas.microsoft.com/office/drawing/2014/main" id="{F57F0319-38EC-A944-82E4-AFD50D222362}"/>
              </a:ext>
            </a:extLst>
          </p:cNvPr>
          <p:cNvSpPr/>
          <p:nvPr/>
        </p:nvSpPr>
        <p:spPr>
          <a:xfrm>
            <a:off x="551383" y="1484313"/>
            <a:ext cx="435356" cy="43535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 rtlCol="0" anchor="ctr" anchorCtr="0"/>
          <a:lstStyle/>
          <a:p>
            <a:pPr algn="ctr"/>
            <a:r>
              <a:rPr lang="en-US" sz="2000" b="1"/>
              <a:t>1</a:t>
            </a:r>
          </a:p>
        </p:txBody>
      </p:sp>
      <p:sp>
        <p:nvSpPr>
          <p:cNvPr id="58" name="Oval 57">
            <a:extLst>
              <a:ext uri="{FF2B5EF4-FFF2-40B4-BE49-F238E27FC236}">
                <a16:creationId xmlns:a16="http://schemas.microsoft.com/office/drawing/2014/main" id="{13B7F219-46B8-3B45-AC01-015DF4764E0F}"/>
              </a:ext>
            </a:extLst>
          </p:cNvPr>
          <p:cNvSpPr/>
          <p:nvPr/>
        </p:nvSpPr>
        <p:spPr>
          <a:xfrm>
            <a:off x="5588636" y="1480049"/>
            <a:ext cx="435356" cy="43535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 rtlCol="0" anchor="ctr" anchorCtr="0"/>
          <a:lstStyle/>
          <a:p>
            <a:pPr algn="ctr"/>
            <a:r>
              <a:rPr lang="en-US" sz="2000" b="1" dirty="0"/>
              <a:t>2</a:t>
            </a:r>
          </a:p>
        </p:txBody>
      </p:sp>
      <p:cxnSp>
        <p:nvCxnSpPr>
          <p:cNvPr id="10" name="Gerade Verbindung 9">
            <a:extLst>
              <a:ext uri="{FF2B5EF4-FFF2-40B4-BE49-F238E27FC236}">
                <a16:creationId xmlns:a16="http://schemas.microsoft.com/office/drawing/2014/main" id="{1B530B88-17B2-4340-A445-D156DE88FF4B}"/>
              </a:ext>
            </a:extLst>
          </p:cNvPr>
          <p:cNvCxnSpPr>
            <a:cxnSpLocks/>
          </p:cNvCxnSpPr>
          <p:nvPr/>
        </p:nvCxnSpPr>
        <p:spPr>
          <a:xfrm>
            <a:off x="4988689" y="1484313"/>
            <a:ext cx="0" cy="4645025"/>
          </a:xfrm>
          <a:prstGeom prst="line">
            <a:avLst/>
          </a:prstGeom>
          <a:ln w="19050">
            <a:solidFill>
              <a:schemeClr val="bg2">
                <a:lumMod val="90000"/>
              </a:schemeClr>
            </a:solidFill>
            <a:prstDash val="sysDot"/>
          </a:ln>
        </p:spPr>
        <p:style>
          <a:lnRef idx="1">
            <a:schemeClr val="accent1"/>
          </a:lnRef>
          <a:fillRef idx="0">
            <a:schemeClr val="accent1"/>
          </a:fillRef>
          <a:effectRef idx="0">
            <a:schemeClr val="accent1"/>
          </a:effectRef>
          <a:fontRef idx="minor">
            <a:schemeClr val="tx1"/>
          </a:fontRef>
        </p:style>
      </p:cxnSp>
      <p:sp>
        <p:nvSpPr>
          <p:cNvPr id="64" name="TextBox 220">
            <a:extLst>
              <a:ext uri="{FF2B5EF4-FFF2-40B4-BE49-F238E27FC236}">
                <a16:creationId xmlns:a16="http://schemas.microsoft.com/office/drawing/2014/main" id="{B8C11527-F3AD-EC41-A9C5-2840564FFF38}"/>
              </a:ext>
            </a:extLst>
          </p:cNvPr>
          <p:cNvSpPr txBox="1"/>
          <p:nvPr/>
        </p:nvSpPr>
        <p:spPr bwMode="white">
          <a:xfrm>
            <a:off x="8900340" y="2317861"/>
            <a:ext cx="2569377" cy="654475"/>
          </a:xfrm>
          <a:prstGeom prst="rect">
            <a:avLst/>
          </a:prstGeom>
          <a:noFill/>
        </p:spPr>
        <p:txBody>
          <a:bodyPr wrap="square" rtlCol="0">
            <a:spAutoFit/>
          </a:bodyPr>
          <a:lstStyle/>
          <a:p>
            <a:pPr algn="l"/>
            <a:r>
              <a:rPr lang="en-US" sz="3600" b="1" dirty="0">
                <a:solidFill>
                  <a:schemeClr val="bg1"/>
                </a:solidFill>
                <a:latin typeface="Arial" panose="020B0604020202020204" pitchFamily="34" charset="0"/>
                <a:cs typeface="Arial" panose="020B0604020202020204" pitchFamily="34" charset="0"/>
              </a:rPr>
              <a:t>Lorem </a:t>
            </a:r>
            <a:r>
              <a:rPr lang="en-US" sz="3600" b="1" dirty="0" err="1">
                <a:solidFill>
                  <a:schemeClr val="bg1"/>
                </a:solidFill>
                <a:latin typeface="Arial" panose="020B0604020202020204" pitchFamily="34" charset="0"/>
                <a:cs typeface="Arial" panose="020B0604020202020204" pitchFamily="34" charset="0"/>
              </a:rPr>
              <a:t>ips</a:t>
            </a:r>
            <a:endParaRPr lang="en-US" sz="3600" b="1" dirty="0">
              <a:solidFill>
                <a:schemeClr val="bg1"/>
              </a:solidFill>
              <a:latin typeface="Arial" panose="020B0604020202020204" pitchFamily="34" charset="0"/>
              <a:cs typeface="Arial" panose="020B0604020202020204" pitchFamily="34" charset="0"/>
            </a:endParaRPr>
          </a:p>
        </p:txBody>
      </p:sp>
      <p:sp>
        <p:nvSpPr>
          <p:cNvPr id="70" name="Rechteck 13">
            <a:extLst>
              <a:ext uri="{FF2B5EF4-FFF2-40B4-BE49-F238E27FC236}">
                <a16:creationId xmlns:a16="http://schemas.microsoft.com/office/drawing/2014/main" id="{2887E71A-B030-724C-8CA3-C0811D438B00}"/>
              </a:ext>
            </a:extLst>
          </p:cNvPr>
          <p:cNvSpPr/>
          <p:nvPr/>
        </p:nvSpPr>
        <p:spPr>
          <a:xfrm>
            <a:off x="8794263" y="5519921"/>
            <a:ext cx="1168370" cy="5852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1" name="Oval 70">
            <a:extLst>
              <a:ext uri="{FF2B5EF4-FFF2-40B4-BE49-F238E27FC236}">
                <a16:creationId xmlns:a16="http://schemas.microsoft.com/office/drawing/2014/main" id="{772CE985-75B4-A240-9C5B-3E41D38BD9B4}"/>
              </a:ext>
            </a:extLst>
          </p:cNvPr>
          <p:cNvSpPr/>
          <p:nvPr/>
        </p:nvSpPr>
        <p:spPr>
          <a:xfrm>
            <a:off x="9668352" y="5519921"/>
            <a:ext cx="585216" cy="5852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2" name="TextBox 102">
            <a:extLst>
              <a:ext uri="{FF2B5EF4-FFF2-40B4-BE49-F238E27FC236}">
                <a16:creationId xmlns:a16="http://schemas.microsoft.com/office/drawing/2014/main" id="{864B41FB-024C-2C49-A8E5-291359E87490}"/>
              </a:ext>
            </a:extLst>
          </p:cNvPr>
          <p:cNvSpPr txBox="1"/>
          <p:nvPr/>
        </p:nvSpPr>
        <p:spPr bwMode="white">
          <a:xfrm>
            <a:off x="8877778" y="5556486"/>
            <a:ext cx="1635386" cy="547907"/>
          </a:xfrm>
          <a:prstGeom prst="rect">
            <a:avLst/>
          </a:prstGeom>
          <a:noFill/>
        </p:spPr>
        <p:txBody>
          <a:bodyPr wrap="square" rtlCol="0">
            <a:spAutoFit/>
          </a:bodyPr>
          <a:lstStyle/>
          <a:p>
            <a:pPr algn="l"/>
            <a:r>
              <a:rPr lang="en-US" sz="1400" b="1">
                <a:solidFill>
                  <a:schemeClr val="bg2"/>
                </a:solidFill>
                <a:latin typeface="Arial" panose="020B0604020202020204" pitchFamily="34" charset="0"/>
                <a:cs typeface="Arial" panose="020B0604020202020204" pitchFamily="34" charset="0"/>
              </a:rPr>
              <a:t>Placeholder</a:t>
            </a:r>
            <a:br>
              <a:rPr lang="en-US" sz="1400" b="1">
                <a:solidFill>
                  <a:schemeClr val="bg2"/>
                </a:solidFill>
                <a:latin typeface="Arial" panose="020B0604020202020204" pitchFamily="34" charset="0"/>
                <a:cs typeface="Arial" panose="020B0604020202020204" pitchFamily="34" charset="0"/>
              </a:rPr>
            </a:br>
            <a:r>
              <a:rPr lang="en-US" sz="1400" b="1">
                <a:solidFill>
                  <a:schemeClr val="bg2"/>
                </a:solidFill>
                <a:latin typeface="Arial" panose="020B0604020202020204" pitchFamily="34" charset="0"/>
                <a:cs typeface="Arial" panose="020B0604020202020204" pitchFamily="34" charset="0"/>
              </a:rPr>
              <a:t>text </a:t>
            </a:r>
            <a:r>
              <a:rPr lang="en-US" sz="1400" b="1">
                <a:solidFill>
                  <a:schemeClr val="tx2"/>
                </a:solidFill>
                <a:latin typeface="Arial" panose="020B0604020202020204" pitchFamily="34" charset="0"/>
                <a:cs typeface="Arial" panose="020B0604020202020204" pitchFamily="34" charset="0"/>
              </a:rPr>
              <a:t>14 pt</a:t>
            </a:r>
          </a:p>
        </p:txBody>
      </p:sp>
      <p:grpSp>
        <p:nvGrpSpPr>
          <p:cNvPr id="79" name="Gruppieren 4">
            <a:extLst>
              <a:ext uri="{FF2B5EF4-FFF2-40B4-BE49-F238E27FC236}">
                <a16:creationId xmlns:a16="http://schemas.microsoft.com/office/drawing/2014/main" id="{8ED050A9-EAE9-264C-8B30-B6035CA6AF06}"/>
              </a:ext>
            </a:extLst>
          </p:cNvPr>
          <p:cNvGrpSpPr/>
          <p:nvPr/>
        </p:nvGrpSpPr>
        <p:grpSpPr>
          <a:xfrm>
            <a:off x="8794795" y="4523165"/>
            <a:ext cx="2719380" cy="712136"/>
            <a:chOff x="7613151" y="5604586"/>
            <a:chExt cx="2234720" cy="585216"/>
          </a:xfrm>
          <a:solidFill>
            <a:schemeClr val="tx1"/>
          </a:solidFill>
        </p:grpSpPr>
        <p:sp>
          <p:nvSpPr>
            <p:cNvPr id="80" name="Rechteck 13">
              <a:extLst>
                <a:ext uri="{FF2B5EF4-FFF2-40B4-BE49-F238E27FC236}">
                  <a16:creationId xmlns:a16="http://schemas.microsoft.com/office/drawing/2014/main" id="{11C351EC-D445-C34A-A6E9-97E8C761A46D}"/>
                </a:ext>
              </a:extLst>
            </p:cNvPr>
            <p:cNvSpPr/>
            <p:nvPr/>
          </p:nvSpPr>
          <p:spPr>
            <a:xfrm>
              <a:off x="7613151" y="5604586"/>
              <a:ext cx="1943786" cy="5852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1" name="Oval 80">
              <a:extLst>
                <a:ext uri="{FF2B5EF4-FFF2-40B4-BE49-F238E27FC236}">
                  <a16:creationId xmlns:a16="http://schemas.microsoft.com/office/drawing/2014/main" id="{77E1722F-4CAB-A84C-BBB3-45A859D29E27}"/>
                </a:ext>
              </a:extLst>
            </p:cNvPr>
            <p:cNvSpPr/>
            <p:nvPr/>
          </p:nvSpPr>
          <p:spPr>
            <a:xfrm>
              <a:off x="9262655" y="5604586"/>
              <a:ext cx="585216" cy="5852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82" name="TextBox 102">
            <a:extLst>
              <a:ext uri="{FF2B5EF4-FFF2-40B4-BE49-F238E27FC236}">
                <a16:creationId xmlns:a16="http://schemas.microsoft.com/office/drawing/2014/main" id="{D28102E6-CEEA-5348-B917-AC7D80A7FF85}"/>
              </a:ext>
            </a:extLst>
          </p:cNvPr>
          <p:cNvSpPr txBox="1"/>
          <p:nvPr/>
        </p:nvSpPr>
        <p:spPr bwMode="white">
          <a:xfrm>
            <a:off x="8850445" y="4631106"/>
            <a:ext cx="2532819" cy="547907"/>
          </a:xfrm>
          <a:prstGeom prst="rect">
            <a:avLst/>
          </a:prstGeom>
          <a:noFill/>
        </p:spPr>
        <p:txBody>
          <a:bodyPr wrap="square" rtlCol="0">
            <a:spAutoFit/>
          </a:bodyPr>
          <a:lstStyle/>
          <a:p>
            <a:pPr algn="l"/>
            <a:r>
              <a:rPr lang="en-US" sz="1400" b="1">
                <a:solidFill>
                  <a:schemeClr val="bg2"/>
                </a:solidFill>
                <a:latin typeface="Arial" panose="020B0604020202020204" pitchFamily="34" charset="0"/>
                <a:cs typeface="Arial" panose="020B0604020202020204" pitchFamily="34" charset="0"/>
              </a:rPr>
              <a:t>Placeholder text for longer information </a:t>
            </a:r>
            <a:r>
              <a:rPr lang="en-US" sz="1400" b="1">
                <a:solidFill>
                  <a:schemeClr val="tx2"/>
                </a:solidFill>
                <a:latin typeface="Arial" panose="020B0604020202020204" pitchFamily="34" charset="0"/>
                <a:cs typeface="Arial" panose="020B0604020202020204" pitchFamily="34" charset="0"/>
              </a:rPr>
              <a:t>14 pt</a:t>
            </a:r>
          </a:p>
        </p:txBody>
      </p:sp>
      <p:sp>
        <p:nvSpPr>
          <p:cNvPr id="85" name="Oval 84">
            <a:extLst>
              <a:ext uri="{FF2B5EF4-FFF2-40B4-BE49-F238E27FC236}">
                <a16:creationId xmlns:a16="http://schemas.microsoft.com/office/drawing/2014/main" id="{33457DB0-7E9B-D34C-A7BF-A600EA14C37F}"/>
              </a:ext>
            </a:extLst>
          </p:cNvPr>
          <p:cNvSpPr/>
          <p:nvPr/>
        </p:nvSpPr>
        <p:spPr>
          <a:xfrm>
            <a:off x="10700829" y="3371294"/>
            <a:ext cx="862179" cy="8621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6" name="Rectangle 100">
            <a:extLst>
              <a:ext uri="{FF2B5EF4-FFF2-40B4-BE49-F238E27FC236}">
                <a16:creationId xmlns:a16="http://schemas.microsoft.com/office/drawing/2014/main" id="{DF113715-2C08-BC4E-83B2-2BF29D2CB1F5}"/>
              </a:ext>
            </a:extLst>
          </p:cNvPr>
          <p:cNvSpPr/>
          <p:nvPr/>
        </p:nvSpPr>
        <p:spPr>
          <a:xfrm>
            <a:off x="8779824" y="3370441"/>
            <a:ext cx="2366979" cy="8630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7" name="TextBox 102">
            <a:extLst>
              <a:ext uri="{FF2B5EF4-FFF2-40B4-BE49-F238E27FC236}">
                <a16:creationId xmlns:a16="http://schemas.microsoft.com/office/drawing/2014/main" id="{FF42DD04-B85C-C64D-B160-80B076FF9E76}"/>
              </a:ext>
            </a:extLst>
          </p:cNvPr>
          <p:cNvSpPr txBox="1"/>
          <p:nvPr/>
        </p:nvSpPr>
        <p:spPr bwMode="white">
          <a:xfrm>
            <a:off x="8861700" y="3438506"/>
            <a:ext cx="2363514" cy="743217"/>
          </a:xfrm>
          <a:prstGeom prst="rect">
            <a:avLst/>
          </a:prstGeom>
          <a:noFill/>
        </p:spPr>
        <p:txBody>
          <a:bodyPr wrap="square" rtlCol="0">
            <a:spAutoFit/>
          </a:bodyPr>
          <a:lstStyle/>
          <a:p>
            <a:pPr algn="l"/>
            <a:r>
              <a:rPr lang="en-US" sz="2000" b="1">
                <a:solidFill>
                  <a:schemeClr val="bg1"/>
                </a:solidFill>
                <a:latin typeface="Arial" panose="020B0604020202020204" pitchFamily="34" charset="0"/>
                <a:cs typeface="Arial" panose="020B0604020202020204" pitchFamily="34" charset="0"/>
              </a:rPr>
              <a:t>Placeholder text </a:t>
            </a:r>
            <a:br>
              <a:rPr lang="en-US" sz="2000" b="1">
                <a:solidFill>
                  <a:schemeClr val="bg1"/>
                </a:solidFill>
                <a:latin typeface="Arial" panose="020B0604020202020204" pitchFamily="34" charset="0"/>
                <a:cs typeface="Arial" panose="020B0604020202020204" pitchFamily="34" charset="0"/>
              </a:rPr>
            </a:br>
            <a:r>
              <a:rPr lang="en-US" sz="2000" b="1">
                <a:solidFill>
                  <a:schemeClr val="bg1"/>
                </a:solidFill>
                <a:latin typeface="Arial" panose="020B0604020202020204" pitchFamily="34" charset="0"/>
                <a:cs typeface="Arial" panose="020B0604020202020204" pitchFamily="34" charset="0"/>
              </a:rPr>
              <a:t>20 pt for two lines</a:t>
            </a:r>
          </a:p>
        </p:txBody>
      </p:sp>
      <p:sp>
        <p:nvSpPr>
          <p:cNvPr id="14" name="TextBox 13">
            <a:extLst>
              <a:ext uri="{FF2B5EF4-FFF2-40B4-BE49-F238E27FC236}">
                <a16:creationId xmlns:a16="http://schemas.microsoft.com/office/drawing/2014/main" id="{81A75E8C-1145-4287-A2F0-9DA0947FCED9}"/>
              </a:ext>
            </a:extLst>
          </p:cNvPr>
          <p:cNvSpPr txBox="1"/>
          <p:nvPr/>
        </p:nvSpPr>
        <p:spPr>
          <a:xfrm>
            <a:off x="594005" y="3016669"/>
            <a:ext cx="3601414" cy="797509"/>
          </a:xfrm>
          <a:prstGeom prst="rect">
            <a:avLst/>
          </a:prstGeom>
          <a:noFill/>
        </p:spPr>
        <p:txBody>
          <a:bodyPr wrap="square" lIns="0" tIns="0" rIns="0" bIns="0" rtlCol="0">
            <a:noAutofit/>
          </a:bodyPr>
          <a:lstStyle/>
          <a:p>
            <a:pPr algn="l"/>
            <a:r>
              <a:rPr lang="en-US" sz="1200" dirty="0"/>
              <a:t>Original size for use</a:t>
            </a:r>
          </a:p>
          <a:p>
            <a:pPr algn="l"/>
            <a:r>
              <a:rPr lang="en-US" sz="1200" dirty="0">
                <a:solidFill>
                  <a:schemeClr val="tx2"/>
                </a:solidFill>
              </a:rPr>
              <a:t>The length of the shape can be adjusted to the word </a:t>
            </a:r>
          </a:p>
          <a:p>
            <a:pPr algn="l"/>
            <a:r>
              <a:rPr lang="en-US" sz="1200" dirty="0">
                <a:solidFill>
                  <a:schemeClr val="tx2"/>
                </a:solidFill>
              </a:rPr>
              <a:t>(select the shape, then click on the left part to select it and drag the left edge to adjust the length).</a:t>
            </a:r>
          </a:p>
        </p:txBody>
      </p:sp>
      <p:grpSp>
        <p:nvGrpSpPr>
          <p:cNvPr id="73" name="Gruppieren 5">
            <a:extLst>
              <a:ext uri="{FF2B5EF4-FFF2-40B4-BE49-F238E27FC236}">
                <a16:creationId xmlns:a16="http://schemas.microsoft.com/office/drawing/2014/main" id="{C5DC5EE9-5A1F-4702-BD40-8EE126CF56DD}"/>
              </a:ext>
            </a:extLst>
          </p:cNvPr>
          <p:cNvGrpSpPr>
            <a:grpSpLocks noChangeAspect="1"/>
          </p:cNvGrpSpPr>
          <p:nvPr/>
        </p:nvGrpSpPr>
        <p:grpSpPr>
          <a:xfrm>
            <a:off x="594004" y="5827177"/>
            <a:ext cx="2876294" cy="307981"/>
            <a:chOff x="538238" y="7575975"/>
            <a:chExt cx="5236156" cy="560668"/>
          </a:xfrm>
        </p:grpSpPr>
        <p:sp>
          <p:nvSpPr>
            <p:cNvPr id="74" name="Titel 2">
              <a:extLst>
                <a:ext uri="{FF2B5EF4-FFF2-40B4-BE49-F238E27FC236}">
                  <a16:creationId xmlns:a16="http://schemas.microsoft.com/office/drawing/2014/main" id="{5ECC8FCE-51C9-47B2-B769-A8AFE7B99403}"/>
                </a:ext>
              </a:extLst>
            </p:cNvPr>
            <p:cNvSpPr txBox="1">
              <a:spLocks/>
            </p:cNvSpPr>
            <p:nvPr/>
          </p:nvSpPr>
          <p:spPr bwMode="gray">
            <a:xfrm>
              <a:off x="1581002" y="7581149"/>
              <a:ext cx="263441" cy="418277"/>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000" b="1" kern="1200">
                  <a:solidFill>
                    <a:srgbClr val="1C1854"/>
                  </a:solidFill>
                  <a:latin typeface="+mj-lt"/>
                  <a:ea typeface="+mj-ea"/>
                  <a:cs typeface="+mj-cs"/>
                </a:defRPr>
              </a:lvl1pPr>
            </a:lstStyle>
            <a:p>
              <a:r>
                <a:rPr lang="en-US" sz="2100" dirty="0">
                  <a:solidFill>
                    <a:schemeClr val="tx1"/>
                  </a:solidFill>
                </a:rPr>
                <a:t>+</a:t>
              </a:r>
            </a:p>
          </p:txBody>
        </p:sp>
        <p:sp>
          <p:nvSpPr>
            <p:cNvPr id="75" name="Rectangle 74">
              <a:extLst>
                <a:ext uri="{FF2B5EF4-FFF2-40B4-BE49-F238E27FC236}">
                  <a16:creationId xmlns:a16="http://schemas.microsoft.com/office/drawing/2014/main" id="{B6A67005-A597-4477-AF27-0AE2956A45A0}"/>
                </a:ext>
              </a:extLst>
            </p:cNvPr>
            <p:cNvSpPr/>
            <p:nvPr/>
          </p:nvSpPr>
          <p:spPr>
            <a:xfrm>
              <a:off x="538238" y="7589502"/>
              <a:ext cx="926506" cy="5450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6" name="Oval 75">
              <a:extLst>
                <a:ext uri="{FF2B5EF4-FFF2-40B4-BE49-F238E27FC236}">
                  <a16:creationId xmlns:a16="http://schemas.microsoft.com/office/drawing/2014/main" id="{A5D29652-E2B7-41D9-B0BA-699D9B1C2007}"/>
                </a:ext>
              </a:extLst>
            </p:cNvPr>
            <p:cNvSpPr/>
            <p:nvPr/>
          </p:nvSpPr>
          <p:spPr>
            <a:xfrm>
              <a:off x="1969663" y="7589501"/>
              <a:ext cx="547141" cy="547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7" name="Rectangle 76">
              <a:extLst>
                <a:ext uri="{FF2B5EF4-FFF2-40B4-BE49-F238E27FC236}">
                  <a16:creationId xmlns:a16="http://schemas.microsoft.com/office/drawing/2014/main" id="{E3EC97B5-149A-433B-901E-B642CB836CAE}"/>
                </a:ext>
              </a:extLst>
            </p:cNvPr>
            <p:cNvSpPr/>
            <p:nvPr/>
          </p:nvSpPr>
          <p:spPr>
            <a:xfrm>
              <a:off x="3067967" y="7589501"/>
              <a:ext cx="926506" cy="545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Oval 77">
              <a:extLst>
                <a:ext uri="{FF2B5EF4-FFF2-40B4-BE49-F238E27FC236}">
                  <a16:creationId xmlns:a16="http://schemas.microsoft.com/office/drawing/2014/main" id="{B16B5C30-1CE1-4F4E-ACD9-944FA96982C7}"/>
                </a:ext>
              </a:extLst>
            </p:cNvPr>
            <p:cNvSpPr/>
            <p:nvPr/>
          </p:nvSpPr>
          <p:spPr>
            <a:xfrm>
              <a:off x="3727566" y="7589501"/>
              <a:ext cx="545002" cy="545004"/>
            </a:xfrm>
            <a:prstGeom prst="ellipse">
              <a:avLst/>
            </a:prstGeom>
            <a:solidFill>
              <a:schemeClr val="accent2"/>
            </a:solidFill>
            <a:ln>
              <a:solidFill>
                <a:srgbClr val="FA00F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3" name="Titel 2">
              <a:extLst>
                <a:ext uri="{FF2B5EF4-FFF2-40B4-BE49-F238E27FC236}">
                  <a16:creationId xmlns:a16="http://schemas.microsoft.com/office/drawing/2014/main" id="{831E78EE-01B7-4EB6-BA4C-17BA68771CAB}"/>
                </a:ext>
              </a:extLst>
            </p:cNvPr>
            <p:cNvSpPr txBox="1">
              <a:spLocks/>
            </p:cNvSpPr>
            <p:nvPr/>
          </p:nvSpPr>
          <p:spPr bwMode="gray">
            <a:xfrm>
              <a:off x="2585786" y="7575975"/>
              <a:ext cx="263441" cy="41827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000" b="1" kern="1200">
                  <a:solidFill>
                    <a:srgbClr val="1C1854"/>
                  </a:solidFill>
                  <a:latin typeface="+mj-lt"/>
                  <a:ea typeface="+mj-ea"/>
                  <a:cs typeface="+mj-cs"/>
                </a:defRPr>
              </a:lvl1pPr>
            </a:lstStyle>
            <a:p>
              <a:r>
                <a:rPr lang="en-US" sz="2100" dirty="0">
                  <a:solidFill>
                    <a:schemeClr val="tx1"/>
                  </a:solidFill>
                </a:rPr>
                <a:t>=</a:t>
              </a:r>
            </a:p>
          </p:txBody>
        </p:sp>
        <p:sp>
          <p:nvSpPr>
            <p:cNvPr id="84" name="Rectangle 228">
              <a:extLst>
                <a:ext uri="{FF2B5EF4-FFF2-40B4-BE49-F238E27FC236}">
                  <a16:creationId xmlns:a16="http://schemas.microsoft.com/office/drawing/2014/main" id="{BF6440A0-8212-4123-A0B6-05184762692F}"/>
                </a:ext>
              </a:extLst>
            </p:cNvPr>
            <p:cNvSpPr/>
            <p:nvPr/>
          </p:nvSpPr>
          <p:spPr>
            <a:xfrm>
              <a:off x="4569792" y="7590272"/>
              <a:ext cx="926506" cy="545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8" name="Oval 87">
              <a:extLst>
                <a:ext uri="{FF2B5EF4-FFF2-40B4-BE49-F238E27FC236}">
                  <a16:creationId xmlns:a16="http://schemas.microsoft.com/office/drawing/2014/main" id="{F6881882-AC0C-419D-9582-6DE33A5BED81}"/>
                </a:ext>
              </a:extLst>
            </p:cNvPr>
            <p:cNvSpPr/>
            <p:nvPr/>
          </p:nvSpPr>
          <p:spPr>
            <a:xfrm>
              <a:off x="5229392" y="7590272"/>
              <a:ext cx="545002" cy="545004"/>
            </a:xfrm>
            <a:prstGeom prst="ellipse">
              <a:avLst/>
            </a:prstGeom>
            <a:solidFill>
              <a:schemeClr val="accent2"/>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2" name="Rectangle 1">
            <a:extLst>
              <a:ext uri="{FF2B5EF4-FFF2-40B4-BE49-F238E27FC236}">
                <a16:creationId xmlns:a16="http://schemas.microsoft.com/office/drawing/2014/main" id="{E01D5A99-24B5-4FBD-9F2A-56C74C94AB4E}"/>
              </a:ext>
            </a:extLst>
          </p:cNvPr>
          <p:cNvSpPr/>
          <p:nvPr/>
        </p:nvSpPr>
        <p:spPr>
          <a:xfrm>
            <a:off x="3048000" y="3122506"/>
            <a:ext cx="6096000" cy="612988"/>
          </a:xfrm>
          <a:prstGeom prst="rect">
            <a:avLst/>
          </a:prstGeom>
        </p:spPr>
        <p:txBody>
          <a:bodyPr>
            <a:spAutoFit/>
          </a:bodyPr>
          <a:lstStyle/>
          <a:p>
            <a:r>
              <a:rPr lang="en-US" dirty="0" err="1"/>
              <a:t>Eurex</a:t>
            </a:r>
            <a:r>
              <a:rPr lang="en-US" dirty="0"/>
              <a:t> Fixed Income Govt Bond Futures Presentation v1.0_Markus Georgi</a:t>
            </a:r>
          </a:p>
        </p:txBody>
      </p:sp>
      <p:sp>
        <p:nvSpPr>
          <p:cNvPr id="5" name="Rectangle 4">
            <a:extLst>
              <a:ext uri="{FF2B5EF4-FFF2-40B4-BE49-F238E27FC236}">
                <a16:creationId xmlns:a16="http://schemas.microsoft.com/office/drawing/2014/main" id="{4F652BFC-52CC-44DA-A175-2A020DB732AD}"/>
              </a:ext>
            </a:extLst>
          </p:cNvPr>
          <p:cNvSpPr/>
          <p:nvPr/>
        </p:nvSpPr>
        <p:spPr>
          <a:xfrm>
            <a:off x="3048000" y="3122506"/>
            <a:ext cx="6096000" cy="612988"/>
          </a:xfrm>
          <a:prstGeom prst="rect">
            <a:avLst/>
          </a:prstGeom>
        </p:spPr>
        <p:txBody>
          <a:bodyPr>
            <a:spAutoFit/>
          </a:bodyPr>
          <a:lstStyle/>
          <a:p>
            <a:r>
              <a:rPr lang="en-US" dirty="0" err="1"/>
              <a:t>Eurex</a:t>
            </a:r>
            <a:r>
              <a:rPr lang="en-US" dirty="0"/>
              <a:t> Fixed Income Govt Bond Futures Presentation v1.0_Markus Georgi</a:t>
            </a:r>
          </a:p>
        </p:txBody>
      </p:sp>
    </p:spTree>
    <p:extLst>
      <p:ext uri="{BB962C8B-B14F-4D97-AF65-F5344CB8AC3E}">
        <p14:creationId xmlns:p14="http://schemas.microsoft.com/office/powerpoint/2010/main" val="2923885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BE70CF3-1643-4D0B-92B9-85C4B40907F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7BE70CF3-1643-4D0B-92B9-85C4B40907F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0" name="Rectangle 139" hidden="1">
            <a:extLst>
              <a:ext uri="{FF2B5EF4-FFF2-40B4-BE49-F238E27FC236}">
                <a16:creationId xmlns:a16="http://schemas.microsoft.com/office/drawing/2014/main" id="{19D06519-1E65-425A-97F2-1D6E0DBB1F8F}"/>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2000" dirty="0">
              <a:latin typeface="Arial" panose="020B0604020202020204" pitchFamily="34" charset="0"/>
              <a:ea typeface="+mj-ea"/>
              <a:cs typeface="+mj-cs"/>
              <a:sym typeface="Arial" panose="020B0604020202020204" pitchFamily="34" charset="0"/>
            </a:endParaRPr>
          </a:p>
        </p:txBody>
      </p:sp>
      <p:sp>
        <p:nvSpPr>
          <p:cNvPr id="6" name="Title 5">
            <a:extLst>
              <a:ext uri="{FF2B5EF4-FFF2-40B4-BE49-F238E27FC236}">
                <a16:creationId xmlns:a16="http://schemas.microsoft.com/office/drawing/2014/main" id="{D133B9B8-BF73-4C0A-83BB-93A1A734F4D2}"/>
              </a:ext>
            </a:extLst>
          </p:cNvPr>
          <p:cNvSpPr>
            <a:spLocks noGrp="1"/>
          </p:cNvSpPr>
          <p:nvPr>
            <p:ph type="title"/>
          </p:nvPr>
        </p:nvSpPr>
        <p:spPr bwMode="gray"/>
        <p:txBody>
          <a:bodyPr/>
          <a:lstStyle/>
          <a:p>
            <a:r>
              <a:rPr lang="en-US" dirty="0"/>
              <a:t>Icons 1</a:t>
            </a:r>
            <a:br>
              <a:rPr lang="en-US" dirty="0"/>
            </a:br>
            <a:r>
              <a:rPr lang="en-US" sz="2000" b="0" noProof="1"/>
              <a:t>positive</a:t>
            </a:r>
            <a:r>
              <a:rPr lang="en-US" sz="2000" b="0" dirty="0"/>
              <a:t>, blue </a:t>
            </a:r>
            <a:endParaRPr lang="en-US" dirty="0"/>
          </a:p>
        </p:txBody>
      </p:sp>
      <p:sp>
        <p:nvSpPr>
          <p:cNvPr id="4" name="Date Placeholder 3">
            <a:extLst>
              <a:ext uri="{FF2B5EF4-FFF2-40B4-BE49-F238E27FC236}">
                <a16:creationId xmlns:a16="http://schemas.microsoft.com/office/drawing/2014/main" id="{BB4B4585-33EA-414A-BEBF-5D6586FBCCFB}"/>
              </a:ext>
            </a:extLst>
          </p:cNvPr>
          <p:cNvSpPr>
            <a:spLocks noGrp="1"/>
          </p:cNvSpPr>
          <p:nvPr>
            <p:ph type="dt" sz="half" idx="10"/>
          </p:nvPr>
        </p:nvSpPr>
        <p:spPr/>
        <p:txBody>
          <a:bodyPr/>
          <a:lstStyle/>
          <a:p>
            <a:fld id="{A9A0D247-8106-49ED-BD76-3CEF61A41586}" type="datetime3">
              <a:rPr lang="en-US" noProof="0" smtClean="0"/>
              <a:t>23 February 2026</a:t>
            </a:fld>
            <a:endParaRPr lang="en-US" noProof="0"/>
          </a:p>
        </p:txBody>
      </p:sp>
      <p:sp>
        <p:nvSpPr>
          <p:cNvPr id="5" name="Slide Number Placeholder 4">
            <a:extLst>
              <a:ext uri="{FF2B5EF4-FFF2-40B4-BE49-F238E27FC236}">
                <a16:creationId xmlns:a16="http://schemas.microsoft.com/office/drawing/2014/main" id="{4534A9D5-A3C7-48E4-A916-635D63E50EBF}"/>
              </a:ext>
            </a:extLst>
          </p:cNvPr>
          <p:cNvSpPr>
            <a:spLocks noGrp="1"/>
          </p:cNvSpPr>
          <p:nvPr>
            <p:ph type="sldNum" sz="quarter" idx="11"/>
          </p:nvPr>
        </p:nvSpPr>
        <p:spPr/>
        <p:txBody>
          <a:bodyPr/>
          <a:lstStyle/>
          <a:p>
            <a:fld id="{62CB3E74-FC4B-418A-B5F6-72ED80208EB2}" type="slidenum">
              <a:rPr lang="en-US" noProof="0" smtClean="0"/>
              <a:pPr/>
              <a:t>40</a:t>
            </a:fld>
            <a:endParaRPr lang="en-US" noProof="0"/>
          </a:p>
        </p:txBody>
      </p:sp>
      <p:sp>
        <p:nvSpPr>
          <p:cNvPr id="299" name="Grafik 18">
            <a:extLst>
              <a:ext uri="{FF2B5EF4-FFF2-40B4-BE49-F238E27FC236}">
                <a16:creationId xmlns:a16="http://schemas.microsoft.com/office/drawing/2014/main" id="{A73BBA58-2604-4ADB-BDF7-AA37B20565A0}"/>
              </a:ext>
            </a:extLst>
          </p:cNvPr>
          <p:cNvSpPr/>
          <p:nvPr/>
        </p:nvSpPr>
        <p:spPr bwMode="gray">
          <a:xfrm>
            <a:off x="11118837" y="2848543"/>
            <a:ext cx="485775" cy="485775"/>
          </a:xfrm>
          <a:custGeom>
            <a:avLst/>
            <a:gdLst>
              <a:gd name="connsiteX0" fmla="*/ 353663 w 485775"/>
              <a:gd name="connsiteY0" fmla="*/ 149924 h 485775"/>
              <a:gd name="connsiteX1" fmla="*/ 353663 w 485775"/>
              <a:gd name="connsiteY1" fmla="*/ 190310 h 485775"/>
              <a:gd name="connsiteX2" fmla="*/ 219266 w 485775"/>
              <a:gd name="connsiteY2" fmla="*/ 324707 h 485775"/>
              <a:gd name="connsiteX3" fmla="*/ 199073 w 485775"/>
              <a:gd name="connsiteY3" fmla="*/ 333089 h 485775"/>
              <a:gd name="connsiteX4" fmla="*/ 178880 w 485775"/>
              <a:gd name="connsiteY4" fmla="*/ 324707 h 485775"/>
              <a:gd name="connsiteX5" fmla="*/ 122682 w 485775"/>
              <a:gd name="connsiteY5" fmla="*/ 268510 h 485775"/>
              <a:gd name="connsiteX6" fmla="*/ 122682 w 485775"/>
              <a:gd name="connsiteY6" fmla="*/ 228124 h 485775"/>
              <a:gd name="connsiteX7" fmla="*/ 163068 w 485775"/>
              <a:gd name="connsiteY7" fmla="*/ 228124 h 485775"/>
              <a:gd name="connsiteX8" fmla="*/ 199073 w 485775"/>
              <a:gd name="connsiteY8" fmla="*/ 264128 h 485775"/>
              <a:gd name="connsiteX9" fmla="*/ 313277 w 485775"/>
              <a:gd name="connsiteY9" fmla="*/ 149924 h 485775"/>
              <a:gd name="connsiteX10" fmla="*/ 353663 w 485775"/>
              <a:gd name="connsiteY10" fmla="*/ 149924 h 485775"/>
              <a:gd name="connsiteX11" fmla="*/ 485775 w 485775"/>
              <a:gd name="connsiteY11" fmla="*/ 242888 h 485775"/>
              <a:gd name="connsiteX12" fmla="*/ 242888 w 485775"/>
              <a:gd name="connsiteY12" fmla="*/ 485775 h 485775"/>
              <a:gd name="connsiteX13" fmla="*/ 0 w 485775"/>
              <a:gd name="connsiteY13" fmla="*/ 242888 h 485775"/>
              <a:gd name="connsiteX14" fmla="*/ 242888 w 485775"/>
              <a:gd name="connsiteY14" fmla="*/ 0 h 485775"/>
              <a:gd name="connsiteX15" fmla="*/ 485775 w 485775"/>
              <a:gd name="connsiteY15" fmla="*/ 242888 h 485775"/>
              <a:gd name="connsiteX16" fmla="*/ 457200 w 485775"/>
              <a:gd name="connsiteY16" fmla="*/ 242888 h 485775"/>
              <a:gd name="connsiteX17" fmla="*/ 242888 w 485775"/>
              <a:gd name="connsiteY17" fmla="*/ 28575 h 485775"/>
              <a:gd name="connsiteX18" fmla="*/ 28575 w 485775"/>
              <a:gd name="connsiteY18" fmla="*/ 242888 h 485775"/>
              <a:gd name="connsiteX19" fmla="*/ 242888 w 485775"/>
              <a:gd name="connsiteY19" fmla="*/ 457200 h 485775"/>
              <a:gd name="connsiteX20" fmla="*/ 457200 w 485775"/>
              <a:gd name="connsiteY20" fmla="*/ 242888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5775" h="485775">
                <a:moveTo>
                  <a:pt x="353663" y="149924"/>
                </a:moveTo>
                <a:cubicBezTo>
                  <a:pt x="364808" y="161068"/>
                  <a:pt x="364808" y="179165"/>
                  <a:pt x="353663" y="190310"/>
                </a:cubicBezTo>
                <a:lnTo>
                  <a:pt x="219266" y="324707"/>
                </a:lnTo>
                <a:cubicBezTo>
                  <a:pt x="213646" y="330327"/>
                  <a:pt x="206407" y="333089"/>
                  <a:pt x="199073" y="333089"/>
                </a:cubicBezTo>
                <a:cubicBezTo>
                  <a:pt x="191738" y="333089"/>
                  <a:pt x="184404" y="330327"/>
                  <a:pt x="178880" y="324707"/>
                </a:cubicBezTo>
                <a:lnTo>
                  <a:pt x="122682" y="268510"/>
                </a:lnTo>
                <a:cubicBezTo>
                  <a:pt x="111538" y="257366"/>
                  <a:pt x="111538" y="239268"/>
                  <a:pt x="122682" y="228124"/>
                </a:cubicBezTo>
                <a:cubicBezTo>
                  <a:pt x="133826" y="216980"/>
                  <a:pt x="151924" y="216980"/>
                  <a:pt x="163068" y="228124"/>
                </a:cubicBezTo>
                <a:lnTo>
                  <a:pt x="199073" y="264128"/>
                </a:lnTo>
                <a:lnTo>
                  <a:pt x="313277" y="149924"/>
                </a:lnTo>
                <a:cubicBezTo>
                  <a:pt x="324422" y="138779"/>
                  <a:pt x="342519" y="138779"/>
                  <a:pt x="353663" y="149924"/>
                </a:cubicBezTo>
                <a:close/>
                <a:moveTo>
                  <a:pt x="485775" y="242888"/>
                </a:moveTo>
                <a:cubicBezTo>
                  <a:pt x="485775" y="376809"/>
                  <a:pt x="376809" y="485775"/>
                  <a:pt x="242888" y="485775"/>
                </a:cubicBezTo>
                <a:cubicBezTo>
                  <a:pt x="108966" y="485775"/>
                  <a:pt x="0" y="376809"/>
                  <a:pt x="0" y="242888"/>
                </a:cubicBezTo>
                <a:cubicBezTo>
                  <a:pt x="0" y="108966"/>
                  <a:pt x="108966" y="0"/>
                  <a:pt x="242888" y="0"/>
                </a:cubicBezTo>
                <a:cubicBezTo>
                  <a:pt x="376809" y="0"/>
                  <a:pt x="485775" y="108966"/>
                  <a:pt x="485775" y="242888"/>
                </a:cubicBezTo>
                <a:close/>
                <a:moveTo>
                  <a:pt x="457200" y="242888"/>
                </a:moveTo>
                <a:cubicBezTo>
                  <a:pt x="457200" y="124682"/>
                  <a:pt x="361093" y="28575"/>
                  <a:pt x="242888" y="28575"/>
                </a:cubicBezTo>
                <a:cubicBezTo>
                  <a:pt x="124682" y="28575"/>
                  <a:pt x="28575" y="124682"/>
                  <a:pt x="28575" y="242888"/>
                </a:cubicBezTo>
                <a:cubicBezTo>
                  <a:pt x="28575" y="361093"/>
                  <a:pt x="124682" y="457200"/>
                  <a:pt x="242888" y="457200"/>
                </a:cubicBezTo>
                <a:cubicBezTo>
                  <a:pt x="361093" y="457200"/>
                  <a:pt x="457200" y="361093"/>
                  <a:pt x="457200" y="242888"/>
                </a:cubicBezTo>
                <a:close/>
              </a:path>
            </a:pathLst>
          </a:custGeom>
          <a:solidFill>
            <a:srgbClr val="211452"/>
          </a:solidFill>
          <a:ln w="9525" cap="flat">
            <a:noFill/>
            <a:prstDash val="solid"/>
            <a:miter/>
          </a:ln>
        </p:spPr>
        <p:txBody>
          <a:bodyPr rtlCol="0" anchor="ctr"/>
          <a:lstStyle/>
          <a:p>
            <a:endParaRPr lang="en-US"/>
          </a:p>
        </p:txBody>
      </p:sp>
      <p:sp>
        <p:nvSpPr>
          <p:cNvPr id="300" name="Grafik 22">
            <a:extLst>
              <a:ext uri="{FF2B5EF4-FFF2-40B4-BE49-F238E27FC236}">
                <a16:creationId xmlns:a16="http://schemas.microsoft.com/office/drawing/2014/main" id="{CC81C02F-2110-4A4E-8373-57C68C738E51}"/>
              </a:ext>
            </a:extLst>
          </p:cNvPr>
          <p:cNvSpPr/>
          <p:nvPr/>
        </p:nvSpPr>
        <p:spPr bwMode="gray">
          <a:xfrm>
            <a:off x="3246545" y="2902134"/>
            <a:ext cx="485584" cy="385953"/>
          </a:xfrm>
          <a:custGeom>
            <a:avLst/>
            <a:gdLst>
              <a:gd name="connsiteX0" fmla="*/ 461772 w 485584"/>
              <a:gd name="connsiteY0" fmla="*/ 0 h 385953"/>
              <a:gd name="connsiteX1" fmla="*/ 23813 w 485584"/>
              <a:gd name="connsiteY1" fmla="*/ 0 h 385953"/>
              <a:gd name="connsiteX2" fmla="*/ 0 w 485584"/>
              <a:gd name="connsiteY2" fmla="*/ 23813 h 385953"/>
              <a:gd name="connsiteX3" fmla="*/ 0 w 485584"/>
              <a:gd name="connsiteY3" fmla="*/ 290513 h 385953"/>
              <a:gd name="connsiteX4" fmla="*/ 23813 w 485584"/>
              <a:gd name="connsiteY4" fmla="*/ 314325 h 385953"/>
              <a:gd name="connsiteX5" fmla="*/ 171355 w 485584"/>
              <a:gd name="connsiteY5" fmla="*/ 314325 h 385953"/>
              <a:gd name="connsiteX6" fmla="*/ 171355 w 485584"/>
              <a:gd name="connsiteY6" fmla="*/ 357378 h 385953"/>
              <a:gd name="connsiteX7" fmla="*/ 128492 w 485584"/>
              <a:gd name="connsiteY7" fmla="*/ 357378 h 385953"/>
              <a:gd name="connsiteX8" fmla="*/ 114205 w 485584"/>
              <a:gd name="connsiteY8" fmla="*/ 371666 h 385953"/>
              <a:gd name="connsiteX9" fmla="*/ 128492 w 485584"/>
              <a:gd name="connsiteY9" fmla="*/ 385953 h 385953"/>
              <a:gd name="connsiteX10" fmla="*/ 357092 w 485584"/>
              <a:gd name="connsiteY10" fmla="*/ 385953 h 385953"/>
              <a:gd name="connsiteX11" fmla="*/ 371380 w 485584"/>
              <a:gd name="connsiteY11" fmla="*/ 371666 h 385953"/>
              <a:gd name="connsiteX12" fmla="*/ 357092 w 485584"/>
              <a:gd name="connsiteY12" fmla="*/ 357378 h 385953"/>
              <a:gd name="connsiteX13" fmla="*/ 314230 w 485584"/>
              <a:gd name="connsiteY13" fmla="*/ 357378 h 385953"/>
              <a:gd name="connsiteX14" fmla="*/ 314230 w 485584"/>
              <a:gd name="connsiteY14" fmla="*/ 314325 h 385953"/>
              <a:gd name="connsiteX15" fmla="*/ 461772 w 485584"/>
              <a:gd name="connsiteY15" fmla="*/ 314325 h 385953"/>
              <a:gd name="connsiteX16" fmla="*/ 485585 w 485584"/>
              <a:gd name="connsiteY16" fmla="*/ 290513 h 385953"/>
              <a:gd name="connsiteX17" fmla="*/ 485585 w 485584"/>
              <a:gd name="connsiteY17" fmla="*/ 23813 h 385953"/>
              <a:gd name="connsiteX18" fmla="*/ 461772 w 485584"/>
              <a:gd name="connsiteY18" fmla="*/ 0 h 385953"/>
              <a:gd name="connsiteX19" fmla="*/ 285560 w 485584"/>
              <a:gd name="connsiteY19" fmla="*/ 357378 h 385953"/>
              <a:gd name="connsiteX20" fmla="*/ 199835 w 485584"/>
              <a:gd name="connsiteY20" fmla="*/ 357378 h 385953"/>
              <a:gd name="connsiteX21" fmla="*/ 199835 w 485584"/>
              <a:gd name="connsiteY21" fmla="*/ 314325 h 385953"/>
              <a:gd name="connsiteX22" fmla="*/ 285560 w 485584"/>
              <a:gd name="connsiteY22" fmla="*/ 314325 h 385953"/>
              <a:gd name="connsiteX23" fmla="*/ 285560 w 485584"/>
              <a:gd name="connsiteY23" fmla="*/ 357378 h 385953"/>
              <a:gd name="connsiteX24" fmla="*/ 457010 w 485584"/>
              <a:gd name="connsiteY24" fmla="*/ 285750 h 385953"/>
              <a:gd name="connsiteX25" fmla="*/ 28575 w 485584"/>
              <a:gd name="connsiteY25" fmla="*/ 285750 h 385953"/>
              <a:gd name="connsiteX26" fmla="*/ 28575 w 485584"/>
              <a:gd name="connsiteY26" fmla="*/ 28575 h 385953"/>
              <a:gd name="connsiteX27" fmla="*/ 457010 w 485584"/>
              <a:gd name="connsiteY27" fmla="*/ 28575 h 385953"/>
              <a:gd name="connsiteX28" fmla="*/ 457010 w 485584"/>
              <a:gd name="connsiteY28" fmla="*/ 285750 h 38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5584" h="385953">
                <a:moveTo>
                  <a:pt x="461772" y="0"/>
                </a:moveTo>
                <a:lnTo>
                  <a:pt x="23813" y="0"/>
                </a:lnTo>
                <a:cubicBezTo>
                  <a:pt x="10668" y="0"/>
                  <a:pt x="0" y="10668"/>
                  <a:pt x="0" y="23813"/>
                </a:cubicBezTo>
                <a:lnTo>
                  <a:pt x="0" y="290513"/>
                </a:lnTo>
                <a:cubicBezTo>
                  <a:pt x="0" y="303657"/>
                  <a:pt x="10668" y="314325"/>
                  <a:pt x="23813" y="314325"/>
                </a:cubicBezTo>
                <a:lnTo>
                  <a:pt x="171355" y="314325"/>
                </a:lnTo>
                <a:lnTo>
                  <a:pt x="171355" y="357378"/>
                </a:lnTo>
                <a:lnTo>
                  <a:pt x="128492" y="357378"/>
                </a:lnTo>
                <a:cubicBezTo>
                  <a:pt x="120587" y="357378"/>
                  <a:pt x="114205" y="363760"/>
                  <a:pt x="114205" y="371666"/>
                </a:cubicBezTo>
                <a:cubicBezTo>
                  <a:pt x="114205" y="379571"/>
                  <a:pt x="120587" y="385953"/>
                  <a:pt x="128492" y="385953"/>
                </a:cubicBezTo>
                <a:lnTo>
                  <a:pt x="357092" y="385953"/>
                </a:lnTo>
                <a:cubicBezTo>
                  <a:pt x="364998" y="385953"/>
                  <a:pt x="371380" y="379571"/>
                  <a:pt x="371380" y="371666"/>
                </a:cubicBezTo>
                <a:cubicBezTo>
                  <a:pt x="371380" y="363760"/>
                  <a:pt x="364998" y="357378"/>
                  <a:pt x="357092" y="357378"/>
                </a:cubicBezTo>
                <a:lnTo>
                  <a:pt x="314230" y="357378"/>
                </a:lnTo>
                <a:lnTo>
                  <a:pt x="314230" y="314325"/>
                </a:lnTo>
                <a:lnTo>
                  <a:pt x="461772" y="314325"/>
                </a:lnTo>
                <a:cubicBezTo>
                  <a:pt x="474917" y="314325"/>
                  <a:pt x="485585" y="303657"/>
                  <a:pt x="485585" y="290513"/>
                </a:cubicBezTo>
                <a:lnTo>
                  <a:pt x="485585" y="23813"/>
                </a:lnTo>
                <a:cubicBezTo>
                  <a:pt x="485585" y="10668"/>
                  <a:pt x="474917" y="0"/>
                  <a:pt x="461772" y="0"/>
                </a:cubicBezTo>
                <a:close/>
                <a:moveTo>
                  <a:pt x="285560" y="357378"/>
                </a:moveTo>
                <a:lnTo>
                  <a:pt x="199835" y="357378"/>
                </a:lnTo>
                <a:lnTo>
                  <a:pt x="199835" y="314325"/>
                </a:lnTo>
                <a:lnTo>
                  <a:pt x="285560" y="314325"/>
                </a:lnTo>
                <a:lnTo>
                  <a:pt x="285560" y="357378"/>
                </a:lnTo>
                <a:close/>
                <a:moveTo>
                  <a:pt x="457010" y="285750"/>
                </a:moveTo>
                <a:lnTo>
                  <a:pt x="28575" y="285750"/>
                </a:lnTo>
                <a:lnTo>
                  <a:pt x="28575" y="28575"/>
                </a:lnTo>
                <a:lnTo>
                  <a:pt x="457010" y="28575"/>
                </a:lnTo>
                <a:lnTo>
                  <a:pt x="457010" y="285750"/>
                </a:lnTo>
                <a:close/>
              </a:path>
            </a:pathLst>
          </a:custGeom>
          <a:solidFill>
            <a:srgbClr val="211452"/>
          </a:solidFill>
          <a:ln w="9525" cap="flat">
            <a:noFill/>
            <a:prstDash val="solid"/>
            <a:miter/>
          </a:ln>
        </p:spPr>
        <p:txBody>
          <a:bodyPr rtlCol="0" anchor="ctr"/>
          <a:lstStyle/>
          <a:p>
            <a:endParaRPr lang="en-US"/>
          </a:p>
        </p:txBody>
      </p:sp>
      <p:sp>
        <p:nvSpPr>
          <p:cNvPr id="301" name="Grafik 23">
            <a:extLst>
              <a:ext uri="{FF2B5EF4-FFF2-40B4-BE49-F238E27FC236}">
                <a16:creationId xmlns:a16="http://schemas.microsoft.com/office/drawing/2014/main" id="{63189123-8E4A-4C0F-8EED-4163AE22FFDD}"/>
              </a:ext>
            </a:extLst>
          </p:cNvPr>
          <p:cNvSpPr/>
          <p:nvPr/>
        </p:nvSpPr>
        <p:spPr bwMode="gray">
          <a:xfrm>
            <a:off x="1371443" y="2848639"/>
            <a:ext cx="472725" cy="485679"/>
          </a:xfrm>
          <a:custGeom>
            <a:avLst/>
            <a:gdLst>
              <a:gd name="connsiteX0" fmla="*/ 258413 w 472725"/>
              <a:gd name="connsiteY0" fmla="*/ 242888 h 485679"/>
              <a:gd name="connsiteX1" fmla="*/ 372713 w 472725"/>
              <a:gd name="connsiteY1" fmla="*/ 357188 h 485679"/>
              <a:gd name="connsiteX2" fmla="*/ 372713 w 472725"/>
              <a:gd name="connsiteY2" fmla="*/ 395288 h 485679"/>
              <a:gd name="connsiteX3" fmla="*/ 144113 w 472725"/>
              <a:gd name="connsiteY3" fmla="*/ 395288 h 485679"/>
              <a:gd name="connsiteX4" fmla="*/ 144113 w 472725"/>
              <a:gd name="connsiteY4" fmla="*/ 357188 h 485679"/>
              <a:gd name="connsiteX5" fmla="*/ 258413 w 472725"/>
              <a:gd name="connsiteY5" fmla="*/ 242888 h 485679"/>
              <a:gd name="connsiteX6" fmla="*/ 334613 w 472725"/>
              <a:gd name="connsiteY6" fmla="*/ 166688 h 485679"/>
              <a:gd name="connsiteX7" fmla="*/ 258413 w 472725"/>
              <a:gd name="connsiteY7" fmla="*/ 90488 h 485679"/>
              <a:gd name="connsiteX8" fmla="*/ 182213 w 472725"/>
              <a:gd name="connsiteY8" fmla="*/ 166688 h 485679"/>
              <a:gd name="connsiteX9" fmla="*/ 258413 w 472725"/>
              <a:gd name="connsiteY9" fmla="*/ 242888 h 485679"/>
              <a:gd name="connsiteX10" fmla="*/ 334613 w 472725"/>
              <a:gd name="connsiteY10" fmla="*/ 166688 h 485679"/>
              <a:gd name="connsiteX11" fmla="*/ 448913 w 472725"/>
              <a:gd name="connsiteY11" fmla="*/ 0 h 485679"/>
              <a:gd name="connsiteX12" fmla="*/ 67723 w 472725"/>
              <a:gd name="connsiteY12" fmla="*/ 0 h 485679"/>
              <a:gd name="connsiteX13" fmla="*/ 43910 w 472725"/>
              <a:gd name="connsiteY13" fmla="*/ 23813 h 485679"/>
              <a:gd name="connsiteX14" fmla="*/ 43910 w 472725"/>
              <a:gd name="connsiteY14" fmla="*/ 100108 h 485679"/>
              <a:gd name="connsiteX15" fmla="*/ 72485 w 472725"/>
              <a:gd name="connsiteY15" fmla="*/ 100108 h 485679"/>
              <a:gd name="connsiteX16" fmla="*/ 72485 w 472725"/>
              <a:gd name="connsiteY16" fmla="*/ 28575 h 485679"/>
              <a:gd name="connsiteX17" fmla="*/ 444151 w 472725"/>
              <a:gd name="connsiteY17" fmla="*/ 28575 h 485679"/>
              <a:gd name="connsiteX18" fmla="*/ 444151 w 472725"/>
              <a:gd name="connsiteY18" fmla="*/ 457105 h 485679"/>
              <a:gd name="connsiteX19" fmla="*/ 72485 w 472725"/>
              <a:gd name="connsiteY19" fmla="*/ 457105 h 485679"/>
              <a:gd name="connsiteX20" fmla="*/ 72485 w 472725"/>
              <a:gd name="connsiteY20" fmla="*/ 385382 h 485679"/>
              <a:gd name="connsiteX21" fmla="*/ 43910 w 472725"/>
              <a:gd name="connsiteY21" fmla="*/ 385382 h 485679"/>
              <a:gd name="connsiteX22" fmla="*/ 43910 w 472725"/>
              <a:gd name="connsiteY22" fmla="*/ 461867 h 485679"/>
              <a:gd name="connsiteX23" fmla="*/ 67723 w 472725"/>
              <a:gd name="connsiteY23" fmla="*/ 485680 h 485679"/>
              <a:gd name="connsiteX24" fmla="*/ 448913 w 472725"/>
              <a:gd name="connsiteY24" fmla="*/ 485680 h 485679"/>
              <a:gd name="connsiteX25" fmla="*/ 472726 w 472725"/>
              <a:gd name="connsiteY25" fmla="*/ 461867 h 485679"/>
              <a:gd name="connsiteX26" fmla="*/ 472726 w 472725"/>
              <a:gd name="connsiteY26" fmla="*/ 23813 h 485679"/>
              <a:gd name="connsiteX27" fmla="*/ 448913 w 472725"/>
              <a:gd name="connsiteY27" fmla="*/ 0 h 485679"/>
              <a:gd name="connsiteX28" fmla="*/ 116872 w 472725"/>
              <a:gd name="connsiteY28" fmla="*/ 300133 h 485679"/>
              <a:gd name="connsiteX29" fmla="*/ 88297 w 472725"/>
              <a:gd name="connsiteY29" fmla="*/ 271558 h 485679"/>
              <a:gd name="connsiteX30" fmla="*/ 28575 w 472725"/>
              <a:gd name="connsiteY30" fmla="*/ 271558 h 485679"/>
              <a:gd name="connsiteX31" fmla="*/ 0 w 472725"/>
              <a:gd name="connsiteY31" fmla="*/ 300133 h 485679"/>
              <a:gd name="connsiteX32" fmla="*/ 28575 w 472725"/>
              <a:gd name="connsiteY32" fmla="*/ 328708 h 485679"/>
              <a:gd name="connsiteX33" fmla="*/ 88297 w 472725"/>
              <a:gd name="connsiteY33" fmla="*/ 328708 h 485679"/>
              <a:gd name="connsiteX34" fmla="*/ 116872 w 472725"/>
              <a:gd name="connsiteY34" fmla="*/ 300133 h 485679"/>
              <a:gd name="connsiteX35" fmla="*/ 28575 w 472725"/>
              <a:gd name="connsiteY35" fmla="*/ 214217 h 485679"/>
              <a:gd name="connsiteX36" fmla="*/ 88297 w 472725"/>
              <a:gd name="connsiteY36" fmla="*/ 214217 h 485679"/>
              <a:gd name="connsiteX37" fmla="*/ 116872 w 472725"/>
              <a:gd name="connsiteY37" fmla="*/ 185642 h 485679"/>
              <a:gd name="connsiteX38" fmla="*/ 88297 w 472725"/>
              <a:gd name="connsiteY38" fmla="*/ 157067 h 485679"/>
              <a:gd name="connsiteX39" fmla="*/ 28575 w 472725"/>
              <a:gd name="connsiteY39" fmla="*/ 157067 h 485679"/>
              <a:gd name="connsiteX40" fmla="*/ 0 w 472725"/>
              <a:gd name="connsiteY40" fmla="*/ 185642 h 485679"/>
              <a:gd name="connsiteX41" fmla="*/ 28575 w 472725"/>
              <a:gd name="connsiteY41" fmla="*/ 214217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2725" h="485679">
                <a:moveTo>
                  <a:pt x="258413" y="242888"/>
                </a:moveTo>
                <a:cubicBezTo>
                  <a:pt x="321564" y="242888"/>
                  <a:pt x="372713" y="294037"/>
                  <a:pt x="372713" y="357188"/>
                </a:cubicBezTo>
                <a:lnTo>
                  <a:pt x="372713" y="395288"/>
                </a:lnTo>
                <a:lnTo>
                  <a:pt x="144113" y="395288"/>
                </a:lnTo>
                <a:lnTo>
                  <a:pt x="144113" y="357188"/>
                </a:lnTo>
                <a:cubicBezTo>
                  <a:pt x="144113" y="294037"/>
                  <a:pt x="195263" y="242888"/>
                  <a:pt x="258413" y="242888"/>
                </a:cubicBezTo>
                <a:close/>
                <a:moveTo>
                  <a:pt x="334613" y="166688"/>
                </a:moveTo>
                <a:cubicBezTo>
                  <a:pt x="334613" y="124587"/>
                  <a:pt x="300514" y="90488"/>
                  <a:pt x="258413" y="90488"/>
                </a:cubicBezTo>
                <a:cubicBezTo>
                  <a:pt x="216313" y="90488"/>
                  <a:pt x="182213" y="124587"/>
                  <a:pt x="182213" y="166688"/>
                </a:cubicBezTo>
                <a:cubicBezTo>
                  <a:pt x="182213" y="208788"/>
                  <a:pt x="216313" y="242888"/>
                  <a:pt x="258413" y="242888"/>
                </a:cubicBezTo>
                <a:cubicBezTo>
                  <a:pt x="300514" y="242888"/>
                  <a:pt x="334613" y="208693"/>
                  <a:pt x="334613" y="166688"/>
                </a:cubicBezTo>
                <a:close/>
                <a:moveTo>
                  <a:pt x="448913" y="0"/>
                </a:moveTo>
                <a:lnTo>
                  <a:pt x="67723" y="0"/>
                </a:lnTo>
                <a:cubicBezTo>
                  <a:pt x="54578" y="0"/>
                  <a:pt x="43910" y="10668"/>
                  <a:pt x="43910" y="23813"/>
                </a:cubicBezTo>
                <a:lnTo>
                  <a:pt x="43910" y="100108"/>
                </a:lnTo>
                <a:lnTo>
                  <a:pt x="72485" y="100108"/>
                </a:lnTo>
                <a:lnTo>
                  <a:pt x="72485" y="28575"/>
                </a:lnTo>
                <a:lnTo>
                  <a:pt x="444151" y="28575"/>
                </a:lnTo>
                <a:lnTo>
                  <a:pt x="444151" y="457105"/>
                </a:lnTo>
                <a:lnTo>
                  <a:pt x="72485" y="457105"/>
                </a:lnTo>
                <a:lnTo>
                  <a:pt x="72485" y="385382"/>
                </a:lnTo>
                <a:lnTo>
                  <a:pt x="43910" y="385382"/>
                </a:lnTo>
                <a:lnTo>
                  <a:pt x="43910" y="461867"/>
                </a:lnTo>
                <a:cubicBezTo>
                  <a:pt x="43910" y="475012"/>
                  <a:pt x="54578" y="485680"/>
                  <a:pt x="67723" y="485680"/>
                </a:cubicBezTo>
                <a:lnTo>
                  <a:pt x="448913" y="485680"/>
                </a:lnTo>
                <a:cubicBezTo>
                  <a:pt x="462058" y="485680"/>
                  <a:pt x="472726" y="475012"/>
                  <a:pt x="472726" y="461867"/>
                </a:cubicBezTo>
                <a:lnTo>
                  <a:pt x="472726" y="23813"/>
                </a:lnTo>
                <a:cubicBezTo>
                  <a:pt x="472726" y="10668"/>
                  <a:pt x="461963" y="0"/>
                  <a:pt x="448913" y="0"/>
                </a:cubicBezTo>
                <a:close/>
                <a:moveTo>
                  <a:pt x="116872" y="300133"/>
                </a:moveTo>
                <a:cubicBezTo>
                  <a:pt x="116872" y="284321"/>
                  <a:pt x="104108" y="271558"/>
                  <a:pt x="88297" y="271558"/>
                </a:cubicBezTo>
                <a:lnTo>
                  <a:pt x="28575" y="271558"/>
                </a:lnTo>
                <a:cubicBezTo>
                  <a:pt x="12764" y="271558"/>
                  <a:pt x="0" y="284321"/>
                  <a:pt x="0" y="300133"/>
                </a:cubicBezTo>
                <a:cubicBezTo>
                  <a:pt x="0" y="315944"/>
                  <a:pt x="12764" y="328708"/>
                  <a:pt x="28575" y="328708"/>
                </a:cubicBezTo>
                <a:lnTo>
                  <a:pt x="88297" y="328708"/>
                </a:lnTo>
                <a:cubicBezTo>
                  <a:pt x="104108" y="328708"/>
                  <a:pt x="116872" y="315849"/>
                  <a:pt x="116872" y="300133"/>
                </a:cubicBezTo>
                <a:close/>
                <a:moveTo>
                  <a:pt x="28575" y="214217"/>
                </a:moveTo>
                <a:lnTo>
                  <a:pt x="88297" y="214217"/>
                </a:lnTo>
                <a:cubicBezTo>
                  <a:pt x="104108" y="214217"/>
                  <a:pt x="116872" y="201454"/>
                  <a:pt x="116872" y="185642"/>
                </a:cubicBezTo>
                <a:cubicBezTo>
                  <a:pt x="116872" y="169831"/>
                  <a:pt x="104108" y="157067"/>
                  <a:pt x="88297" y="157067"/>
                </a:cubicBezTo>
                <a:lnTo>
                  <a:pt x="28575" y="157067"/>
                </a:lnTo>
                <a:cubicBezTo>
                  <a:pt x="12764" y="157067"/>
                  <a:pt x="0" y="169831"/>
                  <a:pt x="0" y="185642"/>
                </a:cubicBezTo>
                <a:cubicBezTo>
                  <a:pt x="0" y="201454"/>
                  <a:pt x="12764" y="214217"/>
                  <a:pt x="28575" y="214217"/>
                </a:cubicBezTo>
                <a:close/>
              </a:path>
            </a:pathLst>
          </a:custGeom>
          <a:solidFill>
            <a:srgbClr val="211452"/>
          </a:solidFill>
          <a:ln w="9525" cap="flat">
            <a:noFill/>
            <a:prstDash val="solid"/>
            <a:miter/>
          </a:ln>
        </p:spPr>
        <p:txBody>
          <a:bodyPr rtlCol="0" anchor="ctr"/>
          <a:lstStyle/>
          <a:p>
            <a:endParaRPr lang="en-US"/>
          </a:p>
        </p:txBody>
      </p:sp>
      <p:sp>
        <p:nvSpPr>
          <p:cNvPr id="302" name="Grafik 26">
            <a:extLst>
              <a:ext uri="{FF2B5EF4-FFF2-40B4-BE49-F238E27FC236}">
                <a16:creationId xmlns:a16="http://schemas.microsoft.com/office/drawing/2014/main" id="{742A75AC-29DC-4769-A1E3-5222AA8593C9}"/>
              </a:ext>
            </a:extLst>
          </p:cNvPr>
          <p:cNvSpPr/>
          <p:nvPr/>
        </p:nvSpPr>
        <p:spPr bwMode="gray">
          <a:xfrm>
            <a:off x="4965780" y="2848543"/>
            <a:ext cx="485775" cy="485775"/>
          </a:xfrm>
          <a:custGeom>
            <a:avLst/>
            <a:gdLst>
              <a:gd name="connsiteX0" fmla="*/ 289465 w 485775"/>
              <a:gd name="connsiteY0" fmla="*/ 252603 h 485775"/>
              <a:gd name="connsiteX1" fmla="*/ 289465 w 485775"/>
              <a:gd name="connsiteY1" fmla="*/ 232410 h 485775"/>
              <a:gd name="connsiteX2" fmla="*/ 347091 w 485775"/>
              <a:gd name="connsiteY2" fmla="*/ 174784 h 485775"/>
              <a:gd name="connsiteX3" fmla="*/ 362617 w 485775"/>
              <a:gd name="connsiteY3" fmla="*/ 171641 h 485775"/>
              <a:gd name="connsiteX4" fmla="*/ 371475 w 485775"/>
              <a:gd name="connsiteY4" fmla="*/ 184880 h 485775"/>
              <a:gd name="connsiteX5" fmla="*/ 371475 w 485775"/>
              <a:gd name="connsiteY5" fmla="*/ 228600 h 485775"/>
              <a:gd name="connsiteX6" fmla="*/ 413575 w 485775"/>
              <a:gd name="connsiteY6" fmla="*/ 228600 h 485775"/>
              <a:gd name="connsiteX7" fmla="*/ 427863 w 485775"/>
              <a:gd name="connsiteY7" fmla="*/ 242888 h 485775"/>
              <a:gd name="connsiteX8" fmla="*/ 413575 w 485775"/>
              <a:gd name="connsiteY8" fmla="*/ 257175 h 485775"/>
              <a:gd name="connsiteX9" fmla="*/ 371475 w 485775"/>
              <a:gd name="connsiteY9" fmla="*/ 257175 h 485775"/>
              <a:gd name="connsiteX10" fmla="*/ 371475 w 485775"/>
              <a:gd name="connsiteY10" fmla="*/ 300419 h 485775"/>
              <a:gd name="connsiteX11" fmla="*/ 362617 w 485775"/>
              <a:gd name="connsiteY11" fmla="*/ 313658 h 485775"/>
              <a:gd name="connsiteX12" fmla="*/ 357188 w 485775"/>
              <a:gd name="connsiteY12" fmla="*/ 314706 h 485775"/>
              <a:gd name="connsiteX13" fmla="*/ 347091 w 485775"/>
              <a:gd name="connsiteY13" fmla="*/ 310515 h 485775"/>
              <a:gd name="connsiteX14" fmla="*/ 289465 w 485775"/>
              <a:gd name="connsiteY14" fmla="*/ 252603 h 485775"/>
              <a:gd name="connsiteX15" fmla="*/ 485775 w 485775"/>
              <a:gd name="connsiteY15" fmla="*/ 14288 h 485775"/>
              <a:gd name="connsiteX16" fmla="*/ 485775 w 485775"/>
              <a:gd name="connsiteY16" fmla="*/ 471488 h 485775"/>
              <a:gd name="connsiteX17" fmla="*/ 471488 w 485775"/>
              <a:gd name="connsiteY17" fmla="*/ 485775 h 485775"/>
              <a:gd name="connsiteX18" fmla="*/ 14288 w 485775"/>
              <a:gd name="connsiteY18" fmla="*/ 485775 h 485775"/>
              <a:gd name="connsiteX19" fmla="*/ 0 w 485775"/>
              <a:gd name="connsiteY19" fmla="*/ 471488 h 485775"/>
              <a:gd name="connsiteX20" fmla="*/ 0 w 485775"/>
              <a:gd name="connsiteY20" fmla="*/ 14288 h 485775"/>
              <a:gd name="connsiteX21" fmla="*/ 14288 w 485775"/>
              <a:gd name="connsiteY21" fmla="*/ 0 h 485775"/>
              <a:gd name="connsiteX22" fmla="*/ 471488 w 485775"/>
              <a:gd name="connsiteY22" fmla="*/ 0 h 485775"/>
              <a:gd name="connsiteX23" fmla="*/ 485775 w 485775"/>
              <a:gd name="connsiteY23" fmla="*/ 14288 h 485775"/>
              <a:gd name="connsiteX24" fmla="*/ 457200 w 485775"/>
              <a:gd name="connsiteY24" fmla="*/ 28575 h 485775"/>
              <a:gd name="connsiteX25" fmla="*/ 28575 w 485775"/>
              <a:gd name="connsiteY25" fmla="*/ 28575 h 485775"/>
              <a:gd name="connsiteX26" fmla="*/ 28575 w 485775"/>
              <a:gd name="connsiteY26" fmla="*/ 457200 h 485775"/>
              <a:gd name="connsiteX27" fmla="*/ 457200 w 485775"/>
              <a:gd name="connsiteY27" fmla="*/ 457200 h 485775"/>
              <a:gd name="connsiteX28" fmla="*/ 457200 w 485775"/>
              <a:gd name="connsiteY28" fmla="*/ 28575 h 485775"/>
              <a:gd name="connsiteX29" fmla="*/ 71057 w 485775"/>
              <a:gd name="connsiteY29" fmla="*/ 428530 h 485775"/>
              <a:gd name="connsiteX30" fmla="*/ 242697 w 485775"/>
              <a:gd name="connsiteY30" fmla="*/ 428530 h 485775"/>
              <a:gd name="connsiteX31" fmla="*/ 256985 w 485775"/>
              <a:gd name="connsiteY31" fmla="*/ 414242 h 485775"/>
              <a:gd name="connsiteX32" fmla="*/ 256985 w 485775"/>
              <a:gd name="connsiteY32" fmla="*/ 71057 h 485775"/>
              <a:gd name="connsiteX33" fmla="*/ 242697 w 485775"/>
              <a:gd name="connsiteY33" fmla="*/ 56769 h 485775"/>
              <a:gd name="connsiteX34" fmla="*/ 71057 w 485775"/>
              <a:gd name="connsiteY34" fmla="*/ 56769 h 485775"/>
              <a:gd name="connsiteX35" fmla="*/ 56769 w 485775"/>
              <a:gd name="connsiteY35" fmla="*/ 71057 h 485775"/>
              <a:gd name="connsiteX36" fmla="*/ 56769 w 485775"/>
              <a:gd name="connsiteY36" fmla="*/ 414338 h 485775"/>
              <a:gd name="connsiteX37" fmla="*/ 71057 w 485775"/>
              <a:gd name="connsiteY37" fmla="*/ 42853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85775" h="485775">
                <a:moveTo>
                  <a:pt x="289465" y="252603"/>
                </a:moveTo>
                <a:cubicBezTo>
                  <a:pt x="283940" y="246983"/>
                  <a:pt x="283940" y="238030"/>
                  <a:pt x="289465" y="232410"/>
                </a:cubicBezTo>
                <a:lnTo>
                  <a:pt x="347091" y="174784"/>
                </a:lnTo>
                <a:cubicBezTo>
                  <a:pt x="351187" y="170688"/>
                  <a:pt x="357283" y="169450"/>
                  <a:pt x="362617" y="171641"/>
                </a:cubicBezTo>
                <a:cubicBezTo>
                  <a:pt x="368046" y="173927"/>
                  <a:pt x="371475" y="179070"/>
                  <a:pt x="371475" y="184880"/>
                </a:cubicBezTo>
                <a:lnTo>
                  <a:pt x="371475" y="228600"/>
                </a:lnTo>
                <a:lnTo>
                  <a:pt x="413575" y="228600"/>
                </a:lnTo>
                <a:cubicBezTo>
                  <a:pt x="421481" y="228600"/>
                  <a:pt x="427863" y="234982"/>
                  <a:pt x="427863" y="242888"/>
                </a:cubicBezTo>
                <a:cubicBezTo>
                  <a:pt x="427863" y="250793"/>
                  <a:pt x="421481" y="257175"/>
                  <a:pt x="413575" y="257175"/>
                </a:cubicBezTo>
                <a:lnTo>
                  <a:pt x="371475" y="257175"/>
                </a:lnTo>
                <a:lnTo>
                  <a:pt x="371475" y="300419"/>
                </a:lnTo>
                <a:cubicBezTo>
                  <a:pt x="371475" y="306229"/>
                  <a:pt x="367951" y="311468"/>
                  <a:pt x="362617" y="313658"/>
                </a:cubicBezTo>
                <a:cubicBezTo>
                  <a:pt x="360807" y="314420"/>
                  <a:pt x="358997" y="314706"/>
                  <a:pt x="357188" y="314706"/>
                </a:cubicBezTo>
                <a:cubicBezTo>
                  <a:pt x="353473" y="314706"/>
                  <a:pt x="349758" y="313277"/>
                  <a:pt x="347091" y="310515"/>
                </a:cubicBezTo>
                <a:lnTo>
                  <a:pt x="289465" y="252603"/>
                </a:lnTo>
                <a:close/>
                <a:moveTo>
                  <a:pt x="485775" y="14288"/>
                </a:moveTo>
                <a:lnTo>
                  <a:pt x="485775" y="471488"/>
                </a:lnTo>
                <a:cubicBezTo>
                  <a:pt x="485775" y="479393"/>
                  <a:pt x="479393" y="485775"/>
                  <a:pt x="471488" y="485775"/>
                </a:cubicBezTo>
                <a:lnTo>
                  <a:pt x="14288" y="485775"/>
                </a:lnTo>
                <a:cubicBezTo>
                  <a:pt x="6382" y="485775"/>
                  <a:pt x="0" y="479393"/>
                  <a:pt x="0" y="471488"/>
                </a:cubicBezTo>
                <a:lnTo>
                  <a:pt x="0" y="14288"/>
                </a:lnTo>
                <a:cubicBezTo>
                  <a:pt x="0" y="6382"/>
                  <a:pt x="6382" y="0"/>
                  <a:pt x="14288" y="0"/>
                </a:cubicBezTo>
                <a:lnTo>
                  <a:pt x="471488" y="0"/>
                </a:lnTo>
                <a:cubicBezTo>
                  <a:pt x="479393" y="0"/>
                  <a:pt x="485775" y="6382"/>
                  <a:pt x="485775" y="14288"/>
                </a:cubicBezTo>
                <a:close/>
                <a:moveTo>
                  <a:pt x="457200" y="28575"/>
                </a:moveTo>
                <a:lnTo>
                  <a:pt x="28575" y="28575"/>
                </a:lnTo>
                <a:lnTo>
                  <a:pt x="28575" y="457200"/>
                </a:lnTo>
                <a:lnTo>
                  <a:pt x="457200" y="457200"/>
                </a:lnTo>
                <a:lnTo>
                  <a:pt x="457200" y="28575"/>
                </a:lnTo>
                <a:close/>
                <a:moveTo>
                  <a:pt x="71057" y="428530"/>
                </a:moveTo>
                <a:lnTo>
                  <a:pt x="242697" y="428530"/>
                </a:lnTo>
                <a:cubicBezTo>
                  <a:pt x="250603" y="428530"/>
                  <a:pt x="256985" y="422148"/>
                  <a:pt x="256985" y="414242"/>
                </a:cubicBezTo>
                <a:lnTo>
                  <a:pt x="256985" y="71057"/>
                </a:lnTo>
                <a:cubicBezTo>
                  <a:pt x="256985" y="63151"/>
                  <a:pt x="250603" y="56769"/>
                  <a:pt x="242697" y="56769"/>
                </a:cubicBezTo>
                <a:lnTo>
                  <a:pt x="71057" y="56769"/>
                </a:lnTo>
                <a:cubicBezTo>
                  <a:pt x="63151" y="56769"/>
                  <a:pt x="56769" y="63151"/>
                  <a:pt x="56769" y="71057"/>
                </a:cubicBezTo>
                <a:lnTo>
                  <a:pt x="56769" y="414338"/>
                </a:lnTo>
                <a:cubicBezTo>
                  <a:pt x="56769" y="422148"/>
                  <a:pt x="63151" y="428530"/>
                  <a:pt x="71057" y="428530"/>
                </a:cubicBezTo>
                <a:close/>
              </a:path>
            </a:pathLst>
          </a:custGeom>
          <a:solidFill>
            <a:srgbClr val="211452"/>
          </a:solidFill>
          <a:ln w="9525" cap="flat">
            <a:noFill/>
            <a:prstDash val="solid"/>
            <a:miter/>
          </a:ln>
        </p:spPr>
        <p:txBody>
          <a:bodyPr rtlCol="0" anchor="ctr"/>
          <a:lstStyle/>
          <a:p>
            <a:endParaRPr lang="en-US" dirty="0"/>
          </a:p>
        </p:txBody>
      </p:sp>
      <p:sp>
        <p:nvSpPr>
          <p:cNvPr id="303" name="Grafik 27">
            <a:extLst>
              <a:ext uri="{FF2B5EF4-FFF2-40B4-BE49-F238E27FC236}">
                <a16:creationId xmlns:a16="http://schemas.microsoft.com/office/drawing/2014/main" id="{A72242CF-EBEA-4996-8BBB-891C0775D0A4}"/>
              </a:ext>
            </a:extLst>
          </p:cNvPr>
          <p:cNvSpPr/>
          <p:nvPr/>
        </p:nvSpPr>
        <p:spPr bwMode="gray">
          <a:xfrm>
            <a:off x="5795552" y="2834447"/>
            <a:ext cx="485584" cy="499871"/>
          </a:xfrm>
          <a:custGeom>
            <a:avLst/>
            <a:gdLst>
              <a:gd name="connsiteX0" fmla="*/ 271177 w 485584"/>
              <a:gd name="connsiteY0" fmla="*/ 78772 h 499871"/>
              <a:gd name="connsiteX1" fmla="*/ 271177 w 485584"/>
              <a:gd name="connsiteY1" fmla="*/ 28575 h 499871"/>
              <a:gd name="connsiteX2" fmla="*/ 299752 w 485584"/>
              <a:gd name="connsiteY2" fmla="*/ 0 h 499871"/>
              <a:gd name="connsiteX3" fmla="*/ 328327 w 485584"/>
              <a:gd name="connsiteY3" fmla="*/ 28575 h 499871"/>
              <a:gd name="connsiteX4" fmla="*/ 328327 w 485584"/>
              <a:gd name="connsiteY4" fmla="*/ 78772 h 499871"/>
              <a:gd name="connsiteX5" fmla="*/ 299752 w 485584"/>
              <a:gd name="connsiteY5" fmla="*/ 107347 h 499871"/>
              <a:gd name="connsiteX6" fmla="*/ 271177 w 485584"/>
              <a:gd name="connsiteY6" fmla="*/ 78772 h 499871"/>
              <a:gd name="connsiteX7" fmla="*/ 185642 w 485584"/>
              <a:gd name="connsiteY7" fmla="*/ 107347 h 499871"/>
              <a:gd name="connsiteX8" fmla="*/ 214217 w 485584"/>
              <a:gd name="connsiteY8" fmla="*/ 78772 h 499871"/>
              <a:gd name="connsiteX9" fmla="*/ 214217 w 485584"/>
              <a:gd name="connsiteY9" fmla="*/ 28575 h 499871"/>
              <a:gd name="connsiteX10" fmla="*/ 185642 w 485584"/>
              <a:gd name="connsiteY10" fmla="*/ 0 h 499871"/>
              <a:gd name="connsiteX11" fmla="*/ 157067 w 485584"/>
              <a:gd name="connsiteY11" fmla="*/ 28575 h 499871"/>
              <a:gd name="connsiteX12" fmla="*/ 157067 w 485584"/>
              <a:gd name="connsiteY12" fmla="*/ 78772 h 499871"/>
              <a:gd name="connsiteX13" fmla="*/ 185642 w 485584"/>
              <a:gd name="connsiteY13" fmla="*/ 107347 h 499871"/>
              <a:gd name="connsiteX14" fmla="*/ 485585 w 485584"/>
              <a:gd name="connsiteY14" fmla="*/ 52388 h 499871"/>
              <a:gd name="connsiteX15" fmla="*/ 485585 w 485584"/>
              <a:gd name="connsiteY15" fmla="*/ 476060 h 499871"/>
              <a:gd name="connsiteX16" fmla="*/ 461772 w 485584"/>
              <a:gd name="connsiteY16" fmla="*/ 499872 h 499871"/>
              <a:gd name="connsiteX17" fmla="*/ 23813 w 485584"/>
              <a:gd name="connsiteY17" fmla="*/ 499872 h 499871"/>
              <a:gd name="connsiteX18" fmla="*/ 0 w 485584"/>
              <a:gd name="connsiteY18" fmla="*/ 476060 h 499871"/>
              <a:gd name="connsiteX19" fmla="*/ 0 w 485584"/>
              <a:gd name="connsiteY19" fmla="*/ 52292 h 499871"/>
              <a:gd name="connsiteX20" fmla="*/ 23813 w 485584"/>
              <a:gd name="connsiteY20" fmla="*/ 28480 h 499871"/>
              <a:gd name="connsiteX21" fmla="*/ 99917 w 485584"/>
              <a:gd name="connsiteY21" fmla="*/ 28480 h 499871"/>
              <a:gd name="connsiteX22" fmla="*/ 99917 w 485584"/>
              <a:gd name="connsiteY22" fmla="*/ 57055 h 499871"/>
              <a:gd name="connsiteX23" fmla="*/ 28575 w 485584"/>
              <a:gd name="connsiteY23" fmla="*/ 57055 h 499871"/>
              <a:gd name="connsiteX24" fmla="*/ 28575 w 485584"/>
              <a:gd name="connsiteY24" fmla="*/ 142780 h 499871"/>
              <a:gd name="connsiteX25" fmla="*/ 457010 w 485584"/>
              <a:gd name="connsiteY25" fmla="*/ 142780 h 499871"/>
              <a:gd name="connsiteX26" fmla="*/ 457010 w 485584"/>
              <a:gd name="connsiteY26" fmla="*/ 57150 h 499871"/>
              <a:gd name="connsiteX27" fmla="*/ 386334 w 485584"/>
              <a:gd name="connsiteY27" fmla="*/ 57150 h 499871"/>
              <a:gd name="connsiteX28" fmla="*/ 386334 w 485584"/>
              <a:gd name="connsiteY28" fmla="*/ 28575 h 499871"/>
              <a:gd name="connsiteX29" fmla="*/ 461772 w 485584"/>
              <a:gd name="connsiteY29" fmla="*/ 28575 h 499871"/>
              <a:gd name="connsiteX30" fmla="*/ 485585 w 485584"/>
              <a:gd name="connsiteY30" fmla="*/ 52388 h 499871"/>
              <a:gd name="connsiteX31" fmla="*/ 457010 w 485584"/>
              <a:gd name="connsiteY31" fmla="*/ 471297 h 499871"/>
              <a:gd name="connsiteX32" fmla="*/ 457010 w 485584"/>
              <a:gd name="connsiteY32" fmla="*/ 171355 h 499871"/>
              <a:gd name="connsiteX33" fmla="*/ 28575 w 485584"/>
              <a:gd name="connsiteY33" fmla="*/ 171355 h 499871"/>
              <a:gd name="connsiteX34" fmla="*/ 28575 w 485584"/>
              <a:gd name="connsiteY34" fmla="*/ 471202 h 499871"/>
              <a:gd name="connsiteX35" fmla="*/ 457010 w 485584"/>
              <a:gd name="connsiteY35" fmla="*/ 471202 h 499871"/>
              <a:gd name="connsiteX36" fmla="*/ 327850 w 485584"/>
              <a:gd name="connsiteY36" fmla="*/ 295466 h 499871"/>
              <a:gd name="connsiteX37" fmla="*/ 272891 w 485584"/>
              <a:gd name="connsiteY37" fmla="*/ 287465 h 499871"/>
              <a:gd name="connsiteX38" fmla="*/ 269653 w 485584"/>
              <a:gd name="connsiteY38" fmla="*/ 285083 h 499871"/>
              <a:gd name="connsiteX39" fmla="*/ 245078 w 485584"/>
              <a:gd name="connsiteY39" fmla="*/ 235363 h 499871"/>
              <a:gd name="connsiteX40" fmla="*/ 237363 w 485584"/>
              <a:gd name="connsiteY40" fmla="*/ 235363 h 499871"/>
              <a:gd name="connsiteX41" fmla="*/ 212789 w 485584"/>
              <a:gd name="connsiteY41" fmla="*/ 285083 h 499871"/>
              <a:gd name="connsiteX42" fmla="*/ 209550 w 485584"/>
              <a:gd name="connsiteY42" fmla="*/ 287465 h 499871"/>
              <a:gd name="connsiteX43" fmla="*/ 154591 w 485584"/>
              <a:gd name="connsiteY43" fmla="*/ 295466 h 499871"/>
              <a:gd name="connsiteX44" fmla="*/ 152210 w 485584"/>
              <a:gd name="connsiteY44" fmla="*/ 302800 h 499871"/>
              <a:gd name="connsiteX45" fmla="*/ 191929 w 485584"/>
              <a:gd name="connsiteY45" fmla="*/ 341567 h 499871"/>
              <a:gd name="connsiteX46" fmla="*/ 193167 w 485584"/>
              <a:gd name="connsiteY46" fmla="*/ 345376 h 499871"/>
              <a:gd name="connsiteX47" fmla="*/ 183833 w 485584"/>
              <a:gd name="connsiteY47" fmla="*/ 400050 h 499871"/>
              <a:gd name="connsiteX48" fmla="*/ 190119 w 485584"/>
              <a:gd name="connsiteY48" fmla="*/ 404622 h 499871"/>
              <a:gd name="connsiteX49" fmla="*/ 239268 w 485584"/>
              <a:gd name="connsiteY49" fmla="*/ 378809 h 499871"/>
              <a:gd name="connsiteX50" fmla="*/ 243269 w 485584"/>
              <a:gd name="connsiteY50" fmla="*/ 378809 h 499871"/>
              <a:gd name="connsiteX51" fmla="*/ 292418 w 485584"/>
              <a:gd name="connsiteY51" fmla="*/ 404622 h 499871"/>
              <a:gd name="connsiteX52" fmla="*/ 298704 w 485584"/>
              <a:gd name="connsiteY52" fmla="*/ 400050 h 499871"/>
              <a:gd name="connsiteX53" fmla="*/ 289370 w 485584"/>
              <a:gd name="connsiteY53" fmla="*/ 345376 h 499871"/>
              <a:gd name="connsiteX54" fmla="*/ 290608 w 485584"/>
              <a:gd name="connsiteY54" fmla="*/ 341567 h 499871"/>
              <a:gd name="connsiteX55" fmla="*/ 330327 w 485584"/>
              <a:gd name="connsiteY55" fmla="*/ 302800 h 499871"/>
              <a:gd name="connsiteX56" fmla="*/ 327850 w 485584"/>
              <a:gd name="connsiteY56" fmla="*/ 295466 h 49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85584" h="499871">
                <a:moveTo>
                  <a:pt x="271177" y="78772"/>
                </a:moveTo>
                <a:lnTo>
                  <a:pt x="271177" y="28575"/>
                </a:lnTo>
                <a:cubicBezTo>
                  <a:pt x="271177" y="12764"/>
                  <a:pt x="283940" y="0"/>
                  <a:pt x="299752" y="0"/>
                </a:cubicBezTo>
                <a:cubicBezTo>
                  <a:pt x="315563" y="0"/>
                  <a:pt x="328327" y="12764"/>
                  <a:pt x="328327" y="28575"/>
                </a:cubicBezTo>
                <a:lnTo>
                  <a:pt x="328327" y="78772"/>
                </a:lnTo>
                <a:cubicBezTo>
                  <a:pt x="328327" y="94583"/>
                  <a:pt x="315563" y="107347"/>
                  <a:pt x="299752" y="107347"/>
                </a:cubicBezTo>
                <a:cubicBezTo>
                  <a:pt x="283940" y="107347"/>
                  <a:pt x="271177" y="94583"/>
                  <a:pt x="271177" y="78772"/>
                </a:cubicBezTo>
                <a:close/>
                <a:moveTo>
                  <a:pt x="185642" y="107347"/>
                </a:moveTo>
                <a:cubicBezTo>
                  <a:pt x="201454" y="107347"/>
                  <a:pt x="214217" y="94583"/>
                  <a:pt x="214217" y="78772"/>
                </a:cubicBezTo>
                <a:lnTo>
                  <a:pt x="214217" y="28575"/>
                </a:lnTo>
                <a:cubicBezTo>
                  <a:pt x="214217" y="12764"/>
                  <a:pt x="201454" y="0"/>
                  <a:pt x="185642" y="0"/>
                </a:cubicBezTo>
                <a:cubicBezTo>
                  <a:pt x="169831" y="0"/>
                  <a:pt x="157067" y="12764"/>
                  <a:pt x="157067" y="28575"/>
                </a:cubicBezTo>
                <a:lnTo>
                  <a:pt x="157067" y="78772"/>
                </a:lnTo>
                <a:cubicBezTo>
                  <a:pt x="157067" y="94583"/>
                  <a:pt x="169831" y="107347"/>
                  <a:pt x="185642" y="107347"/>
                </a:cubicBezTo>
                <a:close/>
                <a:moveTo>
                  <a:pt x="485585" y="52388"/>
                </a:moveTo>
                <a:lnTo>
                  <a:pt x="485585" y="476060"/>
                </a:lnTo>
                <a:cubicBezTo>
                  <a:pt x="485585" y="489204"/>
                  <a:pt x="474917" y="499872"/>
                  <a:pt x="461772" y="499872"/>
                </a:cubicBezTo>
                <a:lnTo>
                  <a:pt x="23813" y="499872"/>
                </a:lnTo>
                <a:cubicBezTo>
                  <a:pt x="10668" y="499872"/>
                  <a:pt x="0" y="489204"/>
                  <a:pt x="0" y="476060"/>
                </a:cubicBezTo>
                <a:lnTo>
                  <a:pt x="0" y="52292"/>
                </a:lnTo>
                <a:cubicBezTo>
                  <a:pt x="0" y="39148"/>
                  <a:pt x="10668" y="28480"/>
                  <a:pt x="23813" y="28480"/>
                </a:cubicBezTo>
                <a:lnTo>
                  <a:pt x="99917" y="28480"/>
                </a:lnTo>
                <a:lnTo>
                  <a:pt x="99917" y="57055"/>
                </a:lnTo>
                <a:lnTo>
                  <a:pt x="28575" y="57055"/>
                </a:lnTo>
                <a:lnTo>
                  <a:pt x="28575" y="142780"/>
                </a:lnTo>
                <a:lnTo>
                  <a:pt x="457010" y="142780"/>
                </a:lnTo>
                <a:lnTo>
                  <a:pt x="457010" y="57150"/>
                </a:lnTo>
                <a:lnTo>
                  <a:pt x="386334" y="57150"/>
                </a:lnTo>
                <a:lnTo>
                  <a:pt x="386334" y="28575"/>
                </a:lnTo>
                <a:lnTo>
                  <a:pt x="461772" y="28575"/>
                </a:lnTo>
                <a:cubicBezTo>
                  <a:pt x="474917" y="28575"/>
                  <a:pt x="485585" y="39243"/>
                  <a:pt x="485585" y="52388"/>
                </a:cubicBezTo>
                <a:close/>
                <a:moveTo>
                  <a:pt x="457010" y="471297"/>
                </a:moveTo>
                <a:lnTo>
                  <a:pt x="457010" y="171355"/>
                </a:lnTo>
                <a:lnTo>
                  <a:pt x="28575" y="171355"/>
                </a:lnTo>
                <a:lnTo>
                  <a:pt x="28575" y="471202"/>
                </a:lnTo>
                <a:lnTo>
                  <a:pt x="457010" y="471202"/>
                </a:lnTo>
                <a:close/>
                <a:moveTo>
                  <a:pt x="327850" y="295466"/>
                </a:moveTo>
                <a:lnTo>
                  <a:pt x="272891" y="287465"/>
                </a:lnTo>
                <a:cubicBezTo>
                  <a:pt x="271463" y="287274"/>
                  <a:pt x="270224" y="286417"/>
                  <a:pt x="269653" y="285083"/>
                </a:cubicBezTo>
                <a:lnTo>
                  <a:pt x="245078" y="235363"/>
                </a:lnTo>
                <a:cubicBezTo>
                  <a:pt x="243459" y="232124"/>
                  <a:pt x="238887" y="232124"/>
                  <a:pt x="237363" y="235363"/>
                </a:cubicBezTo>
                <a:lnTo>
                  <a:pt x="212789" y="285083"/>
                </a:lnTo>
                <a:cubicBezTo>
                  <a:pt x="212122" y="286322"/>
                  <a:pt x="210979" y="287274"/>
                  <a:pt x="209550" y="287465"/>
                </a:cubicBezTo>
                <a:lnTo>
                  <a:pt x="154591" y="295466"/>
                </a:lnTo>
                <a:cubicBezTo>
                  <a:pt x="151067" y="295942"/>
                  <a:pt x="149638" y="300323"/>
                  <a:pt x="152210" y="302800"/>
                </a:cubicBezTo>
                <a:lnTo>
                  <a:pt x="191929" y="341567"/>
                </a:lnTo>
                <a:cubicBezTo>
                  <a:pt x="192977" y="342519"/>
                  <a:pt x="193453" y="343948"/>
                  <a:pt x="193167" y="345376"/>
                </a:cubicBezTo>
                <a:lnTo>
                  <a:pt x="183833" y="400050"/>
                </a:lnTo>
                <a:cubicBezTo>
                  <a:pt x="183261" y="403574"/>
                  <a:pt x="186976" y="406241"/>
                  <a:pt x="190119" y="404622"/>
                </a:cubicBezTo>
                <a:lnTo>
                  <a:pt x="239268" y="378809"/>
                </a:lnTo>
                <a:cubicBezTo>
                  <a:pt x="240506" y="378143"/>
                  <a:pt x="242030" y="378143"/>
                  <a:pt x="243269" y="378809"/>
                </a:cubicBezTo>
                <a:lnTo>
                  <a:pt x="292418" y="404622"/>
                </a:lnTo>
                <a:cubicBezTo>
                  <a:pt x="295561" y="406337"/>
                  <a:pt x="299276" y="403574"/>
                  <a:pt x="298704" y="400050"/>
                </a:cubicBezTo>
                <a:lnTo>
                  <a:pt x="289370" y="345376"/>
                </a:lnTo>
                <a:cubicBezTo>
                  <a:pt x="289084" y="343948"/>
                  <a:pt x="289560" y="342519"/>
                  <a:pt x="290608" y="341567"/>
                </a:cubicBezTo>
                <a:lnTo>
                  <a:pt x="330327" y="302800"/>
                </a:lnTo>
                <a:cubicBezTo>
                  <a:pt x="332804" y="300323"/>
                  <a:pt x="331375" y="295942"/>
                  <a:pt x="327850" y="295466"/>
                </a:cubicBezTo>
                <a:close/>
              </a:path>
            </a:pathLst>
          </a:custGeom>
          <a:solidFill>
            <a:srgbClr val="211452"/>
          </a:solidFill>
          <a:ln w="9525" cap="flat">
            <a:noFill/>
            <a:prstDash val="solid"/>
            <a:miter/>
          </a:ln>
        </p:spPr>
        <p:txBody>
          <a:bodyPr rtlCol="0" anchor="ctr"/>
          <a:lstStyle/>
          <a:p>
            <a:endParaRPr lang="en-US"/>
          </a:p>
        </p:txBody>
      </p:sp>
      <p:sp>
        <p:nvSpPr>
          <p:cNvPr id="304" name="Grafik 39">
            <a:extLst>
              <a:ext uri="{FF2B5EF4-FFF2-40B4-BE49-F238E27FC236}">
                <a16:creationId xmlns:a16="http://schemas.microsoft.com/office/drawing/2014/main" id="{909DFA55-04E5-42F2-8FA4-D3A5D6055C9B}"/>
              </a:ext>
            </a:extLst>
          </p:cNvPr>
          <p:cNvSpPr/>
          <p:nvPr/>
        </p:nvSpPr>
        <p:spPr bwMode="gray">
          <a:xfrm>
            <a:off x="550650" y="2920076"/>
            <a:ext cx="457200" cy="342804"/>
          </a:xfrm>
          <a:custGeom>
            <a:avLst/>
            <a:gdLst>
              <a:gd name="connsiteX0" fmla="*/ 388906 w 457200"/>
              <a:gd name="connsiteY0" fmla="*/ 186023 h 342804"/>
              <a:gd name="connsiteX1" fmla="*/ 423863 w 457200"/>
              <a:gd name="connsiteY1" fmla="*/ 117158 h 342804"/>
              <a:gd name="connsiteX2" fmla="*/ 338138 w 457200"/>
              <a:gd name="connsiteY2" fmla="*/ 31433 h 342804"/>
              <a:gd name="connsiteX3" fmla="*/ 252413 w 457200"/>
              <a:gd name="connsiteY3" fmla="*/ 117158 h 342804"/>
              <a:gd name="connsiteX4" fmla="*/ 287369 w 457200"/>
              <a:gd name="connsiteY4" fmla="*/ 186023 h 342804"/>
              <a:gd name="connsiteX5" fmla="*/ 255746 w 457200"/>
              <a:gd name="connsiteY5" fmla="*/ 207931 h 342804"/>
              <a:gd name="connsiteX6" fmla="*/ 270796 w 457200"/>
              <a:gd name="connsiteY6" fmla="*/ 233363 h 342804"/>
              <a:gd name="connsiteX7" fmla="*/ 338233 w 457200"/>
              <a:gd name="connsiteY7" fmla="*/ 202978 h 342804"/>
              <a:gd name="connsiteX8" fmla="*/ 428720 w 457200"/>
              <a:gd name="connsiteY8" fmla="*/ 293465 h 342804"/>
              <a:gd name="connsiteX9" fmla="*/ 428720 w 457200"/>
              <a:gd name="connsiteY9" fmla="*/ 314135 h 342804"/>
              <a:gd name="connsiteX10" fmla="*/ 285655 w 457200"/>
              <a:gd name="connsiteY10" fmla="*/ 314135 h 342804"/>
              <a:gd name="connsiteX11" fmla="*/ 285655 w 457200"/>
              <a:gd name="connsiteY11" fmla="*/ 342710 h 342804"/>
              <a:gd name="connsiteX12" fmla="*/ 457200 w 457200"/>
              <a:gd name="connsiteY12" fmla="*/ 342710 h 342804"/>
              <a:gd name="connsiteX13" fmla="*/ 457200 w 457200"/>
              <a:gd name="connsiteY13" fmla="*/ 293465 h 342804"/>
              <a:gd name="connsiteX14" fmla="*/ 388906 w 457200"/>
              <a:gd name="connsiteY14" fmla="*/ 186023 h 342804"/>
              <a:gd name="connsiteX15" fmla="*/ 338138 w 457200"/>
              <a:gd name="connsiteY15" fmla="*/ 174308 h 342804"/>
              <a:gd name="connsiteX16" fmla="*/ 280988 w 457200"/>
              <a:gd name="connsiteY16" fmla="*/ 117158 h 342804"/>
              <a:gd name="connsiteX17" fmla="*/ 338138 w 457200"/>
              <a:gd name="connsiteY17" fmla="*/ 60008 h 342804"/>
              <a:gd name="connsiteX18" fmla="*/ 395288 w 457200"/>
              <a:gd name="connsiteY18" fmla="*/ 117158 h 342804"/>
              <a:gd name="connsiteX19" fmla="*/ 338138 w 457200"/>
              <a:gd name="connsiteY19" fmla="*/ 174308 h 342804"/>
              <a:gd name="connsiteX20" fmla="*/ 257080 w 457200"/>
              <a:gd name="connsiteY20" fmla="*/ 299942 h 342804"/>
              <a:gd name="connsiteX21" fmla="*/ 257080 w 457200"/>
              <a:gd name="connsiteY21" fmla="*/ 342805 h 342804"/>
              <a:gd name="connsiteX22" fmla="*/ 0 w 457200"/>
              <a:gd name="connsiteY22" fmla="*/ 342805 h 342804"/>
              <a:gd name="connsiteX23" fmla="*/ 0 w 457200"/>
              <a:gd name="connsiteY23" fmla="*/ 299942 h 342804"/>
              <a:gd name="connsiteX24" fmla="*/ 128588 w 457200"/>
              <a:gd name="connsiteY24" fmla="*/ 171355 h 342804"/>
              <a:gd name="connsiteX25" fmla="*/ 257080 w 457200"/>
              <a:gd name="connsiteY25" fmla="*/ 299942 h 342804"/>
              <a:gd name="connsiteX26" fmla="*/ 214217 w 457200"/>
              <a:gd name="connsiteY26" fmla="*/ 85725 h 342804"/>
              <a:gd name="connsiteX27" fmla="*/ 128492 w 457200"/>
              <a:gd name="connsiteY27" fmla="*/ 0 h 342804"/>
              <a:gd name="connsiteX28" fmla="*/ 42767 w 457200"/>
              <a:gd name="connsiteY28" fmla="*/ 85725 h 342804"/>
              <a:gd name="connsiteX29" fmla="*/ 128492 w 457200"/>
              <a:gd name="connsiteY29" fmla="*/ 171450 h 342804"/>
              <a:gd name="connsiteX30" fmla="*/ 214217 w 457200"/>
              <a:gd name="connsiteY30" fmla="*/ 85725 h 34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57200" h="342804">
                <a:moveTo>
                  <a:pt x="388906" y="186023"/>
                </a:moveTo>
                <a:cubicBezTo>
                  <a:pt x="410051" y="170402"/>
                  <a:pt x="423863" y="145352"/>
                  <a:pt x="423863" y="117158"/>
                </a:cubicBezTo>
                <a:cubicBezTo>
                  <a:pt x="423863" y="69914"/>
                  <a:pt x="385382" y="31433"/>
                  <a:pt x="338138" y="31433"/>
                </a:cubicBezTo>
                <a:cubicBezTo>
                  <a:pt x="290894" y="31433"/>
                  <a:pt x="252413" y="69914"/>
                  <a:pt x="252413" y="117158"/>
                </a:cubicBezTo>
                <a:cubicBezTo>
                  <a:pt x="252413" y="145447"/>
                  <a:pt x="266224" y="170402"/>
                  <a:pt x="287369" y="186023"/>
                </a:cubicBezTo>
                <a:cubicBezTo>
                  <a:pt x="275654" y="191548"/>
                  <a:pt x="264986" y="199073"/>
                  <a:pt x="255746" y="207931"/>
                </a:cubicBezTo>
                <a:cubicBezTo>
                  <a:pt x="261556" y="215932"/>
                  <a:pt x="266510" y="224409"/>
                  <a:pt x="270796" y="233363"/>
                </a:cubicBezTo>
                <a:cubicBezTo>
                  <a:pt x="287369" y="214789"/>
                  <a:pt x="311468" y="202978"/>
                  <a:pt x="338233" y="202978"/>
                </a:cubicBezTo>
                <a:cubicBezTo>
                  <a:pt x="388144" y="202978"/>
                  <a:pt x="428720" y="243554"/>
                  <a:pt x="428720" y="293465"/>
                </a:cubicBezTo>
                <a:lnTo>
                  <a:pt x="428720" y="314135"/>
                </a:lnTo>
                <a:lnTo>
                  <a:pt x="285655" y="314135"/>
                </a:lnTo>
                <a:lnTo>
                  <a:pt x="285655" y="342710"/>
                </a:lnTo>
                <a:lnTo>
                  <a:pt x="457200" y="342710"/>
                </a:lnTo>
                <a:lnTo>
                  <a:pt x="457200" y="293465"/>
                </a:lnTo>
                <a:cubicBezTo>
                  <a:pt x="457200" y="246126"/>
                  <a:pt x="429197" y="205169"/>
                  <a:pt x="388906" y="186023"/>
                </a:cubicBezTo>
                <a:close/>
                <a:moveTo>
                  <a:pt x="338138" y="174308"/>
                </a:moveTo>
                <a:cubicBezTo>
                  <a:pt x="306610" y="174308"/>
                  <a:pt x="280988" y="148685"/>
                  <a:pt x="280988" y="117158"/>
                </a:cubicBezTo>
                <a:cubicBezTo>
                  <a:pt x="280988" y="85630"/>
                  <a:pt x="306610" y="60008"/>
                  <a:pt x="338138" y="60008"/>
                </a:cubicBezTo>
                <a:cubicBezTo>
                  <a:pt x="369665" y="60008"/>
                  <a:pt x="395288" y="85630"/>
                  <a:pt x="395288" y="117158"/>
                </a:cubicBezTo>
                <a:cubicBezTo>
                  <a:pt x="395288" y="148685"/>
                  <a:pt x="369665" y="174308"/>
                  <a:pt x="338138" y="174308"/>
                </a:cubicBezTo>
                <a:close/>
                <a:moveTo>
                  <a:pt x="257080" y="299942"/>
                </a:moveTo>
                <a:lnTo>
                  <a:pt x="257080" y="342805"/>
                </a:lnTo>
                <a:lnTo>
                  <a:pt x="0" y="342805"/>
                </a:lnTo>
                <a:lnTo>
                  <a:pt x="0" y="299942"/>
                </a:lnTo>
                <a:cubicBezTo>
                  <a:pt x="0" y="228981"/>
                  <a:pt x="57531" y="171355"/>
                  <a:pt x="128588" y="171355"/>
                </a:cubicBezTo>
                <a:cubicBezTo>
                  <a:pt x="199644" y="171355"/>
                  <a:pt x="257080" y="228981"/>
                  <a:pt x="257080" y="299942"/>
                </a:cubicBezTo>
                <a:close/>
                <a:moveTo>
                  <a:pt x="214217" y="85725"/>
                </a:moveTo>
                <a:cubicBezTo>
                  <a:pt x="214217" y="38386"/>
                  <a:pt x="175831" y="0"/>
                  <a:pt x="128492" y="0"/>
                </a:cubicBezTo>
                <a:cubicBezTo>
                  <a:pt x="81153" y="0"/>
                  <a:pt x="42767" y="38386"/>
                  <a:pt x="42767" y="85725"/>
                </a:cubicBezTo>
                <a:cubicBezTo>
                  <a:pt x="42767" y="133064"/>
                  <a:pt x="81153" y="171450"/>
                  <a:pt x="128492" y="171450"/>
                </a:cubicBezTo>
                <a:cubicBezTo>
                  <a:pt x="175831" y="171355"/>
                  <a:pt x="214217" y="133064"/>
                  <a:pt x="214217" y="85725"/>
                </a:cubicBezTo>
                <a:close/>
              </a:path>
            </a:pathLst>
          </a:custGeom>
          <a:solidFill>
            <a:srgbClr val="211452"/>
          </a:solidFill>
          <a:ln w="9525" cap="flat">
            <a:noFill/>
            <a:prstDash val="solid"/>
            <a:miter/>
          </a:ln>
        </p:spPr>
        <p:txBody>
          <a:bodyPr rtlCol="0" anchor="ctr"/>
          <a:lstStyle/>
          <a:p>
            <a:endParaRPr lang="en-US"/>
          </a:p>
        </p:txBody>
      </p:sp>
      <p:sp>
        <p:nvSpPr>
          <p:cNvPr id="305" name="Grafik 45">
            <a:extLst>
              <a:ext uri="{FF2B5EF4-FFF2-40B4-BE49-F238E27FC236}">
                <a16:creationId xmlns:a16="http://schemas.microsoft.com/office/drawing/2014/main" id="{151A28FB-952A-4DE3-B7C0-1638B13CF640}"/>
              </a:ext>
            </a:extLst>
          </p:cNvPr>
          <p:cNvSpPr/>
          <p:nvPr/>
        </p:nvSpPr>
        <p:spPr bwMode="gray">
          <a:xfrm>
            <a:off x="9258108" y="2848543"/>
            <a:ext cx="485775" cy="485775"/>
          </a:xfrm>
          <a:custGeom>
            <a:avLst/>
            <a:gdLst>
              <a:gd name="connsiteX0" fmla="*/ 276225 w 485775"/>
              <a:gd name="connsiteY0" fmla="*/ 149447 h 485775"/>
              <a:gd name="connsiteX1" fmla="*/ 242888 w 485775"/>
              <a:gd name="connsiteY1" fmla="*/ 182785 h 485775"/>
              <a:gd name="connsiteX2" fmla="*/ 209550 w 485775"/>
              <a:gd name="connsiteY2" fmla="*/ 149447 h 485775"/>
              <a:gd name="connsiteX3" fmla="*/ 242888 w 485775"/>
              <a:gd name="connsiteY3" fmla="*/ 116110 h 485775"/>
              <a:gd name="connsiteX4" fmla="*/ 276225 w 485775"/>
              <a:gd name="connsiteY4" fmla="*/ 149447 h 485775"/>
              <a:gd name="connsiteX5" fmla="*/ 242888 w 485775"/>
              <a:gd name="connsiteY5" fmla="*/ 204406 h 485775"/>
              <a:gd name="connsiteX6" fmla="*/ 214313 w 485775"/>
              <a:gd name="connsiteY6" fmla="*/ 232981 h 485775"/>
              <a:gd name="connsiteX7" fmla="*/ 214313 w 485775"/>
              <a:gd name="connsiteY7" fmla="*/ 369570 h 485775"/>
              <a:gd name="connsiteX8" fmla="*/ 242888 w 485775"/>
              <a:gd name="connsiteY8" fmla="*/ 398145 h 485775"/>
              <a:gd name="connsiteX9" fmla="*/ 271463 w 485775"/>
              <a:gd name="connsiteY9" fmla="*/ 369570 h 485775"/>
              <a:gd name="connsiteX10" fmla="*/ 271463 w 485775"/>
              <a:gd name="connsiteY10" fmla="*/ 232981 h 485775"/>
              <a:gd name="connsiteX11" fmla="*/ 242888 w 485775"/>
              <a:gd name="connsiteY11" fmla="*/ 204406 h 485775"/>
              <a:gd name="connsiteX12" fmla="*/ 485775 w 485775"/>
              <a:gd name="connsiteY12" fmla="*/ 242888 h 485775"/>
              <a:gd name="connsiteX13" fmla="*/ 242888 w 485775"/>
              <a:gd name="connsiteY13" fmla="*/ 485775 h 485775"/>
              <a:gd name="connsiteX14" fmla="*/ 0 w 485775"/>
              <a:gd name="connsiteY14" fmla="*/ 242888 h 485775"/>
              <a:gd name="connsiteX15" fmla="*/ 242888 w 485775"/>
              <a:gd name="connsiteY15" fmla="*/ 0 h 485775"/>
              <a:gd name="connsiteX16" fmla="*/ 485775 w 485775"/>
              <a:gd name="connsiteY16" fmla="*/ 242888 h 485775"/>
              <a:gd name="connsiteX17" fmla="*/ 457200 w 485775"/>
              <a:gd name="connsiteY17" fmla="*/ 242888 h 485775"/>
              <a:gd name="connsiteX18" fmla="*/ 242888 w 485775"/>
              <a:gd name="connsiteY18" fmla="*/ 28575 h 485775"/>
              <a:gd name="connsiteX19" fmla="*/ 28575 w 485775"/>
              <a:gd name="connsiteY19" fmla="*/ 242888 h 485775"/>
              <a:gd name="connsiteX20" fmla="*/ 242888 w 485775"/>
              <a:gd name="connsiteY20" fmla="*/ 457200 h 485775"/>
              <a:gd name="connsiteX21" fmla="*/ 457200 w 485775"/>
              <a:gd name="connsiteY21" fmla="*/ 242888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5775" h="485775">
                <a:moveTo>
                  <a:pt x="276225" y="149447"/>
                </a:moveTo>
                <a:cubicBezTo>
                  <a:pt x="276225" y="167831"/>
                  <a:pt x="261271" y="182785"/>
                  <a:pt x="242888" y="182785"/>
                </a:cubicBezTo>
                <a:cubicBezTo>
                  <a:pt x="224504" y="182785"/>
                  <a:pt x="209550" y="167831"/>
                  <a:pt x="209550" y="149447"/>
                </a:cubicBezTo>
                <a:cubicBezTo>
                  <a:pt x="209550" y="131064"/>
                  <a:pt x="224504" y="116110"/>
                  <a:pt x="242888" y="116110"/>
                </a:cubicBezTo>
                <a:cubicBezTo>
                  <a:pt x="261271" y="116110"/>
                  <a:pt x="276225" y="131064"/>
                  <a:pt x="276225" y="149447"/>
                </a:cubicBezTo>
                <a:close/>
                <a:moveTo>
                  <a:pt x="242888" y="204406"/>
                </a:moveTo>
                <a:cubicBezTo>
                  <a:pt x="227076" y="204406"/>
                  <a:pt x="214313" y="217170"/>
                  <a:pt x="214313" y="232981"/>
                </a:cubicBezTo>
                <a:lnTo>
                  <a:pt x="214313" y="369570"/>
                </a:lnTo>
                <a:cubicBezTo>
                  <a:pt x="214313" y="385382"/>
                  <a:pt x="227076" y="398145"/>
                  <a:pt x="242888" y="398145"/>
                </a:cubicBezTo>
                <a:cubicBezTo>
                  <a:pt x="258699" y="398145"/>
                  <a:pt x="271463" y="385382"/>
                  <a:pt x="271463" y="369570"/>
                </a:cubicBezTo>
                <a:lnTo>
                  <a:pt x="271463" y="232981"/>
                </a:lnTo>
                <a:cubicBezTo>
                  <a:pt x="271463" y="217265"/>
                  <a:pt x="258699" y="204406"/>
                  <a:pt x="242888" y="204406"/>
                </a:cubicBezTo>
                <a:close/>
                <a:moveTo>
                  <a:pt x="485775" y="242888"/>
                </a:moveTo>
                <a:cubicBezTo>
                  <a:pt x="485775" y="376809"/>
                  <a:pt x="376809" y="485775"/>
                  <a:pt x="242888" y="485775"/>
                </a:cubicBezTo>
                <a:cubicBezTo>
                  <a:pt x="108966" y="485775"/>
                  <a:pt x="0" y="376809"/>
                  <a:pt x="0" y="242888"/>
                </a:cubicBezTo>
                <a:cubicBezTo>
                  <a:pt x="0" y="108966"/>
                  <a:pt x="108966" y="0"/>
                  <a:pt x="242888" y="0"/>
                </a:cubicBezTo>
                <a:cubicBezTo>
                  <a:pt x="376809" y="0"/>
                  <a:pt x="485775" y="108966"/>
                  <a:pt x="485775" y="242888"/>
                </a:cubicBezTo>
                <a:close/>
                <a:moveTo>
                  <a:pt x="457200" y="242888"/>
                </a:moveTo>
                <a:cubicBezTo>
                  <a:pt x="457200" y="124682"/>
                  <a:pt x="361093" y="28575"/>
                  <a:pt x="242888" y="28575"/>
                </a:cubicBezTo>
                <a:cubicBezTo>
                  <a:pt x="124682" y="28575"/>
                  <a:pt x="28575" y="124682"/>
                  <a:pt x="28575" y="242888"/>
                </a:cubicBezTo>
                <a:cubicBezTo>
                  <a:pt x="28575" y="361093"/>
                  <a:pt x="124682" y="457200"/>
                  <a:pt x="242888" y="457200"/>
                </a:cubicBezTo>
                <a:cubicBezTo>
                  <a:pt x="361093" y="457200"/>
                  <a:pt x="457200" y="361093"/>
                  <a:pt x="457200" y="242888"/>
                </a:cubicBezTo>
                <a:close/>
              </a:path>
            </a:pathLst>
          </a:custGeom>
          <a:solidFill>
            <a:srgbClr val="211452"/>
          </a:solidFill>
          <a:ln w="9525" cap="flat">
            <a:noFill/>
            <a:prstDash val="solid"/>
            <a:miter/>
          </a:ln>
        </p:spPr>
        <p:txBody>
          <a:bodyPr rtlCol="0" anchor="ctr"/>
          <a:lstStyle/>
          <a:p>
            <a:endParaRPr lang="en-US"/>
          </a:p>
        </p:txBody>
      </p:sp>
      <p:sp>
        <p:nvSpPr>
          <p:cNvPr id="306" name="Grafik 51">
            <a:extLst>
              <a:ext uri="{FF2B5EF4-FFF2-40B4-BE49-F238E27FC236}">
                <a16:creationId xmlns:a16="http://schemas.microsoft.com/office/drawing/2014/main" id="{042DE972-CCAE-4AB8-8A26-78DA58202628}"/>
              </a:ext>
            </a:extLst>
          </p:cNvPr>
          <p:cNvSpPr/>
          <p:nvPr/>
        </p:nvSpPr>
        <p:spPr bwMode="gray">
          <a:xfrm>
            <a:off x="8331427" y="2893048"/>
            <a:ext cx="485775" cy="428625"/>
          </a:xfrm>
          <a:custGeom>
            <a:avLst/>
            <a:gdLst>
              <a:gd name="connsiteX0" fmla="*/ 471488 w 485775"/>
              <a:gd name="connsiteY0" fmla="*/ 57055 h 428625"/>
              <a:gd name="connsiteX1" fmla="*/ 428625 w 485775"/>
              <a:gd name="connsiteY1" fmla="*/ 57055 h 428625"/>
              <a:gd name="connsiteX2" fmla="*/ 428625 w 485775"/>
              <a:gd name="connsiteY2" fmla="*/ 23813 h 428625"/>
              <a:gd name="connsiteX3" fmla="*/ 404813 w 485775"/>
              <a:gd name="connsiteY3" fmla="*/ 0 h 428625"/>
              <a:gd name="connsiteX4" fmla="*/ 23813 w 485775"/>
              <a:gd name="connsiteY4" fmla="*/ 0 h 428625"/>
              <a:gd name="connsiteX5" fmla="*/ 0 w 485775"/>
              <a:gd name="connsiteY5" fmla="*/ 23813 h 428625"/>
              <a:gd name="connsiteX6" fmla="*/ 0 w 485775"/>
              <a:gd name="connsiteY6" fmla="*/ 290322 h 428625"/>
              <a:gd name="connsiteX7" fmla="*/ 23813 w 485775"/>
              <a:gd name="connsiteY7" fmla="*/ 314135 h 428625"/>
              <a:gd name="connsiteX8" fmla="*/ 114300 w 485775"/>
              <a:gd name="connsiteY8" fmla="*/ 314135 h 428625"/>
              <a:gd name="connsiteX9" fmla="*/ 114395 w 485775"/>
              <a:gd name="connsiteY9" fmla="*/ 413957 h 428625"/>
              <a:gd name="connsiteX10" fmla="*/ 123253 w 485775"/>
              <a:gd name="connsiteY10" fmla="*/ 427101 h 428625"/>
              <a:gd name="connsiteX11" fmla="*/ 128683 w 485775"/>
              <a:gd name="connsiteY11" fmla="*/ 428149 h 428625"/>
              <a:gd name="connsiteX12" fmla="*/ 138779 w 485775"/>
              <a:gd name="connsiteY12" fmla="*/ 423958 h 428625"/>
              <a:gd name="connsiteX13" fmla="*/ 248888 w 485775"/>
              <a:gd name="connsiteY13" fmla="*/ 314039 h 428625"/>
              <a:gd name="connsiteX14" fmla="*/ 404813 w 485775"/>
              <a:gd name="connsiteY14" fmla="*/ 314039 h 428625"/>
              <a:gd name="connsiteX15" fmla="*/ 428625 w 485775"/>
              <a:gd name="connsiteY15" fmla="*/ 290227 h 428625"/>
              <a:gd name="connsiteX16" fmla="*/ 428625 w 485775"/>
              <a:gd name="connsiteY16" fmla="*/ 85630 h 428625"/>
              <a:gd name="connsiteX17" fmla="*/ 457200 w 485775"/>
              <a:gd name="connsiteY17" fmla="*/ 85630 h 428625"/>
              <a:gd name="connsiteX18" fmla="*/ 457200 w 485775"/>
              <a:gd name="connsiteY18" fmla="*/ 342900 h 428625"/>
              <a:gd name="connsiteX19" fmla="*/ 300038 w 485775"/>
              <a:gd name="connsiteY19" fmla="*/ 342710 h 428625"/>
              <a:gd name="connsiteX20" fmla="*/ 289941 w 485775"/>
              <a:gd name="connsiteY20" fmla="*/ 346900 h 428625"/>
              <a:gd name="connsiteX21" fmla="*/ 285750 w 485775"/>
              <a:gd name="connsiteY21" fmla="*/ 357092 h 428625"/>
              <a:gd name="connsiteX22" fmla="*/ 285750 w 485775"/>
              <a:gd name="connsiteY22" fmla="*/ 379857 h 428625"/>
              <a:gd name="connsiteX23" fmla="*/ 252984 w 485775"/>
              <a:gd name="connsiteY23" fmla="*/ 347091 h 428625"/>
              <a:gd name="connsiteX24" fmla="*/ 232791 w 485775"/>
              <a:gd name="connsiteY24" fmla="*/ 347091 h 428625"/>
              <a:gd name="connsiteX25" fmla="*/ 232791 w 485775"/>
              <a:gd name="connsiteY25" fmla="*/ 367284 h 428625"/>
              <a:gd name="connsiteX26" fmla="*/ 289941 w 485775"/>
              <a:gd name="connsiteY26" fmla="*/ 424339 h 428625"/>
              <a:gd name="connsiteX27" fmla="*/ 289941 w 485775"/>
              <a:gd name="connsiteY27" fmla="*/ 424339 h 428625"/>
              <a:gd name="connsiteX28" fmla="*/ 289941 w 485775"/>
              <a:gd name="connsiteY28" fmla="*/ 424339 h 428625"/>
              <a:gd name="connsiteX29" fmla="*/ 289941 w 485775"/>
              <a:gd name="connsiteY29" fmla="*/ 424339 h 428625"/>
              <a:gd name="connsiteX30" fmla="*/ 294608 w 485775"/>
              <a:gd name="connsiteY30" fmla="*/ 427482 h 428625"/>
              <a:gd name="connsiteX31" fmla="*/ 294799 w 485775"/>
              <a:gd name="connsiteY31" fmla="*/ 427577 h 428625"/>
              <a:gd name="connsiteX32" fmla="*/ 300038 w 485775"/>
              <a:gd name="connsiteY32" fmla="*/ 428625 h 428625"/>
              <a:gd name="connsiteX33" fmla="*/ 305276 w 485775"/>
              <a:gd name="connsiteY33" fmla="*/ 427577 h 428625"/>
              <a:gd name="connsiteX34" fmla="*/ 305467 w 485775"/>
              <a:gd name="connsiteY34" fmla="*/ 427482 h 428625"/>
              <a:gd name="connsiteX35" fmla="*/ 313277 w 485775"/>
              <a:gd name="connsiteY35" fmla="*/ 419672 h 428625"/>
              <a:gd name="connsiteX36" fmla="*/ 313373 w 485775"/>
              <a:gd name="connsiteY36" fmla="*/ 419481 h 428625"/>
              <a:gd name="connsiteX37" fmla="*/ 314420 w 485775"/>
              <a:gd name="connsiteY37" fmla="*/ 414338 h 428625"/>
              <a:gd name="connsiteX38" fmla="*/ 314420 w 485775"/>
              <a:gd name="connsiteY38" fmla="*/ 371380 h 428625"/>
              <a:gd name="connsiteX39" fmla="*/ 461963 w 485775"/>
              <a:gd name="connsiteY39" fmla="*/ 371475 h 428625"/>
              <a:gd name="connsiteX40" fmla="*/ 485775 w 485775"/>
              <a:gd name="connsiteY40" fmla="*/ 347663 h 428625"/>
              <a:gd name="connsiteX41" fmla="*/ 485775 w 485775"/>
              <a:gd name="connsiteY41" fmla="*/ 71342 h 428625"/>
              <a:gd name="connsiteX42" fmla="*/ 471488 w 485775"/>
              <a:gd name="connsiteY42" fmla="*/ 57055 h 428625"/>
              <a:gd name="connsiteX43" fmla="*/ 242888 w 485775"/>
              <a:gd name="connsiteY43" fmla="*/ 285560 h 428625"/>
              <a:gd name="connsiteX44" fmla="*/ 232791 w 485775"/>
              <a:gd name="connsiteY44" fmla="*/ 289751 h 428625"/>
              <a:gd name="connsiteX45" fmla="*/ 142875 w 485775"/>
              <a:gd name="connsiteY45" fmla="*/ 379571 h 428625"/>
              <a:gd name="connsiteX46" fmla="*/ 142875 w 485775"/>
              <a:gd name="connsiteY46" fmla="*/ 299847 h 428625"/>
              <a:gd name="connsiteX47" fmla="*/ 128588 w 485775"/>
              <a:gd name="connsiteY47" fmla="*/ 285560 h 428625"/>
              <a:gd name="connsiteX48" fmla="*/ 28575 w 485775"/>
              <a:gd name="connsiteY48" fmla="*/ 285560 h 428625"/>
              <a:gd name="connsiteX49" fmla="*/ 28575 w 485775"/>
              <a:gd name="connsiteY49" fmla="*/ 28575 h 428625"/>
              <a:gd name="connsiteX50" fmla="*/ 400050 w 485775"/>
              <a:gd name="connsiteY50" fmla="*/ 28575 h 428625"/>
              <a:gd name="connsiteX51" fmla="*/ 400050 w 485775"/>
              <a:gd name="connsiteY51" fmla="*/ 69723 h 428625"/>
              <a:gd name="connsiteX52" fmla="*/ 399860 w 485775"/>
              <a:gd name="connsiteY52" fmla="*/ 71342 h 428625"/>
              <a:gd name="connsiteX53" fmla="*/ 400050 w 485775"/>
              <a:gd name="connsiteY53" fmla="*/ 72962 h 428625"/>
              <a:gd name="connsiteX54" fmla="*/ 400050 w 485775"/>
              <a:gd name="connsiteY54" fmla="*/ 285560 h 428625"/>
              <a:gd name="connsiteX55" fmla="*/ 242888 w 485775"/>
              <a:gd name="connsiteY55" fmla="*/ 28556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85775" h="428625">
                <a:moveTo>
                  <a:pt x="471488" y="57055"/>
                </a:moveTo>
                <a:lnTo>
                  <a:pt x="428625" y="57055"/>
                </a:lnTo>
                <a:lnTo>
                  <a:pt x="428625" y="23813"/>
                </a:lnTo>
                <a:cubicBezTo>
                  <a:pt x="428625" y="10668"/>
                  <a:pt x="417957" y="0"/>
                  <a:pt x="404813" y="0"/>
                </a:cubicBezTo>
                <a:lnTo>
                  <a:pt x="23813" y="0"/>
                </a:lnTo>
                <a:cubicBezTo>
                  <a:pt x="10668" y="0"/>
                  <a:pt x="0" y="10668"/>
                  <a:pt x="0" y="23813"/>
                </a:cubicBezTo>
                <a:lnTo>
                  <a:pt x="0" y="290322"/>
                </a:lnTo>
                <a:cubicBezTo>
                  <a:pt x="0" y="303467"/>
                  <a:pt x="10668" y="314135"/>
                  <a:pt x="23813" y="314135"/>
                </a:cubicBezTo>
                <a:lnTo>
                  <a:pt x="114300" y="314135"/>
                </a:lnTo>
                <a:lnTo>
                  <a:pt x="114395" y="413957"/>
                </a:lnTo>
                <a:cubicBezTo>
                  <a:pt x="114395" y="419767"/>
                  <a:pt x="117920" y="424910"/>
                  <a:pt x="123253" y="427101"/>
                </a:cubicBezTo>
                <a:cubicBezTo>
                  <a:pt x="125063" y="427863"/>
                  <a:pt x="126873" y="428149"/>
                  <a:pt x="128683" y="428149"/>
                </a:cubicBezTo>
                <a:cubicBezTo>
                  <a:pt x="132398" y="428149"/>
                  <a:pt x="136017" y="426720"/>
                  <a:pt x="138779" y="423958"/>
                </a:cubicBezTo>
                <a:lnTo>
                  <a:pt x="248888" y="314039"/>
                </a:lnTo>
                <a:lnTo>
                  <a:pt x="404813" y="314039"/>
                </a:lnTo>
                <a:cubicBezTo>
                  <a:pt x="417957" y="314039"/>
                  <a:pt x="428625" y="303371"/>
                  <a:pt x="428625" y="290227"/>
                </a:cubicBezTo>
                <a:lnTo>
                  <a:pt x="428625" y="85630"/>
                </a:lnTo>
                <a:lnTo>
                  <a:pt x="457200" y="85630"/>
                </a:lnTo>
                <a:lnTo>
                  <a:pt x="457200" y="342900"/>
                </a:lnTo>
                <a:lnTo>
                  <a:pt x="300038" y="342710"/>
                </a:lnTo>
                <a:cubicBezTo>
                  <a:pt x="295942" y="342710"/>
                  <a:pt x="292608" y="344234"/>
                  <a:pt x="289941" y="346900"/>
                </a:cubicBezTo>
                <a:cubicBezTo>
                  <a:pt x="287274" y="349568"/>
                  <a:pt x="285750" y="353282"/>
                  <a:pt x="285750" y="357092"/>
                </a:cubicBezTo>
                <a:lnTo>
                  <a:pt x="285750" y="379857"/>
                </a:lnTo>
                <a:lnTo>
                  <a:pt x="252984" y="347091"/>
                </a:lnTo>
                <a:cubicBezTo>
                  <a:pt x="247364" y="341471"/>
                  <a:pt x="238316" y="341471"/>
                  <a:pt x="232791" y="347091"/>
                </a:cubicBezTo>
                <a:cubicBezTo>
                  <a:pt x="227171" y="352711"/>
                  <a:pt x="227267" y="361760"/>
                  <a:pt x="232791" y="367284"/>
                </a:cubicBezTo>
                <a:lnTo>
                  <a:pt x="289941" y="424339"/>
                </a:lnTo>
                <a:cubicBezTo>
                  <a:pt x="289941" y="424339"/>
                  <a:pt x="289941" y="424339"/>
                  <a:pt x="289941" y="424339"/>
                </a:cubicBezTo>
                <a:lnTo>
                  <a:pt x="289941" y="424339"/>
                </a:lnTo>
                <a:cubicBezTo>
                  <a:pt x="289941" y="424339"/>
                  <a:pt x="289941" y="424339"/>
                  <a:pt x="289941" y="424339"/>
                </a:cubicBezTo>
                <a:cubicBezTo>
                  <a:pt x="291275" y="425672"/>
                  <a:pt x="292894" y="426720"/>
                  <a:pt x="294608" y="427482"/>
                </a:cubicBezTo>
                <a:cubicBezTo>
                  <a:pt x="294704" y="427482"/>
                  <a:pt x="294704" y="427482"/>
                  <a:pt x="294799" y="427577"/>
                </a:cubicBezTo>
                <a:cubicBezTo>
                  <a:pt x="296418" y="428244"/>
                  <a:pt x="298133" y="428625"/>
                  <a:pt x="300038" y="428625"/>
                </a:cubicBezTo>
                <a:cubicBezTo>
                  <a:pt x="301847" y="428625"/>
                  <a:pt x="303657" y="428244"/>
                  <a:pt x="305276" y="427577"/>
                </a:cubicBezTo>
                <a:cubicBezTo>
                  <a:pt x="305372" y="427577"/>
                  <a:pt x="305467" y="427577"/>
                  <a:pt x="305467" y="427482"/>
                </a:cubicBezTo>
                <a:cubicBezTo>
                  <a:pt x="308991" y="426053"/>
                  <a:pt x="311753" y="423196"/>
                  <a:pt x="313277" y="419672"/>
                </a:cubicBezTo>
                <a:cubicBezTo>
                  <a:pt x="313277" y="419576"/>
                  <a:pt x="313277" y="419481"/>
                  <a:pt x="313373" y="419481"/>
                </a:cubicBezTo>
                <a:cubicBezTo>
                  <a:pt x="314039" y="417862"/>
                  <a:pt x="314420" y="416147"/>
                  <a:pt x="314420" y="414338"/>
                </a:cubicBezTo>
                <a:lnTo>
                  <a:pt x="314420" y="371380"/>
                </a:lnTo>
                <a:lnTo>
                  <a:pt x="461963" y="371475"/>
                </a:lnTo>
                <a:cubicBezTo>
                  <a:pt x="475107" y="371475"/>
                  <a:pt x="485775" y="360807"/>
                  <a:pt x="485775" y="347663"/>
                </a:cubicBezTo>
                <a:lnTo>
                  <a:pt x="485775" y="71342"/>
                </a:lnTo>
                <a:cubicBezTo>
                  <a:pt x="485775" y="63532"/>
                  <a:pt x="479393" y="57055"/>
                  <a:pt x="471488" y="57055"/>
                </a:cubicBezTo>
                <a:close/>
                <a:moveTo>
                  <a:pt x="242888" y="285560"/>
                </a:moveTo>
                <a:cubicBezTo>
                  <a:pt x="239078" y="285560"/>
                  <a:pt x="235458" y="287084"/>
                  <a:pt x="232791" y="289751"/>
                </a:cubicBezTo>
                <a:lnTo>
                  <a:pt x="142875" y="379571"/>
                </a:lnTo>
                <a:lnTo>
                  <a:pt x="142875" y="299847"/>
                </a:lnTo>
                <a:cubicBezTo>
                  <a:pt x="142875" y="291941"/>
                  <a:pt x="136493" y="285560"/>
                  <a:pt x="128588" y="285560"/>
                </a:cubicBezTo>
                <a:lnTo>
                  <a:pt x="28575" y="285560"/>
                </a:lnTo>
                <a:lnTo>
                  <a:pt x="28575" y="28575"/>
                </a:lnTo>
                <a:lnTo>
                  <a:pt x="400050" y="28575"/>
                </a:lnTo>
                <a:lnTo>
                  <a:pt x="400050" y="69723"/>
                </a:lnTo>
                <a:cubicBezTo>
                  <a:pt x="399955" y="70295"/>
                  <a:pt x="399860" y="70771"/>
                  <a:pt x="399860" y="71342"/>
                </a:cubicBezTo>
                <a:cubicBezTo>
                  <a:pt x="399860" y="71914"/>
                  <a:pt x="399955" y="72485"/>
                  <a:pt x="400050" y="72962"/>
                </a:cubicBezTo>
                <a:lnTo>
                  <a:pt x="400050" y="285560"/>
                </a:lnTo>
                <a:lnTo>
                  <a:pt x="242888" y="285560"/>
                </a:lnTo>
                <a:close/>
              </a:path>
            </a:pathLst>
          </a:custGeom>
          <a:solidFill>
            <a:srgbClr val="211452"/>
          </a:solidFill>
          <a:ln w="9525" cap="flat">
            <a:noFill/>
            <a:prstDash val="solid"/>
            <a:miter/>
          </a:ln>
        </p:spPr>
        <p:txBody>
          <a:bodyPr rtlCol="0" anchor="ctr"/>
          <a:lstStyle/>
          <a:p>
            <a:endParaRPr lang="en-US"/>
          </a:p>
        </p:txBody>
      </p:sp>
      <p:sp>
        <p:nvSpPr>
          <p:cNvPr id="307" name="Grafik 54">
            <a:extLst>
              <a:ext uri="{FF2B5EF4-FFF2-40B4-BE49-F238E27FC236}">
                <a16:creationId xmlns:a16="http://schemas.microsoft.com/office/drawing/2014/main" id="{05A11902-31CB-469A-ADE3-A7D56E5786A3}"/>
              </a:ext>
            </a:extLst>
          </p:cNvPr>
          <p:cNvSpPr/>
          <p:nvPr/>
        </p:nvSpPr>
        <p:spPr bwMode="gray">
          <a:xfrm>
            <a:off x="7481085" y="2847972"/>
            <a:ext cx="483305" cy="485679"/>
          </a:xfrm>
          <a:custGeom>
            <a:avLst/>
            <a:gdLst>
              <a:gd name="connsiteX0" fmla="*/ 422529 w 483305"/>
              <a:gd name="connsiteY0" fmla="*/ 87059 h 485679"/>
              <a:gd name="connsiteX1" fmla="*/ 308229 w 483305"/>
              <a:gd name="connsiteY1" fmla="*/ 2762 h 485679"/>
              <a:gd name="connsiteX2" fmla="*/ 299752 w 483305"/>
              <a:gd name="connsiteY2" fmla="*/ 0 h 485679"/>
              <a:gd name="connsiteX3" fmla="*/ 242888 w 483305"/>
              <a:gd name="connsiteY3" fmla="*/ 0 h 485679"/>
              <a:gd name="connsiteX4" fmla="*/ 71533 w 483305"/>
              <a:gd name="connsiteY4" fmla="*/ 0 h 485679"/>
              <a:gd name="connsiteX5" fmla="*/ 14288 w 483305"/>
              <a:gd name="connsiteY5" fmla="*/ 0 h 485679"/>
              <a:gd name="connsiteX6" fmla="*/ 0 w 483305"/>
              <a:gd name="connsiteY6" fmla="*/ 14288 h 485679"/>
              <a:gd name="connsiteX7" fmla="*/ 0 w 483305"/>
              <a:gd name="connsiteY7" fmla="*/ 413385 h 485679"/>
              <a:gd name="connsiteX8" fmla="*/ 14288 w 483305"/>
              <a:gd name="connsiteY8" fmla="*/ 427673 h 485679"/>
              <a:gd name="connsiteX9" fmla="*/ 147733 w 483305"/>
              <a:gd name="connsiteY9" fmla="*/ 427673 h 485679"/>
              <a:gd name="connsiteX10" fmla="*/ 162020 w 483305"/>
              <a:gd name="connsiteY10" fmla="*/ 413385 h 485679"/>
              <a:gd name="connsiteX11" fmla="*/ 147733 w 483305"/>
              <a:gd name="connsiteY11" fmla="*/ 399098 h 485679"/>
              <a:gd name="connsiteX12" fmla="*/ 28575 w 483305"/>
              <a:gd name="connsiteY12" fmla="*/ 399098 h 485679"/>
              <a:gd name="connsiteX13" fmla="*/ 28575 w 483305"/>
              <a:gd name="connsiteY13" fmla="*/ 28575 h 485679"/>
              <a:gd name="connsiteX14" fmla="*/ 57245 w 483305"/>
              <a:gd name="connsiteY14" fmla="*/ 28575 h 485679"/>
              <a:gd name="connsiteX15" fmla="*/ 57245 w 483305"/>
              <a:gd name="connsiteY15" fmla="*/ 128492 h 485679"/>
              <a:gd name="connsiteX16" fmla="*/ 71533 w 483305"/>
              <a:gd name="connsiteY16" fmla="*/ 142780 h 485679"/>
              <a:gd name="connsiteX17" fmla="*/ 242888 w 483305"/>
              <a:gd name="connsiteY17" fmla="*/ 142780 h 485679"/>
              <a:gd name="connsiteX18" fmla="*/ 257175 w 483305"/>
              <a:gd name="connsiteY18" fmla="*/ 128492 h 485679"/>
              <a:gd name="connsiteX19" fmla="*/ 257175 w 483305"/>
              <a:gd name="connsiteY19" fmla="*/ 28575 h 485679"/>
              <a:gd name="connsiteX20" fmla="*/ 294989 w 483305"/>
              <a:gd name="connsiteY20" fmla="*/ 28575 h 485679"/>
              <a:gd name="connsiteX21" fmla="*/ 399764 w 483305"/>
              <a:gd name="connsiteY21" fmla="*/ 105823 h 485679"/>
              <a:gd name="connsiteX22" fmla="*/ 399764 w 483305"/>
              <a:gd name="connsiteY22" fmla="*/ 180404 h 485679"/>
              <a:gd name="connsiteX23" fmla="*/ 414052 w 483305"/>
              <a:gd name="connsiteY23" fmla="*/ 194691 h 485679"/>
              <a:gd name="connsiteX24" fmla="*/ 428339 w 483305"/>
              <a:gd name="connsiteY24" fmla="*/ 180404 h 485679"/>
              <a:gd name="connsiteX25" fmla="*/ 428339 w 483305"/>
              <a:gd name="connsiteY25" fmla="*/ 98679 h 485679"/>
              <a:gd name="connsiteX26" fmla="*/ 422529 w 483305"/>
              <a:gd name="connsiteY26" fmla="*/ 87059 h 485679"/>
              <a:gd name="connsiteX27" fmla="*/ 228600 w 483305"/>
              <a:gd name="connsiteY27" fmla="*/ 114205 h 485679"/>
              <a:gd name="connsiteX28" fmla="*/ 85820 w 483305"/>
              <a:gd name="connsiteY28" fmla="*/ 114205 h 485679"/>
              <a:gd name="connsiteX29" fmla="*/ 85820 w 483305"/>
              <a:gd name="connsiteY29" fmla="*/ 28575 h 485679"/>
              <a:gd name="connsiteX30" fmla="*/ 228600 w 483305"/>
              <a:gd name="connsiteY30" fmla="*/ 28575 h 485679"/>
              <a:gd name="connsiteX31" fmla="*/ 228600 w 483305"/>
              <a:gd name="connsiteY31" fmla="*/ 114205 h 485679"/>
              <a:gd name="connsiteX32" fmla="*/ 356045 w 483305"/>
              <a:gd name="connsiteY32" fmla="*/ 485680 h 485679"/>
              <a:gd name="connsiteX33" fmla="*/ 296704 w 483305"/>
              <a:gd name="connsiteY33" fmla="*/ 485680 h 485679"/>
              <a:gd name="connsiteX34" fmla="*/ 276416 w 483305"/>
              <a:gd name="connsiteY34" fmla="*/ 465392 h 485679"/>
              <a:gd name="connsiteX35" fmla="*/ 276416 w 483305"/>
              <a:gd name="connsiteY35" fmla="*/ 454914 h 485679"/>
              <a:gd name="connsiteX36" fmla="*/ 235268 w 483305"/>
              <a:gd name="connsiteY36" fmla="*/ 429197 h 485679"/>
              <a:gd name="connsiteX37" fmla="*/ 226028 w 483305"/>
              <a:gd name="connsiteY37" fmla="*/ 433769 h 485679"/>
              <a:gd name="connsiteX38" fmla="*/ 198882 w 483305"/>
              <a:gd name="connsiteY38" fmla="*/ 424625 h 485679"/>
              <a:gd name="connsiteX39" fmla="*/ 172688 w 483305"/>
              <a:gd name="connsiteY39" fmla="*/ 371475 h 485679"/>
              <a:gd name="connsiteX40" fmla="*/ 181832 w 483305"/>
              <a:gd name="connsiteY40" fmla="*/ 344329 h 485679"/>
              <a:gd name="connsiteX41" fmla="*/ 190976 w 483305"/>
              <a:gd name="connsiteY41" fmla="*/ 339757 h 485679"/>
              <a:gd name="connsiteX42" fmla="*/ 190405 w 483305"/>
              <a:gd name="connsiteY42" fmla="*/ 328136 h 485679"/>
              <a:gd name="connsiteX43" fmla="*/ 190976 w 483305"/>
              <a:gd name="connsiteY43" fmla="*/ 316516 h 485679"/>
              <a:gd name="connsiteX44" fmla="*/ 181832 w 483305"/>
              <a:gd name="connsiteY44" fmla="*/ 311944 h 485679"/>
              <a:gd name="connsiteX45" fmla="*/ 172688 w 483305"/>
              <a:gd name="connsiteY45" fmla="*/ 284798 h 485679"/>
              <a:gd name="connsiteX46" fmla="*/ 199073 w 483305"/>
              <a:gd name="connsiteY46" fmla="*/ 231648 h 485679"/>
              <a:gd name="connsiteX47" fmla="*/ 226219 w 483305"/>
              <a:gd name="connsiteY47" fmla="*/ 222504 h 485679"/>
              <a:gd name="connsiteX48" fmla="*/ 235458 w 483305"/>
              <a:gd name="connsiteY48" fmla="*/ 227076 h 485679"/>
              <a:gd name="connsiteX49" fmla="*/ 276606 w 483305"/>
              <a:gd name="connsiteY49" fmla="*/ 201359 h 485679"/>
              <a:gd name="connsiteX50" fmla="*/ 276606 w 483305"/>
              <a:gd name="connsiteY50" fmla="*/ 191167 h 485679"/>
              <a:gd name="connsiteX51" fmla="*/ 296894 w 483305"/>
              <a:gd name="connsiteY51" fmla="*/ 170879 h 485679"/>
              <a:gd name="connsiteX52" fmla="*/ 356235 w 483305"/>
              <a:gd name="connsiteY52" fmla="*/ 170879 h 485679"/>
              <a:gd name="connsiteX53" fmla="*/ 376523 w 483305"/>
              <a:gd name="connsiteY53" fmla="*/ 191167 h 485679"/>
              <a:gd name="connsiteX54" fmla="*/ 376523 w 483305"/>
              <a:gd name="connsiteY54" fmla="*/ 201073 h 485679"/>
              <a:gd name="connsiteX55" fmla="*/ 418433 w 483305"/>
              <a:gd name="connsiteY55" fmla="*/ 227076 h 485679"/>
              <a:gd name="connsiteX56" fmla="*/ 427673 w 483305"/>
              <a:gd name="connsiteY56" fmla="*/ 222504 h 485679"/>
              <a:gd name="connsiteX57" fmla="*/ 443198 w 483305"/>
              <a:gd name="connsiteY57" fmla="*/ 221456 h 485679"/>
              <a:gd name="connsiteX58" fmla="*/ 454819 w 483305"/>
              <a:gd name="connsiteY58" fmla="*/ 231648 h 485679"/>
              <a:gd name="connsiteX59" fmla="*/ 481203 w 483305"/>
              <a:gd name="connsiteY59" fmla="*/ 284798 h 485679"/>
              <a:gd name="connsiteX60" fmla="*/ 472059 w 483305"/>
              <a:gd name="connsiteY60" fmla="*/ 311944 h 485679"/>
              <a:gd name="connsiteX61" fmla="*/ 462915 w 483305"/>
              <a:gd name="connsiteY61" fmla="*/ 316516 h 485679"/>
              <a:gd name="connsiteX62" fmla="*/ 463487 w 483305"/>
              <a:gd name="connsiteY62" fmla="*/ 328136 h 485679"/>
              <a:gd name="connsiteX63" fmla="*/ 462915 w 483305"/>
              <a:gd name="connsiteY63" fmla="*/ 339757 h 485679"/>
              <a:gd name="connsiteX64" fmla="*/ 472059 w 483305"/>
              <a:gd name="connsiteY64" fmla="*/ 344329 h 485679"/>
              <a:gd name="connsiteX65" fmla="*/ 481203 w 483305"/>
              <a:gd name="connsiteY65" fmla="*/ 371475 h 485679"/>
              <a:gd name="connsiteX66" fmla="*/ 454819 w 483305"/>
              <a:gd name="connsiteY66" fmla="*/ 424625 h 485679"/>
              <a:gd name="connsiteX67" fmla="*/ 443198 w 483305"/>
              <a:gd name="connsiteY67" fmla="*/ 434816 h 485679"/>
              <a:gd name="connsiteX68" fmla="*/ 427673 w 483305"/>
              <a:gd name="connsiteY68" fmla="*/ 433769 h 485679"/>
              <a:gd name="connsiteX69" fmla="*/ 418433 w 483305"/>
              <a:gd name="connsiteY69" fmla="*/ 429197 h 485679"/>
              <a:gd name="connsiteX70" fmla="*/ 376523 w 483305"/>
              <a:gd name="connsiteY70" fmla="*/ 455200 h 485679"/>
              <a:gd name="connsiteX71" fmla="*/ 376523 w 483305"/>
              <a:gd name="connsiteY71" fmla="*/ 465392 h 485679"/>
              <a:gd name="connsiteX72" fmla="*/ 356045 w 483305"/>
              <a:gd name="connsiteY72" fmla="*/ 485680 h 485679"/>
              <a:gd name="connsiteX73" fmla="*/ 305086 w 483305"/>
              <a:gd name="connsiteY73" fmla="*/ 457105 h 485679"/>
              <a:gd name="connsiteX74" fmla="*/ 347758 w 483305"/>
              <a:gd name="connsiteY74" fmla="*/ 457105 h 485679"/>
              <a:gd name="connsiteX75" fmla="*/ 347758 w 483305"/>
              <a:gd name="connsiteY75" fmla="*/ 449390 h 485679"/>
              <a:gd name="connsiteX76" fmla="*/ 361474 w 483305"/>
              <a:gd name="connsiteY76" fmla="*/ 430244 h 485679"/>
              <a:gd name="connsiteX77" fmla="*/ 402431 w 483305"/>
              <a:gd name="connsiteY77" fmla="*/ 404813 h 485679"/>
              <a:gd name="connsiteX78" fmla="*/ 425672 w 483305"/>
              <a:gd name="connsiteY78" fmla="*/ 401003 h 485679"/>
              <a:gd name="connsiteX79" fmla="*/ 432625 w 483305"/>
              <a:gd name="connsiteY79" fmla="*/ 404432 h 485679"/>
              <a:gd name="connsiteX80" fmla="*/ 451580 w 483305"/>
              <a:gd name="connsiteY80" fmla="*/ 366236 h 485679"/>
              <a:gd name="connsiteX81" fmla="*/ 444627 w 483305"/>
              <a:gd name="connsiteY81" fmla="*/ 362807 h 485679"/>
              <a:gd name="connsiteX82" fmla="*/ 433578 w 483305"/>
              <a:gd name="connsiteY82" fmla="*/ 341852 h 485679"/>
              <a:gd name="connsiteX83" fmla="*/ 434531 w 483305"/>
              <a:gd name="connsiteY83" fmla="*/ 328136 h 485679"/>
              <a:gd name="connsiteX84" fmla="*/ 433578 w 483305"/>
              <a:gd name="connsiteY84" fmla="*/ 314420 h 485679"/>
              <a:gd name="connsiteX85" fmla="*/ 444627 w 483305"/>
              <a:gd name="connsiteY85" fmla="*/ 293465 h 485679"/>
              <a:gd name="connsiteX86" fmla="*/ 451580 w 483305"/>
              <a:gd name="connsiteY86" fmla="*/ 290036 h 485679"/>
              <a:gd name="connsiteX87" fmla="*/ 432625 w 483305"/>
              <a:gd name="connsiteY87" fmla="*/ 251841 h 485679"/>
              <a:gd name="connsiteX88" fmla="*/ 425577 w 483305"/>
              <a:gd name="connsiteY88" fmla="*/ 255270 h 485679"/>
              <a:gd name="connsiteX89" fmla="*/ 402336 w 483305"/>
              <a:gd name="connsiteY89" fmla="*/ 251460 h 485679"/>
              <a:gd name="connsiteX90" fmla="*/ 361474 w 483305"/>
              <a:gd name="connsiteY90" fmla="*/ 226124 h 485679"/>
              <a:gd name="connsiteX91" fmla="*/ 347663 w 483305"/>
              <a:gd name="connsiteY91" fmla="*/ 206978 h 485679"/>
              <a:gd name="connsiteX92" fmla="*/ 347663 w 483305"/>
              <a:gd name="connsiteY92" fmla="*/ 199549 h 485679"/>
              <a:gd name="connsiteX93" fmla="*/ 304991 w 483305"/>
              <a:gd name="connsiteY93" fmla="*/ 199549 h 485679"/>
              <a:gd name="connsiteX94" fmla="*/ 304991 w 483305"/>
              <a:gd name="connsiteY94" fmla="*/ 207169 h 485679"/>
              <a:gd name="connsiteX95" fmla="*/ 291370 w 483305"/>
              <a:gd name="connsiteY95" fmla="*/ 226219 h 485679"/>
              <a:gd name="connsiteX96" fmla="*/ 251079 w 483305"/>
              <a:gd name="connsiteY96" fmla="*/ 251460 h 485679"/>
              <a:gd name="connsiteX97" fmla="*/ 227838 w 483305"/>
              <a:gd name="connsiteY97" fmla="*/ 255270 h 485679"/>
              <a:gd name="connsiteX98" fmla="*/ 220885 w 483305"/>
              <a:gd name="connsiteY98" fmla="*/ 251841 h 485679"/>
              <a:gd name="connsiteX99" fmla="*/ 201930 w 483305"/>
              <a:gd name="connsiteY99" fmla="*/ 290036 h 485679"/>
              <a:gd name="connsiteX100" fmla="*/ 208883 w 483305"/>
              <a:gd name="connsiteY100" fmla="*/ 293465 h 485679"/>
              <a:gd name="connsiteX101" fmla="*/ 219932 w 483305"/>
              <a:gd name="connsiteY101" fmla="*/ 314420 h 485679"/>
              <a:gd name="connsiteX102" fmla="*/ 218980 w 483305"/>
              <a:gd name="connsiteY102" fmla="*/ 328136 h 485679"/>
              <a:gd name="connsiteX103" fmla="*/ 219932 w 483305"/>
              <a:gd name="connsiteY103" fmla="*/ 341852 h 485679"/>
              <a:gd name="connsiteX104" fmla="*/ 208883 w 483305"/>
              <a:gd name="connsiteY104" fmla="*/ 362807 h 485679"/>
              <a:gd name="connsiteX105" fmla="*/ 201930 w 483305"/>
              <a:gd name="connsiteY105" fmla="*/ 366236 h 485679"/>
              <a:gd name="connsiteX106" fmla="*/ 220885 w 483305"/>
              <a:gd name="connsiteY106" fmla="*/ 404432 h 485679"/>
              <a:gd name="connsiteX107" fmla="*/ 227933 w 483305"/>
              <a:gd name="connsiteY107" fmla="*/ 401003 h 485679"/>
              <a:gd name="connsiteX108" fmla="*/ 251174 w 483305"/>
              <a:gd name="connsiteY108" fmla="*/ 404813 h 485679"/>
              <a:gd name="connsiteX109" fmla="*/ 291465 w 483305"/>
              <a:gd name="connsiteY109" fmla="*/ 429959 h 485679"/>
              <a:gd name="connsiteX110" fmla="*/ 305086 w 483305"/>
              <a:gd name="connsiteY110" fmla="*/ 449104 h 485679"/>
              <a:gd name="connsiteX111" fmla="*/ 305086 w 483305"/>
              <a:gd name="connsiteY111" fmla="*/ 457105 h 485679"/>
              <a:gd name="connsiteX112" fmla="*/ 413004 w 483305"/>
              <a:gd name="connsiteY112" fmla="*/ 426625 h 485679"/>
              <a:gd name="connsiteX113" fmla="*/ 413004 w 483305"/>
              <a:gd name="connsiteY113" fmla="*/ 426625 h 485679"/>
              <a:gd name="connsiteX114" fmla="*/ 413004 w 483305"/>
              <a:gd name="connsiteY114" fmla="*/ 426625 h 485679"/>
              <a:gd name="connsiteX115" fmla="*/ 429006 w 483305"/>
              <a:gd name="connsiteY115" fmla="*/ 411956 h 485679"/>
              <a:gd name="connsiteX116" fmla="*/ 429006 w 483305"/>
              <a:gd name="connsiteY116" fmla="*/ 411956 h 485679"/>
              <a:gd name="connsiteX117" fmla="*/ 429006 w 483305"/>
              <a:gd name="connsiteY117" fmla="*/ 411956 h 485679"/>
              <a:gd name="connsiteX118" fmla="*/ 459105 w 483305"/>
              <a:gd name="connsiteY118" fmla="*/ 369951 h 485679"/>
              <a:gd name="connsiteX119" fmla="*/ 459105 w 483305"/>
              <a:gd name="connsiteY119" fmla="*/ 369951 h 485679"/>
              <a:gd name="connsiteX120" fmla="*/ 459105 w 483305"/>
              <a:gd name="connsiteY120" fmla="*/ 369951 h 485679"/>
              <a:gd name="connsiteX121" fmla="*/ 196215 w 483305"/>
              <a:gd name="connsiteY121" fmla="*/ 337185 h 485679"/>
              <a:gd name="connsiteX122" fmla="*/ 196215 w 483305"/>
              <a:gd name="connsiteY122" fmla="*/ 337185 h 485679"/>
              <a:gd name="connsiteX123" fmla="*/ 196215 w 483305"/>
              <a:gd name="connsiteY123" fmla="*/ 337185 h 485679"/>
              <a:gd name="connsiteX124" fmla="*/ 457295 w 483305"/>
              <a:gd name="connsiteY124" fmla="*/ 337185 h 485679"/>
              <a:gd name="connsiteX125" fmla="*/ 457295 w 483305"/>
              <a:gd name="connsiteY125" fmla="*/ 337185 h 485679"/>
              <a:gd name="connsiteX126" fmla="*/ 457295 w 483305"/>
              <a:gd name="connsiteY126" fmla="*/ 337185 h 485679"/>
              <a:gd name="connsiteX127" fmla="*/ 196215 w 483305"/>
              <a:gd name="connsiteY127" fmla="*/ 319088 h 485679"/>
              <a:gd name="connsiteX128" fmla="*/ 196215 w 483305"/>
              <a:gd name="connsiteY128" fmla="*/ 319088 h 485679"/>
              <a:gd name="connsiteX129" fmla="*/ 196215 w 483305"/>
              <a:gd name="connsiteY129" fmla="*/ 319088 h 485679"/>
              <a:gd name="connsiteX130" fmla="*/ 457391 w 483305"/>
              <a:gd name="connsiteY130" fmla="*/ 319088 h 485679"/>
              <a:gd name="connsiteX131" fmla="*/ 457391 w 483305"/>
              <a:gd name="connsiteY131" fmla="*/ 319088 h 485679"/>
              <a:gd name="connsiteX132" fmla="*/ 457391 w 483305"/>
              <a:gd name="connsiteY132" fmla="*/ 319088 h 485679"/>
              <a:gd name="connsiteX133" fmla="*/ 429006 w 483305"/>
              <a:gd name="connsiteY133" fmla="*/ 244412 h 485679"/>
              <a:gd name="connsiteX134" fmla="*/ 429006 w 483305"/>
              <a:gd name="connsiteY134" fmla="*/ 244412 h 485679"/>
              <a:gd name="connsiteX135" fmla="*/ 429006 w 483305"/>
              <a:gd name="connsiteY135" fmla="*/ 244412 h 485679"/>
              <a:gd name="connsiteX136" fmla="*/ 413004 w 483305"/>
              <a:gd name="connsiteY136" fmla="*/ 229648 h 485679"/>
              <a:gd name="connsiteX137" fmla="*/ 413004 w 483305"/>
              <a:gd name="connsiteY137" fmla="*/ 229648 h 485679"/>
              <a:gd name="connsiteX138" fmla="*/ 413004 w 483305"/>
              <a:gd name="connsiteY138" fmla="*/ 229648 h 485679"/>
              <a:gd name="connsiteX139" fmla="*/ 326803 w 483305"/>
              <a:gd name="connsiteY139" fmla="*/ 400241 h 485679"/>
              <a:gd name="connsiteX140" fmla="*/ 252889 w 483305"/>
              <a:gd name="connsiteY140" fmla="*/ 326326 h 485679"/>
              <a:gd name="connsiteX141" fmla="*/ 326803 w 483305"/>
              <a:gd name="connsiteY141" fmla="*/ 252413 h 485679"/>
              <a:gd name="connsiteX142" fmla="*/ 400717 w 483305"/>
              <a:gd name="connsiteY142" fmla="*/ 326326 h 485679"/>
              <a:gd name="connsiteX143" fmla="*/ 326803 w 483305"/>
              <a:gd name="connsiteY143" fmla="*/ 400241 h 485679"/>
              <a:gd name="connsiteX144" fmla="*/ 326803 w 483305"/>
              <a:gd name="connsiteY144" fmla="*/ 280988 h 485679"/>
              <a:gd name="connsiteX145" fmla="*/ 281464 w 483305"/>
              <a:gd name="connsiteY145" fmla="*/ 326326 h 485679"/>
              <a:gd name="connsiteX146" fmla="*/ 326803 w 483305"/>
              <a:gd name="connsiteY146" fmla="*/ 371666 h 485679"/>
              <a:gd name="connsiteX147" fmla="*/ 372142 w 483305"/>
              <a:gd name="connsiteY147" fmla="*/ 326326 h 485679"/>
              <a:gd name="connsiteX148" fmla="*/ 326803 w 483305"/>
              <a:gd name="connsiteY148" fmla="*/ 280988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483305" h="485679">
                <a:moveTo>
                  <a:pt x="422529" y="87059"/>
                </a:moveTo>
                <a:lnTo>
                  <a:pt x="308229" y="2762"/>
                </a:lnTo>
                <a:cubicBezTo>
                  <a:pt x="305753" y="953"/>
                  <a:pt x="302800" y="0"/>
                  <a:pt x="299752" y="0"/>
                </a:cubicBezTo>
                <a:lnTo>
                  <a:pt x="242888" y="0"/>
                </a:lnTo>
                <a:lnTo>
                  <a:pt x="71533" y="0"/>
                </a:lnTo>
                <a:lnTo>
                  <a:pt x="14288" y="0"/>
                </a:lnTo>
                <a:cubicBezTo>
                  <a:pt x="6382" y="0"/>
                  <a:pt x="0" y="6382"/>
                  <a:pt x="0" y="14288"/>
                </a:cubicBezTo>
                <a:lnTo>
                  <a:pt x="0" y="413385"/>
                </a:lnTo>
                <a:cubicBezTo>
                  <a:pt x="0" y="421291"/>
                  <a:pt x="6382" y="427673"/>
                  <a:pt x="14288" y="427673"/>
                </a:cubicBezTo>
                <a:lnTo>
                  <a:pt x="147733" y="427673"/>
                </a:lnTo>
                <a:cubicBezTo>
                  <a:pt x="155639" y="427673"/>
                  <a:pt x="162020" y="421291"/>
                  <a:pt x="162020" y="413385"/>
                </a:cubicBezTo>
                <a:cubicBezTo>
                  <a:pt x="162020" y="405479"/>
                  <a:pt x="155639" y="399098"/>
                  <a:pt x="147733" y="399098"/>
                </a:cubicBezTo>
                <a:lnTo>
                  <a:pt x="28575" y="399098"/>
                </a:lnTo>
                <a:lnTo>
                  <a:pt x="28575" y="28575"/>
                </a:lnTo>
                <a:lnTo>
                  <a:pt x="57245" y="28575"/>
                </a:lnTo>
                <a:lnTo>
                  <a:pt x="57245" y="128492"/>
                </a:lnTo>
                <a:cubicBezTo>
                  <a:pt x="57245" y="136398"/>
                  <a:pt x="63627" y="142780"/>
                  <a:pt x="71533" y="142780"/>
                </a:cubicBezTo>
                <a:lnTo>
                  <a:pt x="242888" y="142780"/>
                </a:lnTo>
                <a:cubicBezTo>
                  <a:pt x="250793" y="142780"/>
                  <a:pt x="257175" y="136398"/>
                  <a:pt x="257175" y="128492"/>
                </a:cubicBezTo>
                <a:lnTo>
                  <a:pt x="257175" y="28575"/>
                </a:lnTo>
                <a:lnTo>
                  <a:pt x="294989" y="28575"/>
                </a:lnTo>
                <a:lnTo>
                  <a:pt x="399764" y="105823"/>
                </a:lnTo>
                <a:lnTo>
                  <a:pt x="399764" y="180404"/>
                </a:lnTo>
                <a:cubicBezTo>
                  <a:pt x="399764" y="188309"/>
                  <a:pt x="406146" y="194691"/>
                  <a:pt x="414052" y="194691"/>
                </a:cubicBezTo>
                <a:cubicBezTo>
                  <a:pt x="421958" y="194691"/>
                  <a:pt x="428339" y="188309"/>
                  <a:pt x="428339" y="180404"/>
                </a:cubicBezTo>
                <a:lnTo>
                  <a:pt x="428339" y="98679"/>
                </a:lnTo>
                <a:cubicBezTo>
                  <a:pt x="428339" y="94012"/>
                  <a:pt x="426149" y="89821"/>
                  <a:pt x="422529" y="87059"/>
                </a:cubicBezTo>
                <a:close/>
                <a:moveTo>
                  <a:pt x="228600" y="114205"/>
                </a:moveTo>
                <a:lnTo>
                  <a:pt x="85820" y="114205"/>
                </a:lnTo>
                <a:lnTo>
                  <a:pt x="85820" y="28575"/>
                </a:lnTo>
                <a:lnTo>
                  <a:pt x="228600" y="28575"/>
                </a:lnTo>
                <a:lnTo>
                  <a:pt x="228600" y="114205"/>
                </a:lnTo>
                <a:close/>
                <a:moveTo>
                  <a:pt x="356045" y="485680"/>
                </a:moveTo>
                <a:lnTo>
                  <a:pt x="296704" y="485680"/>
                </a:lnTo>
                <a:cubicBezTo>
                  <a:pt x="285560" y="485680"/>
                  <a:pt x="276416" y="476631"/>
                  <a:pt x="276416" y="465392"/>
                </a:cubicBezTo>
                <a:lnTo>
                  <a:pt x="276416" y="454914"/>
                </a:lnTo>
                <a:cubicBezTo>
                  <a:pt x="261461" y="448913"/>
                  <a:pt x="247364" y="440150"/>
                  <a:pt x="235268" y="429197"/>
                </a:cubicBezTo>
                <a:lnTo>
                  <a:pt x="226028" y="433769"/>
                </a:lnTo>
                <a:cubicBezTo>
                  <a:pt x="216027" y="438722"/>
                  <a:pt x="203835" y="434626"/>
                  <a:pt x="198882" y="424625"/>
                </a:cubicBezTo>
                <a:lnTo>
                  <a:pt x="172688" y="371475"/>
                </a:lnTo>
                <a:cubicBezTo>
                  <a:pt x="167735" y="361474"/>
                  <a:pt x="171831" y="349282"/>
                  <a:pt x="181832" y="344329"/>
                </a:cubicBezTo>
                <a:lnTo>
                  <a:pt x="190976" y="339757"/>
                </a:lnTo>
                <a:cubicBezTo>
                  <a:pt x="190595" y="335756"/>
                  <a:pt x="190405" y="331851"/>
                  <a:pt x="190405" y="328136"/>
                </a:cubicBezTo>
                <a:cubicBezTo>
                  <a:pt x="190405" y="324422"/>
                  <a:pt x="190595" y="320516"/>
                  <a:pt x="190976" y="316516"/>
                </a:cubicBezTo>
                <a:lnTo>
                  <a:pt x="181832" y="311944"/>
                </a:lnTo>
                <a:cubicBezTo>
                  <a:pt x="171831" y="306991"/>
                  <a:pt x="167735" y="294799"/>
                  <a:pt x="172688" y="284798"/>
                </a:cubicBezTo>
                <a:lnTo>
                  <a:pt x="199073" y="231648"/>
                </a:lnTo>
                <a:cubicBezTo>
                  <a:pt x="204026" y="221647"/>
                  <a:pt x="216218" y="217551"/>
                  <a:pt x="226219" y="222504"/>
                </a:cubicBezTo>
                <a:lnTo>
                  <a:pt x="235458" y="227076"/>
                </a:lnTo>
                <a:cubicBezTo>
                  <a:pt x="247555" y="216122"/>
                  <a:pt x="261556" y="207359"/>
                  <a:pt x="276606" y="201359"/>
                </a:cubicBezTo>
                <a:lnTo>
                  <a:pt x="276606" y="191167"/>
                </a:lnTo>
                <a:cubicBezTo>
                  <a:pt x="276606" y="180023"/>
                  <a:pt x="285655" y="170879"/>
                  <a:pt x="296894" y="170879"/>
                </a:cubicBezTo>
                <a:lnTo>
                  <a:pt x="356235" y="170879"/>
                </a:lnTo>
                <a:cubicBezTo>
                  <a:pt x="367379" y="170879"/>
                  <a:pt x="376523" y="179927"/>
                  <a:pt x="376523" y="191167"/>
                </a:cubicBezTo>
                <a:lnTo>
                  <a:pt x="376523" y="201073"/>
                </a:lnTo>
                <a:cubicBezTo>
                  <a:pt x="391763" y="207074"/>
                  <a:pt x="406146" y="215932"/>
                  <a:pt x="418433" y="227076"/>
                </a:cubicBezTo>
                <a:lnTo>
                  <a:pt x="427673" y="222504"/>
                </a:lnTo>
                <a:cubicBezTo>
                  <a:pt x="432530" y="220123"/>
                  <a:pt x="438055" y="219742"/>
                  <a:pt x="443198" y="221456"/>
                </a:cubicBezTo>
                <a:cubicBezTo>
                  <a:pt x="448342" y="223171"/>
                  <a:pt x="452438" y="226790"/>
                  <a:pt x="454819" y="231648"/>
                </a:cubicBezTo>
                <a:lnTo>
                  <a:pt x="481203" y="284798"/>
                </a:lnTo>
                <a:cubicBezTo>
                  <a:pt x="486156" y="294799"/>
                  <a:pt x="482060" y="306991"/>
                  <a:pt x="472059" y="311944"/>
                </a:cubicBezTo>
                <a:lnTo>
                  <a:pt x="462915" y="316516"/>
                </a:lnTo>
                <a:cubicBezTo>
                  <a:pt x="463296" y="320516"/>
                  <a:pt x="463487" y="324326"/>
                  <a:pt x="463487" y="328136"/>
                </a:cubicBezTo>
                <a:cubicBezTo>
                  <a:pt x="463487" y="331946"/>
                  <a:pt x="463296" y="335756"/>
                  <a:pt x="462915" y="339757"/>
                </a:cubicBezTo>
                <a:lnTo>
                  <a:pt x="472059" y="344329"/>
                </a:lnTo>
                <a:cubicBezTo>
                  <a:pt x="482060" y="349282"/>
                  <a:pt x="486156" y="361474"/>
                  <a:pt x="481203" y="371475"/>
                </a:cubicBezTo>
                <a:lnTo>
                  <a:pt x="454819" y="424625"/>
                </a:lnTo>
                <a:cubicBezTo>
                  <a:pt x="452438" y="429482"/>
                  <a:pt x="448247" y="433102"/>
                  <a:pt x="443198" y="434816"/>
                </a:cubicBezTo>
                <a:cubicBezTo>
                  <a:pt x="438055" y="436531"/>
                  <a:pt x="432530" y="436150"/>
                  <a:pt x="427673" y="433769"/>
                </a:cubicBezTo>
                <a:lnTo>
                  <a:pt x="418433" y="429197"/>
                </a:lnTo>
                <a:cubicBezTo>
                  <a:pt x="406146" y="440341"/>
                  <a:pt x="391859" y="449199"/>
                  <a:pt x="376523" y="455200"/>
                </a:cubicBezTo>
                <a:lnTo>
                  <a:pt x="376523" y="465392"/>
                </a:lnTo>
                <a:cubicBezTo>
                  <a:pt x="376333" y="476536"/>
                  <a:pt x="367189" y="485680"/>
                  <a:pt x="356045" y="485680"/>
                </a:cubicBezTo>
                <a:close/>
                <a:moveTo>
                  <a:pt x="305086" y="457105"/>
                </a:moveTo>
                <a:lnTo>
                  <a:pt x="347758" y="457105"/>
                </a:lnTo>
                <a:lnTo>
                  <a:pt x="347758" y="449390"/>
                </a:lnTo>
                <a:cubicBezTo>
                  <a:pt x="347758" y="440817"/>
                  <a:pt x="353282" y="433102"/>
                  <a:pt x="361474" y="430244"/>
                </a:cubicBezTo>
                <a:cubicBezTo>
                  <a:pt x="376714" y="425101"/>
                  <a:pt x="390811" y="416243"/>
                  <a:pt x="402431" y="404813"/>
                </a:cubicBezTo>
                <a:cubicBezTo>
                  <a:pt x="408623" y="398717"/>
                  <a:pt x="417957" y="397193"/>
                  <a:pt x="425672" y="401003"/>
                </a:cubicBezTo>
                <a:lnTo>
                  <a:pt x="432625" y="404432"/>
                </a:lnTo>
                <a:lnTo>
                  <a:pt x="451580" y="366236"/>
                </a:lnTo>
                <a:lnTo>
                  <a:pt x="444627" y="362807"/>
                </a:lnTo>
                <a:cubicBezTo>
                  <a:pt x="436817" y="358997"/>
                  <a:pt x="432435" y="350520"/>
                  <a:pt x="433578" y="341852"/>
                </a:cubicBezTo>
                <a:cubicBezTo>
                  <a:pt x="434245" y="336995"/>
                  <a:pt x="434531" y="332518"/>
                  <a:pt x="434531" y="328136"/>
                </a:cubicBezTo>
                <a:cubicBezTo>
                  <a:pt x="434531" y="323755"/>
                  <a:pt x="434245" y="319373"/>
                  <a:pt x="433578" y="314420"/>
                </a:cubicBezTo>
                <a:cubicBezTo>
                  <a:pt x="432435" y="305753"/>
                  <a:pt x="436817" y="297371"/>
                  <a:pt x="444627" y="293465"/>
                </a:cubicBezTo>
                <a:lnTo>
                  <a:pt x="451580" y="290036"/>
                </a:lnTo>
                <a:lnTo>
                  <a:pt x="432625" y="251841"/>
                </a:lnTo>
                <a:lnTo>
                  <a:pt x="425577" y="255270"/>
                </a:lnTo>
                <a:cubicBezTo>
                  <a:pt x="417862" y="259080"/>
                  <a:pt x="408527" y="257556"/>
                  <a:pt x="402336" y="251460"/>
                </a:cubicBezTo>
                <a:cubicBezTo>
                  <a:pt x="390811" y="240030"/>
                  <a:pt x="376619" y="231267"/>
                  <a:pt x="361474" y="226124"/>
                </a:cubicBezTo>
                <a:cubicBezTo>
                  <a:pt x="353187" y="223266"/>
                  <a:pt x="347663" y="215551"/>
                  <a:pt x="347663" y="206978"/>
                </a:cubicBezTo>
                <a:lnTo>
                  <a:pt x="347663" y="199549"/>
                </a:lnTo>
                <a:lnTo>
                  <a:pt x="304991" y="199549"/>
                </a:lnTo>
                <a:lnTo>
                  <a:pt x="304991" y="207169"/>
                </a:lnTo>
                <a:cubicBezTo>
                  <a:pt x="304991" y="215741"/>
                  <a:pt x="299466" y="223456"/>
                  <a:pt x="291370" y="226219"/>
                </a:cubicBezTo>
                <a:cubicBezTo>
                  <a:pt x="276416" y="231458"/>
                  <a:pt x="262509" y="240125"/>
                  <a:pt x="251079" y="251460"/>
                </a:cubicBezTo>
                <a:cubicBezTo>
                  <a:pt x="244888" y="257556"/>
                  <a:pt x="235553" y="259080"/>
                  <a:pt x="227838" y="255270"/>
                </a:cubicBezTo>
                <a:lnTo>
                  <a:pt x="220885" y="251841"/>
                </a:lnTo>
                <a:lnTo>
                  <a:pt x="201930" y="290036"/>
                </a:lnTo>
                <a:lnTo>
                  <a:pt x="208883" y="293465"/>
                </a:lnTo>
                <a:cubicBezTo>
                  <a:pt x="216694" y="297275"/>
                  <a:pt x="221075" y="305753"/>
                  <a:pt x="219932" y="314420"/>
                </a:cubicBezTo>
                <a:cubicBezTo>
                  <a:pt x="219266" y="319373"/>
                  <a:pt x="218980" y="323850"/>
                  <a:pt x="218980" y="328136"/>
                </a:cubicBezTo>
                <a:cubicBezTo>
                  <a:pt x="218980" y="332423"/>
                  <a:pt x="219266" y="336899"/>
                  <a:pt x="219932" y="341852"/>
                </a:cubicBezTo>
                <a:cubicBezTo>
                  <a:pt x="221075" y="350520"/>
                  <a:pt x="216694" y="358902"/>
                  <a:pt x="208883" y="362807"/>
                </a:cubicBezTo>
                <a:lnTo>
                  <a:pt x="201930" y="366236"/>
                </a:lnTo>
                <a:lnTo>
                  <a:pt x="220885" y="404432"/>
                </a:lnTo>
                <a:lnTo>
                  <a:pt x="227933" y="401003"/>
                </a:lnTo>
                <a:cubicBezTo>
                  <a:pt x="235649" y="397193"/>
                  <a:pt x="244983" y="398717"/>
                  <a:pt x="251174" y="404813"/>
                </a:cubicBezTo>
                <a:cubicBezTo>
                  <a:pt x="262604" y="416147"/>
                  <a:pt x="276511" y="424815"/>
                  <a:pt x="291465" y="429959"/>
                </a:cubicBezTo>
                <a:cubicBezTo>
                  <a:pt x="299657" y="432816"/>
                  <a:pt x="305086" y="440531"/>
                  <a:pt x="305086" y="449104"/>
                </a:cubicBezTo>
                <a:lnTo>
                  <a:pt x="305086" y="457105"/>
                </a:lnTo>
                <a:close/>
                <a:moveTo>
                  <a:pt x="413004" y="426625"/>
                </a:moveTo>
                <a:cubicBezTo>
                  <a:pt x="413004" y="426625"/>
                  <a:pt x="413004" y="426625"/>
                  <a:pt x="413004" y="426625"/>
                </a:cubicBezTo>
                <a:lnTo>
                  <a:pt x="413004" y="426625"/>
                </a:lnTo>
                <a:close/>
                <a:moveTo>
                  <a:pt x="429006" y="411956"/>
                </a:moveTo>
                <a:cubicBezTo>
                  <a:pt x="429006" y="411956"/>
                  <a:pt x="428911" y="411956"/>
                  <a:pt x="429006" y="411956"/>
                </a:cubicBezTo>
                <a:lnTo>
                  <a:pt x="429006" y="411956"/>
                </a:lnTo>
                <a:close/>
                <a:moveTo>
                  <a:pt x="459105" y="369951"/>
                </a:moveTo>
                <a:lnTo>
                  <a:pt x="459105" y="369951"/>
                </a:lnTo>
                <a:lnTo>
                  <a:pt x="459105" y="369951"/>
                </a:lnTo>
                <a:close/>
                <a:moveTo>
                  <a:pt x="196215" y="337185"/>
                </a:moveTo>
                <a:cubicBezTo>
                  <a:pt x="196215" y="337185"/>
                  <a:pt x="196215" y="337185"/>
                  <a:pt x="196215" y="337185"/>
                </a:cubicBezTo>
                <a:lnTo>
                  <a:pt x="196215" y="337185"/>
                </a:lnTo>
                <a:close/>
                <a:moveTo>
                  <a:pt x="457295" y="337185"/>
                </a:moveTo>
                <a:lnTo>
                  <a:pt x="457295" y="337185"/>
                </a:lnTo>
                <a:cubicBezTo>
                  <a:pt x="457295" y="337185"/>
                  <a:pt x="457295" y="337185"/>
                  <a:pt x="457295" y="337185"/>
                </a:cubicBezTo>
                <a:close/>
                <a:moveTo>
                  <a:pt x="196215" y="319088"/>
                </a:moveTo>
                <a:cubicBezTo>
                  <a:pt x="196215" y="319088"/>
                  <a:pt x="196215" y="319088"/>
                  <a:pt x="196215" y="319088"/>
                </a:cubicBezTo>
                <a:lnTo>
                  <a:pt x="196215" y="319088"/>
                </a:lnTo>
                <a:close/>
                <a:moveTo>
                  <a:pt x="457391" y="319088"/>
                </a:moveTo>
                <a:lnTo>
                  <a:pt x="457391" y="319088"/>
                </a:lnTo>
                <a:cubicBezTo>
                  <a:pt x="457391" y="319088"/>
                  <a:pt x="457391" y="319088"/>
                  <a:pt x="457391" y="319088"/>
                </a:cubicBezTo>
                <a:close/>
                <a:moveTo>
                  <a:pt x="429006" y="244412"/>
                </a:moveTo>
                <a:cubicBezTo>
                  <a:pt x="429006" y="244412"/>
                  <a:pt x="429006" y="244412"/>
                  <a:pt x="429006" y="244412"/>
                </a:cubicBezTo>
                <a:lnTo>
                  <a:pt x="429006" y="244412"/>
                </a:lnTo>
                <a:close/>
                <a:moveTo>
                  <a:pt x="413004" y="229648"/>
                </a:moveTo>
                <a:cubicBezTo>
                  <a:pt x="412909" y="229648"/>
                  <a:pt x="412909" y="229743"/>
                  <a:pt x="413004" y="229648"/>
                </a:cubicBezTo>
                <a:lnTo>
                  <a:pt x="413004" y="229648"/>
                </a:lnTo>
                <a:close/>
                <a:moveTo>
                  <a:pt x="326803" y="400241"/>
                </a:moveTo>
                <a:cubicBezTo>
                  <a:pt x="286036" y="400241"/>
                  <a:pt x="252889" y="367094"/>
                  <a:pt x="252889" y="326326"/>
                </a:cubicBezTo>
                <a:cubicBezTo>
                  <a:pt x="252889" y="285560"/>
                  <a:pt x="286036" y="252413"/>
                  <a:pt x="326803" y="252413"/>
                </a:cubicBezTo>
                <a:cubicBezTo>
                  <a:pt x="367570" y="252413"/>
                  <a:pt x="400717" y="285560"/>
                  <a:pt x="400717" y="326326"/>
                </a:cubicBezTo>
                <a:cubicBezTo>
                  <a:pt x="400717" y="367094"/>
                  <a:pt x="367570" y="400241"/>
                  <a:pt x="326803" y="400241"/>
                </a:cubicBezTo>
                <a:close/>
                <a:moveTo>
                  <a:pt x="326803" y="280988"/>
                </a:moveTo>
                <a:cubicBezTo>
                  <a:pt x="301752" y="280988"/>
                  <a:pt x="281464" y="301371"/>
                  <a:pt x="281464" y="326326"/>
                </a:cubicBezTo>
                <a:cubicBezTo>
                  <a:pt x="281464" y="351282"/>
                  <a:pt x="301847" y="371666"/>
                  <a:pt x="326803" y="371666"/>
                </a:cubicBezTo>
                <a:cubicBezTo>
                  <a:pt x="351854" y="371666"/>
                  <a:pt x="372142" y="351282"/>
                  <a:pt x="372142" y="326326"/>
                </a:cubicBezTo>
                <a:cubicBezTo>
                  <a:pt x="372142" y="301371"/>
                  <a:pt x="351758" y="280988"/>
                  <a:pt x="326803" y="280988"/>
                </a:cubicBezTo>
                <a:close/>
              </a:path>
            </a:pathLst>
          </a:custGeom>
          <a:solidFill>
            <a:srgbClr val="211452"/>
          </a:solidFill>
          <a:ln w="9525" cap="flat">
            <a:noFill/>
            <a:prstDash val="solid"/>
            <a:miter/>
          </a:ln>
        </p:spPr>
        <p:txBody>
          <a:bodyPr rtlCol="0" anchor="ctr"/>
          <a:lstStyle/>
          <a:p>
            <a:endParaRPr lang="en-US"/>
          </a:p>
        </p:txBody>
      </p:sp>
      <p:sp>
        <p:nvSpPr>
          <p:cNvPr id="308" name="Grafik 59">
            <a:extLst>
              <a:ext uri="{FF2B5EF4-FFF2-40B4-BE49-F238E27FC236}">
                <a16:creationId xmlns:a16="http://schemas.microsoft.com/office/drawing/2014/main" id="{71E40EEA-8955-4645-8DF9-03C48C0465E6}"/>
              </a:ext>
            </a:extLst>
          </p:cNvPr>
          <p:cNvSpPr/>
          <p:nvPr/>
        </p:nvSpPr>
        <p:spPr bwMode="gray">
          <a:xfrm>
            <a:off x="10195955" y="2848543"/>
            <a:ext cx="485775" cy="485775"/>
          </a:xfrm>
          <a:custGeom>
            <a:avLst/>
            <a:gdLst>
              <a:gd name="connsiteX0" fmla="*/ 242888 w 485775"/>
              <a:gd name="connsiteY0" fmla="*/ 0 h 485775"/>
              <a:gd name="connsiteX1" fmla="*/ 0 w 485775"/>
              <a:gd name="connsiteY1" fmla="*/ 242888 h 485775"/>
              <a:gd name="connsiteX2" fmla="*/ 242888 w 485775"/>
              <a:gd name="connsiteY2" fmla="*/ 485775 h 485775"/>
              <a:gd name="connsiteX3" fmla="*/ 485775 w 485775"/>
              <a:gd name="connsiteY3" fmla="*/ 242888 h 485775"/>
              <a:gd name="connsiteX4" fmla="*/ 242888 w 485775"/>
              <a:gd name="connsiteY4" fmla="*/ 0 h 485775"/>
              <a:gd name="connsiteX5" fmla="*/ 242888 w 485775"/>
              <a:gd name="connsiteY5" fmla="*/ 457200 h 485775"/>
              <a:gd name="connsiteX6" fmla="*/ 28575 w 485775"/>
              <a:gd name="connsiteY6" fmla="*/ 242888 h 485775"/>
              <a:gd name="connsiteX7" fmla="*/ 242888 w 485775"/>
              <a:gd name="connsiteY7" fmla="*/ 28575 h 485775"/>
              <a:gd name="connsiteX8" fmla="*/ 457200 w 485775"/>
              <a:gd name="connsiteY8" fmla="*/ 242888 h 485775"/>
              <a:gd name="connsiteX9" fmla="*/ 242888 w 485775"/>
              <a:gd name="connsiteY9" fmla="*/ 457200 h 485775"/>
              <a:gd name="connsiteX10" fmla="*/ 333566 w 485775"/>
              <a:gd name="connsiteY10" fmla="*/ 179070 h 485775"/>
              <a:gd name="connsiteX11" fmla="*/ 328613 w 485775"/>
              <a:gd name="connsiteY11" fmla="*/ 206216 h 485775"/>
              <a:gd name="connsiteX12" fmla="*/ 313658 w 485775"/>
              <a:gd name="connsiteY12" fmla="*/ 227648 h 485775"/>
              <a:gd name="connsiteX13" fmla="*/ 288798 w 485775"/>
              <a:gd name="connsiteY13" fmla="*/ 248317 h 485775"/>
              <a:gd name="connsiteX14" fmla="*/ 271367 w 485775"/>
              <a:gd name="connsiteY14" fmla="*/ 262319 h 485775"/>
              <a:gd name="connsiteX15" fmla="*/ 263366 w 485775"/>
              <a:gd name="connsiteY15" fmla="*/ 273463 h 485775"/>
              <a:gd name="connsiteX16" fmla="*/ 261271 w 485775"/>
              <a:gd name="connsiteY16" fmla="*/ 286703 h 485775"/>
              <a:gd name="connsiteX17" fmla="*/ 261271 w 485775"/>
              <a:gd name="connsiteY17" fmla="*/ 297847 h 485775"/>
              <a:gd name="connsiteX18" fmla="*/ 211931 w 485775"/>
              <a:gd name="connsiteY18" fmla="*/ 297847 h 485775"/>
              <a:gd name="connsiteX19" fmla="*/ 211931 w 485775"/>
              <a:gd name="connsiteY19" fmla="*/ 284036 h 485775"/>
              <a:gd name="connsiteX20" fmla="*/ 219932 w 485775"/>
              <a:gd name="connsiteY20" fmla="*/ 252127 h 485775"/>
              <a:gd name="connsiteX21" fmla="*/ 247460 w 485775"/>
              <a:gd name="connsiteY21" fmla="*/ 224790 h 485775"/>
              <a:gd name="connsiteX22" fmla="*/ 272129 w 485775"/>
              <a:gd name="connsiteY22" fmla="*/ 203549 h 485775"/>
              <a:gd name="connsiteX23" fmla="*/ 279559 w 485775"/>
              <a:gd name="connsiteY23" fmla="*/ 182309 h 485775"/>
              <a:gd name="connsiteX24" fmla="*/ 270510 w 485775"/>
              <a:gd name="connsiteY24" fmla="*/ 163925 h 485775"/>
              <a:gd name="connsiteX25" fmla="*/ 245459 w 485775"/>
              <a:gd name="connsiteY25" fmla="*/ 157448 h 485775"/>
              <a:gd name="connsiteX26" fmla="*/ 213646 w 485775"/>
              <a:gd name="connsiteY26" fmla="*/ 162401 h 485775"/>
              <a:gd name="connsiteX27" fmla="*/ 181451 w 485775"/>
              <a:gd name="connsiteY27" fmla="*/ 175831 h 485775"/>
              <a:gd name="connsiteX28" fmla="*/ 161163 w 485775"/>
              <a:gd name="connsiteY28" fmla="*/ 134874 h 485775"/>
              <a:gd name="connsiteX29" fmla="*/ 201740 w 485775"/>
              <a:gd name="connsiteY29" fmla="*/ 118015 h 485775"/>
              <a:gd name="connsiteX30" fmla="*/ 249555 w 485775"/>
              <a:gd name="connsiteY30" fmla="*/ 111538 h 485775"/>
              <a:gd name="connsiteX31" fmla="*/ 311372 w 485775"/>
              <a:gd name="connsiteY31" fmla="*/ 130683 h 485775"/>
              <a:gd name="connsiteX32" fmla="*/ 333566 w 485775"/>
              <a:gd name="connsiteY32" fmla="*/ 179070 h 485775"/>
              <a:gd name="connsiteX33" fmla="*/ 269558 w 485775"/>
              <a:gd name="connsiteY33" fmla="*/ 360045 h 485775"/>
              <a:gd name="connsiteX34" fmla="*/ 236220 w 485775"/>
              <a:gd name="connsiteY34" fmla="*/ 393383 h 485775"/>
              <a:gd name="connsiteX35" fmla="*/ 202883 w 485775"/>
              <a:gd name="connsiteY35" fmla="*/ 360045 h 485775"/>
              <a:gd name="connsiteX36" fmla="*/ 236220 w 485775"/>
              <a:gd name="connsiteY36" fmla="*/ 326708 h 485775"/>
              <a:gd name="connsiteX37" fmla="*/ 269558 w 485775"/>
              <a:gd name="connsiteY37" fmla="*/ 36004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85775" h="485775">
                <a:moveTo>
                  <a:pt x="242888" y="0"/>
                </a:moveTo>
                <a:cubicBezTo>
                  <a:pt x="108966" y="0"/>
                  <a:pt x="0" y="108966"/>
                  <a:pt x="0" y="242888"/>
                </a:cubicBezTo>
                <a:cubicBezTo>
                  <a:pt x="0" y="376809"/>
                  <a:pt x="108966" y="485775"/>
                  <a:pt x="242888" y="485775"/>
                </a:cubicBezTo>
                <a:cubicBezTo>
                  <a:pt x="376809" y="485775"/>
                  <a:pt x="485775" y="376809"/>
                  <a:pt x="485775" y="242888"/>
                </a:cubicBezTo>
                <a:cubicBezTo>
                  <a:pt x="485775" y="108966"/>
                  <a:pt x="376809" y="0"/>
                  <a:pt x="242888" y="0"/>
                </a:cubicBezTo>
                <a:close/>
                <a:moveTo>
                  <a:pt x="242888" y="457200"/>
                </a:moveTo>
                <a:cubicBezTo>
                  <a:pt x="124682" y="457200"/>
                  <a:pt x="28575" y="361093"/>
                  <a:pt x="28575" y="242888"/>
                </a:cubicBezTo>
                <a:cubicBezTo>
                  <a:pt x="28575" y="124682"/>
                  <a:pt x="124682" y="28575"/>
                  <a:pt x="242888" y="28575"/>
                </a:cubicBezTo>
                <a:cubicBezTo>
                  <a:pt x="361093" y="28575"/>
                  <a:pt x="457200" y="124682"/>
                  <a:pt x="457200" y="242888"/>
                </a:cubicBezTo>
                <a:cubicBezTo>
                  <a:pt x="457200" y="361093"/>
                  <a:pt x="361093" y="457200"/>
                  <a:pt x="242888" y="457200"/>
                </a:cubicBezTo>
                <a:close/>
                <a:moveTo>
                  <a:pt x="333566" y="179070"/>
                </a:moveTo>
                <a:cubicBezTo>
                  <a:pt x="333566" y="189548"/>
                  <a:pt x="331946" y="198596"/>
                  <a:pt x="328613" y="206216"/>
                </a:cubicBezTo>
                <a:cubicBezTo>
                  <a:pt x="325279" y="213836"/>
                  <a:pt x="320326" y="220980"/>
                  <a:pt x="313658" y="227648"/>
                </a:cubicBezTo>
                <a:cubicBezTo>
                  <a:pt x="306991" y="234315"/>
                  <a:pt x="298704" y="241173"/>
                  <a:pt x="288798" y="248317"/>
                </a:cubicBezTo>
                <a:cubicBezTo>
                  <a:pt x="281178" y="253937"/>
                  <a:pt x="275368" y="258604"/>
                  <a:pt x="271367" y="262319"/>
                </a:cubicBezTo>
                <a:cubicBezTo>
                  <a:pt x="267367" y="266033"/>
                  <a:pt x="264700" y="269748"/>
                  <a:pt x="263366" y="273463"/>
                </a:cubicBezTo>
                <a:cubicBezTo>
                  <a:pt x="261938" y="277178"/>
                  <a:pt x="261271" y="281559"/>
                  <a:pt x="261271" y="286703"/>
                </a:cubicBezTo>
                <a:lnTo>
                  <a:pt x="261271" y="297847"/>
                </a:lnTo>
                <a:lnTo>
                  <a:pt x="211931" y="297847"/>
                </a:lnTo>
                <a:lnTo>
                  <a:pt x="211931" y="284036"/>
                </a:lnTo>
                <a:cubicBezTo>
                  <a:pt x="211931" y="271558"/>
                  <a:pt x="214598" y="260890"/>
                  <a:pt x="219932" y="252127"/>
                </a:cubicBezTo>
                <a:cubicBezTo>
                  <a:pt x="225266" y="243364"/>
                  <a:pt x="234506" y="234220"/>
                  <a:pt x="247460" y="224790"/>
                </a:cubicBezTo>
                <a:cubicBezTo>
                  <a:pt x="258985" y="216599"/>
                  <a:pt x="267176" y="209550"/>
                  <a:pt x="272129" y="203549"/>
                </a:cubicBezTo>
                <a:cubicBezTo>
                  <a:pt x="277082" y="197549"/>
                  <a:pt x="279559" y="190500"/>
                  <a:pt x="279559" y="182309"/>
                </a:cubicBezTo>
                <a:cubicBezTo>
                  <a:pt x="279559" y="174403"/>
                  <a:pt x="276511" y="168307"/>
                  <a:pt x="270510" y="163925"/>
                </a:cubicBezTo>
                <a:cubicBezTo>
                  <a:pt x="264509" y="159544"/>
                  <a:pt x="256127" y="157448"/>
                  <a:pt x="245459" y="157448"/>
                </a:cubicBezTo>
                <a:cubicBezTo>
                  <a:pt x="234696" y="157448"/>
                  <a:pt x="224123" y="159068"/>
                  <a:pt x="213646" y="162401"/>
                </a:cubicBezTo>
                <a:cubicBezTo>
                  <a:pt x="203168" y="165735"/>
                  <a:pt x="192500" y="170212"/>
                  <a:pt x="181451" y="175831"/>
                </a:cubicBezTo>
                <a:lnTo>
                  <a:pt x="161163" y="134874"/>
                </a:lnTo>
                <a:cubicBezTo>
                  <a:pt x="173641" y="128016"/>
                  <a:pt x="187166" y="122396"/>
                  <a:pt x="201740" y="118015"/>
                </a:cubicBezTo>
                <a:cubicBezTo>
                  <a:pt x="216313" y="113728"/>
                  <a:pt x="232219" y="111538"/>
                  <a:pt x="249555" y="111538"/>
                </a:cubicBezTo>
                <a:cubicBezTo>
                  <a:pt x="276130" y="111538"/>
                  <a:pt x="296704" y="117920"/>
                  <a:pt x="311372" y="130683"/>
                </a:cubicBezTo>
                <a:cubicBezTo>
                  <a:pt x="326231" y="143256"/>
                  <a:pt x="333566" y="159449"/>
                  <a:pt x="333566" y="179070"/>
                </a:cubicBezTo>
                <a:close/>
                <a:moveTo>
                  <a:pt x="269558" y="360045"/>
                </a:moveTo>
                <a:cubicBezTo>
                  <a:pt x="269558" y="378428"/>
                  <a:pt x="254603" y="393383"/>
                  <a:pt x="236220" y="393383"/>
                </a:cubicBezTo>
                <a:cubicBezTo>
                  <a:pt x="217837" y="393383"/>
                  <a:pt x="202883" y="378428"/>
                  <a:pt x="202883" y="360045"/>
                </a:cubicBezTo>
                <a:cubicBezTo>
                  <a:pt x="202883" y="341662"/>
                  <a:pt x="217837" y="326708"/>
                  <a:pt x="236220" y="326708"/>
                </a:cubicBezTo>
                <a:cubicBezTo>
                  <a:pt x="254603" y="326708"/>
                  <a:pt x="269558" y="341662"/>
                  <a:pt x="269558" y="360045"/>
                </a:cubicBezTo>
                <a:close/>
              </a:path>
            </a:pathLst>
          </a:custGeom>
          <a:solidFill>
            <a:srgbClr val="211452"/>
          </a:solidFill>
          <a:ln w="9525" cap="flat">
            <a:noFill/>
            <a:prstDash val="solid"/>
            <a:miter/>
          </a:ln>
        </p:spPr>
        <p:txBody>
          <a:bodyPr rtlCol="0" anchor="ctr"/>
          <a:lstStyle/>
          <a:p>
            <a:endParaRPr lang="en-US"/>
          </a:p>
        </p:txBody>
      </p:sp>
      <p:sp>
        <p:nvSpPr>
          <p:cNvPr id="309" name="Grafik 71">
            <a:extLst>
              <a:ext uri="{FF2B5EF4-FFF2-40B4-BE49-F238E27FC236}">
                <a16:creationId xmlns:a16="http://schemas.microsoft.com/office/drawing/2014/main" id="{C84A75BF-7EFF-438D-A7C7-4609A38B44F0}"/>
              </a:ext>
            </a:extLst>
          </p:cNvPr>
          <p:cNvSpPr/>
          <p:nvPr/>
        </p:nvSpPr>
        <p:spPr bwMode="gray">
          <a:xfrm>
            <a:off x="2309085" y="2847972"/>
            <a:ext cx="485680" cy="486346"/>
          </a:xfrm>
          <a:custGeom>
            <a:avLst/>
            <a:gdLst>
              <a:gd name="connsiteX0" fmla="*/ 462058 w 485680"/>
              <a:gd name="connsiteY0" fmla="*/ 0 h 486346"/>
              <a:gd name="connsiteX1" fmla="*/ 23717 w 485680"/>
              <a:gd name="connsiteY1" fmla="*/ 0 h 486346"/>
              <a:gd name="connsiteX2" fmla="*/ 0 w 485680"/>
              <a:gd name="connsiteY2" fmla="*/ 23717 h 486346"/>
              <a:gd name="connsiteX3" fmla="*/ 0 w 485680"/>
              <a:gd name="connsiteY3" fmla="*/ 290894 h 486346"/>
              <a:gd name="connsiteX4" fmla="*/ 23717 w 485680"/>
              <a:gd name="connsiteY4" fmla="*/ 314611 h 486346"/>
              <a:gd name="connsiteX5" fmla="*/ 93726 w 485680"/>
              <a:gd name="connsiteY5" fmla="*/ 314611 h 486346"/>
              <a:gd name="connsiteX6" fmla="*/ 124111 w 485680"/>
              <a:gd name="connsiteY6" fmla="*/ 343662 h 486346"/>
              <a:gd name="connsiteX7" fmla="*/ 48006 w 485680"/>
              <a:gd name="connsiteY7" fmla="*/ 447675 h 486346"/>
              <a:gd name="connsiteX8" fmla="*/ 48006 w 485680"/>
              <a:gd name="connsiteY8" fmla="*/ 486156 h 486346"/>
              <a:gd name="connsiteX9" fmla="*/ 266319 w 485680"/>
              <a:gd name="connsiteY9" fmla="*/ 486156 h 486346"/>
              <a:gd name="connsiteX10" fmla="*/ 266319 w 485680"/>
              <a:gd name="connsiteY10" fmla="*/ 447675 h 486346"/>
              <a:gd name="connsiteX11" fmla="*/ 190310 w 485680"/>
              <a:gd name="connsiteY11" fmla="*/ 343662 h 486346"/>
              <a:gd name="connsiteX12" fmla="*/ 220694 w 485680"/>
              <a:gd name="connsiteY12" fmla="*/ 314611 h 486346"/>
              <a:gd name="connsiteX13" fmla="*/ 264414 w 485680"/>
              <a:gd name="connsiteY13" fmla="*/ 314611 h 486346"/>
              <a:gd name="connsiteX14" fmla="*/ 287560 w 485680"/>
              <a:gd name="connsiteY14" fmla="*/ 347663 h 486346"/>
              <a:gd name="connsiteX15" fmla="*/ 265367 w 485680"/>
              <a:gd name="connsiteY15" fmla="*/ 362807 h 486346"/>
              <a:gd name="connsiteX16" fmla="*/ 280797 w 485680"/>
              <a:gd name="connsiteY16" fmla="*/ 387382 h 486346"/>
              <a:gd name="connsiteX17" fmla="*/ 335185 w 485680"/>
              <a:gd name="connsiteY17" fmla="*/ 364808 h 486346"/>
              <a:gd name="connsiteX18" fmla="*/ 412051 w 485680"/>
              <a:gd name="connsiteY18" fmla="*/ 441674 h 486346"/>
              <a:gd name="connsiteX19" fmla="*/ 412051 w 485680"/>
              <a:gd name="connsiteY19" fmla="*/ 457772 h 486346"/>
              <a:gd name="connsiteX20" fmla="*/ 294894 w 485680"/>
              <a:gd name="connsiteY20" fmla="*/ 457772 h 486346"/>
              <a:gd name="connsiteX21" fmla="*/ 294894 w 485680"/>
              <a:gd name="connsiteY21" fmla="*/ 486251 h 486346"/>
              <a:gd name="connsiteX22" fmla="*/ 294894 w 485680"/>
              <a:gd name="connsiteY22" fmla="*/ 486347 h 486346"/>
              <a:gd name="connsiteX23" fmla="*/ 440531 w 485680"/>
              <a:gd name="connsiteY23" fmla="*/ 486347 h 486346"/>
              <a:gd name="connsiteX24" fmla="*/ 440531 w 485680"/>
              <a:gd name="connsiteY24" fmla="*/ 441674 h 486346"/>
              <a:gd name="connsiteX25" fmla="*/ 382715 w 485680"/>
              <a:gd name="connsiteY25" fmla="*/ 347758 h 486346"/>
              <a:gd name="connsiteX26" fmla="*/ 405860 w 485680"/>
              <a:gd name="connsiteY26" fmla="*/ 314706 h 486346"/>
              <a:gd name="connsiteX27" fmla="*/ 461963 w 485680"/>
              <a:gd name="connsiteY27" fmla="*/ 314706 h 486346"/>
              <a:gd name="connsiteX28" fmla="*/ 485680 w 485680"/>
              <a:gd name="connsiteY28" fmla="*/ 290989 h 486346"/>
              <a:gd name="connsiteX29" fmla="*/ 485680 w 485680"/>
              <a:gd name="connsiteY29" fmla="*/ 23717 h 486346"/>
              <a:gd name="connsiteX30" fmla="*/ 462058 w 485680"/>
              <a:gd name="connsiteY30" fmla="*/ 0 h 486346"/>
              <a:gd name="connsiteX31" fmla="*/ 372047 w 485680"/>
              <a:gd name="connsiteY31" fmla="*/ 317659 h 486346"/>
              <a:gd name="connsiteX32" fmla="*/ 369570 w 485680"/>
              <a:gd name="connsiteY32" fmla="*/ 320612 h 486346"/>
              <a:gd name="connsiteX33" fmla="*/ 367094 w 485680"/>
              <a:gd name="connsiteY33" fmla="*/ 323183 h 486346"/>
              <a:gd name="connsiteX34" fmla="*/ 362045 w 485680"/>
              <a:gd name="connsiteY34" fmla="*/ 327374 h 486346"/>
              <a:gd name="connsiteX35" fmla="*/ 359664 w 485680"/>
              <a:gd name="connsiteY35" fmla="*/ 328994 h 486346"/>
              <a:gd name="connsiteX36" fmla="*/ 354521 w 485680"/>
              <a:gd name="connsiteY36" fmla="*/ 331756 h 486346"/>
              <a:gd name="connsiteX37" fmla="*/ 352806 w 485680"/>
              <a:gd name="connsiteY37" fmla="*/ 332613 h 486346"/>
              <a:gd name="connsiteX38" fmla="*/ 345472 w 485680"/>
              <a:gd name="connsiteY38" fmla="*/ 334899 h 486346"/>
              <a:gd name="connsiteX39" fmla="*/ 343472 w 485680"/>
              <a:gd name="connsiteY39" fmla="*/ 335280 h 486346"/>
              <a:gd name="connsiteX40" fmla="*/ 335185 w 485680"/>
              <a:gd name="connsiteY40" fmla="*/ 336137 h 486346"/>
              <a:gd name="connsiteX41" fmla="*/ 326898 w 485680"/>
              <a:gd name="connsiteY41" fmla="*/ 335280 h 486346"/>
              <a:gd name="connsiteX42" fmla="*/ 324898 w 485680"/>
              <a:gd name="connsiteY42" fmla="*/ 334899 h 486346"/>
              <a:gd name="connsiteX43" fmla="*/ 317564 w 485680"/>
              <a:gd name="connsiteY43" fmla="*/ 332613 h 486346"/>
              <a:gd name="connsiteX44" fmla="*/ 315849 w 485680"/>
              <a:gd name="connsiteY44" fmla="*/ 331756 h 486346"/>
              <a:gd name="connsiteX45" fmla="*/ 310706 w 485680"/>
              <a:gd name="connsiteY45" fmla="*/ 328994 h 486346"/>
              <a:gd name="connsiteX46" fmla="*/ 308324 w 485680"/>
              <a:gd name="connsiteY46" fmla="*/ 327374 h 486346"/>
              <a:gd name="connsiteX47" fmla="*/ 303276 w 485680"/>
              <a:gd name="connsiteY47" fmla="*/ 323183 h 486346"/>
              <a:gd name="connsiteX48" fmla="*/ 300800 w 485680"/>
              <a:gd name="connsiteY48" fmla="*/ 320612 h 486346"/>
              <a:gd name="connsiteX49" fmla="*/ 298323 w 485680"/>
              <a:gd name="connsiteY49" fmla="*/ 317659 h 486346"/>
              <a:gd name="connsiteX50" fmla="*/ 288703 w 485680"/>
              <a:gd name="connsiteY50" fmla="*/ 289655 h 486346"/>
              <a:gd name="connsiteX51" fmla="*/ 289084 w 485680"/>
              <a:gd name="connsiteY51" fmla="*/ 286036 h 486346"/>
              <a:gd name="connsiteX52" fmla="*/ 289084 w 485680"/>
              <a:gd name="connsiteY52" fmla="*/ 286036 h 486346"/>
              <a:gd name="connsiteX53" fmla="*/ 298037 w 485680"/>
              <a:gd name="connsiteY53" fmla="*/ 262033 h 486346"/>
              <a:gd name="connsiteX54" fmla="*/ 298323 w 485680"/>
              <a:gd name="connsiteY54" fmla="*/ 261747 h 486346"/>
              <a:gd name="connsiteX55" fmla="*/ 303562 w 485680"/>
              <a:gd name="connsiteY55" fmla="*/ 255842 h 486346"/>
              <a:gd name="connsiteX56" fmla="*/ 304800 w 485680"/>
              <a:gd name="connsiteY56" fmla="*/ 254794 h 486346"/>
              <a:gd name="connsiteX57" fmla="*/ 310134 w 485680"/>
              <a:gd name="connsiteY57" fmla="*/ 250603 h 486346"/>
              <a:gd name="connsiteX58" fmla="*/ 312896 w 485680"/>
              <a:gd name="connsiteY58" fmla="*/ 249079 h 486346"/>
              <a:gd name="connsiteX59" fmla="*/ 317754 w 485680"/>
              <a:gd name="connsiteY59" fmla="*/ 246602 h 486346"/>
              <a:gd name="connsiteX60" fmla="*/ 322517 w 485680"/>
              <a:gd name="connsiteY60" fmla="*/ 245174 h 486346"/>
              <a:gd name="connsiteX61" fmla="*/ 326231 w 485680"/>
              <a:gd name="connsiteY61" fmla="*/ 244031 h 486346"/>
              <a:gd name="connsiteX62" fmla="*/ 335375 w 485680"/>
              <a:gd name="connsiteY62" fmla="*/ 243078 h 486346"/>
              <a:gd name="connsiteX63" fmla="*/ 344519 w 485680"/>
              <a:gd name="connsiteY63" fmla="*/ 244031 h 486346"/>
              <a:gd name="connsiteX64" fmla="*/ 348234 w 485680"/>
              <a:gd name="connsiteY64" fmla="*/ 245174 h 486346"/>
              <a:gd name="connsiteX65" fmla="*/ 352997 w 485680"/>
              <a:gd name="connsiteY65" fmla="*/ 246602 h 486346"/>
              <a:gd name="connsiteX66" fmla="*/ 357854 w 485680"/>
              <a:gd name="connsiteY66" fmla="*/ 249079 h 486346"/>
              <a:gd name="connsiteX67" fmla="*/ 360617 w 485680"/>
              <a:gd name="connsiteY67" fmla="*/ 250603 h 486346"/>
              <a:gd name="connsiteX68" fmla="*/ 365950 w 485680"/>
              <a:gd name="connsiteY68" fmla="*/ 254794 h 486346"/>
              <a:gd name="connsiteX69" fmla="*/ 367189 w 485680"/>
              <a:gd name="connsiteY69" fmla="*/ 255842 h 486346"/>
              <a:gd name="connsiteX70" fmla="*/ 372428 w 485680"/>
              <a:gd name="connsiteY70" fmla="*/ 261747 h 486346"/>
              <a:gd name="connsiteX71" fmla="*/ 372713 w 485680"/>
              <a:gd name="connsiteY71" fmla="*/ 262033 h 486346"/>
              <a:gd name="connsiteX72" fmla="*/ 381667 w 485680"/>
              <a:gd name="connsiteY72" fmla="*/ 286036 h 486346"/>
              <a:gd name="connsiteX73" fmla="*/ 381667 w 485680"/>
              <a:gd name="connsiteY73" fmla="*/ 286036 h 486346"/>
              <a:gd name="connsiteX74" fmla="*/ 382048 w 485680"/>
              <a:gd name="connsiteY74" fmla="*/ 289655 h 486346"/>
              <a:gd name="connsiteX75" fmla="*/ 372047 w 485680"/>
              <a:gd name="connsiteY75" fmla="*/ 317659 h 486346"/>
              <a:gd name="connsiteX76" fmla="*/ 457200 w 485680"/>
              <a:gd name="connsiteY76" fmla="*/ 286036 h 486346"/>
              <a:gd name="connsiteX77" fmla="*/ 409956 w 485680"/>
              <a:gd name="connsiteY77" fmla="*/ 286036 h 486346"/>
              <a:gd name="connsiteX78" fmla="*/ 335090 w 485680"/>
              <a:gd name="connsiteY78" fmla="*/ 214694 h 486346"/>
              <a:gd name="connsiteX79" fmla="*/ 260223 w 485680"/>
              <a:gd name="connsiteY79" fmla="*/ 286036 h 486346"/>
              <a:gd name="connsiteX80" fmla="*/ 229553 w 485680"/>
              <a:gd name="connsiteY80" fmla="*/ 286036 h 486346"/>
              <a:gd name="connsiteX81" fmla="*/ 229934 w 485680"/>
              <a:gd name="connsiteY81" fmla="*/ 279083 h 486346"/>
              <a:gd name="connsiteX82" fmla="*/ 157163 w 485680"/>
              <a:gd name="connsiteY82" fmla="*/ 206312 h 486346"/>
              <a:gd name="connsiteX83" fmla="*/ 84392 w 485680"/>
              <a:gd name="connsiteY83" fmla="*/ 279083 h 486346"/>
              <a:gd name="connsiteX84" fmla="*/ 84773 w 485680"/>
              <a:gd name="connsiteY84" fmla="*/ 286036 h 486346"/>
              <a:gd name="connsiteX85" fmla="*/ 28575 w 485680"/>
              <a:gd name="connsiteY85" fmla="*/ 286036 h 486346"/>
              <a:gd name="connsiteX86" fmla="*/ 28575 w 485680"/>
              <a:gd name="connsiteY86" fmla="*/ 28575 h 486346"/>
              <a:gd name="connsiteX87" fmla="*/ 457200 w 485680"/>
              <a:gd name="connsiteY87" fmla="*/ 28575 h 486346"/>
              <a:gd name="connsiteX88" fmla="*/ 457200 w 485680"/>
              <a:gd name="connsiteY88" fmla="*/ 286036 h 486346"/>
              <a:gd name="connsiteX89" fmla="*/ 197168 w 485680"/>
              <a:gd name="connsiteY89" fmla="*/ 191262 h 486346"/>
              <a:gd name="connsiteX90" fmla="*/ 197168 w 485680"/>
              <a:gd name="connsiteY90" fmla="*/ 92202 h 486346"/>
              <a:gd name="connsiteX91" fmla="*/ 204597 w 485680"/>
              <a:gd name="connsiteY91" fmla="*/ 79629 h 486346"/>
              <a:gd name="connsiteX92" fmla="*/ 219170 w 485680"/>
              <a:gd name="connsiteY92" fmla="*/ 80105 h 486346"/>
              <a:gd name="connsiteX93" fmla="*/ 295370 w 485680"/>
              <a:gd name="connsiteY93" fmla="*/ 129064 h 486346"/>
              <a:gd name="connsiteX94" fmla="*/ 301943 w 485680"/>
              <a:gd name="connsiteY94" fmla="*/ 140970 h 486346"/>
              <a:gd name="connsiteX95" fmla="*/ 295466 w 485680"/>
              <a:gd name="connsiteY95" fmla="*/ 152972 h 486346"/>
              <a:gd name="connsiteX96" fmla="*/ 219266 w 485680"/>
              <a:gd name="connsiteY96" fmla="*/ 203073 h 486346"/>
              <a:gd name="connsiteX97" fmla="*/ 211455 w 485680"/>
              <a:gd name="connsiteY97" fmla="*/ 205454 h 486346"/>
              <a:gd name="connsiteX98" fmla="*/ 204692 w 485680"/>
              <a:gd name="connsiteY98" fmla="*/ 203740 h 486346"/>
              <a:gd name="connsiteX99" fmla="*/ 197168 w 485680"/>
              <a:gd name="connsiteY99" fmla="*/ 191262 h 48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485680" h="486346">
                <a:moveTo>
                  <a:pt x="462058" y="0"/>
                </a:moveTo>
                <a:lnTo>
                  <a:pt x="23717" y="0"/>
                </a:lnTo>
                <a:cubicBezTo>
                  <a:pt x="10668" y="0"/>
                  <a:pt x="0" y="10668"/>
                  <a:pt x="0" y="23717"/>
                </a:cubicBezTo>
                <a:lnTo>
                  <a:pt x="0" y="290894"/>
                </a:lnTo>
                <a:cubicBezTo>
                  <a:pt x="0" y="303943"/>
                  <a:pt x="10668" y="314611"/>
                  <a:pt x="23717" y="314611"/>
                </a:cubicBezTo>
                <a:lnTo>
                  <a:pt x="93726" y="314611"/>
                </a:lnTo>
                <a:cubicBezTo>
                  <a:pt x="100679" y="327089"/>
                  <a:pt x="111347" y="337090"/>
                  <a:pt x="124111" y="343662"/>
                </a:cubicBezTo>
                <a:cubicBezTo>
                  <a:pt x="80010" y="357759"/>
                  <a:pt x="48006" y="399002"/>
                  <a:pt x="48006" y="447675"/>
                </a:cubicBezTo>
                <a:lnTo>
                  <a:pt x="48006" y="486156"/>
                </a:lnTo>
                <a:lnTo>
                  <a:pt x="266319" y="486156"/>
                </a:lnTo>
                <a:lnTo>
                  <a:pt x="266319" y="447675"/>
                </a:lnTo>
                <a:cubicBezTo>
                  <a:pt x="266319" y="398907"/>
                  <a:pt x="234410" y="357664"/>
                  <a:pt x="190310" y="343662"/>
                </a:cubicBezTo>
                <a:cubicBezTo>
                  <a:pt x="203073" y="337090"/>
                  <a:pt x="213646" y="327089"/>
                  <a:pt x="220694" y="314611"/>
                </a:cubicBezTo>
                <a:lnTo>
                  <a:pt x="264414" y="314611"/>
                </a:lnTo>
                <a:cubicBezTo>
                  <a:pt x="268986" y="327660"/>
                  <a:pt x="277082" y="338995"/>
                  <a:pt x="287560" y="347663"/>
                </a:cubicBezTo>
                <a:cubicBezTo>
                  <a:pt x="279559" y="351758"/>
                  <a:pt x="272129" y="356902"/>
                  <a:pt x="265367" y="362807"/>
                </a:cubicBezTo>
                <a:cubicBezTo>
                  <a:pt x="271367" y="370427"/>
                  <a:pt x="276511" y="378619"/>
                  <a:pt x="280797" y="387382"/>
                </a:cubicBezTo>
                <a:cubicBezTo>
                  <a:pt x="294704" y="373380"/>
                  <a:pt x="313944" y="364808"/>
                  <a:pt x="335185" y="364808"/>
                </a:cubicBezTo>
                <a:cubicBezTo>
                  <a:pt x="377571" y="364808"/>
                  <a:pt x="412051" y="399288"/>
                  <a:pt x="412051" y="441674"/>
                </a:cubicBezTo>
                <a:lnTo>
                  <a:pt x="412051" y="457772"/>
                </a:lnTo>
                <a:lnTo>
                  <a:pt x="294894" y="457772"/>
                </a:lnTo>
                <a:lnTo>
                  <a:pt x="294894" y="486251"/>
                </a:lnTo>
                <a:lnTo>
                  <a:pt x="294894" y="486347"/>
                </a:lnTo>
                <a:lnTo>
                  <a:pt x="440531" y="486347"/>
                </a:lnTo>
                <a:lnTo>
                  <a:pt x="440531" y="441674"/>
                </a:lnTo>
                <a:cubicBezTo>
                  <a:pt x="440531" y="400717"/>
                  <a:pt x="417005" y="365189"/>
                  <a:pt x="382715" y="347758"/>
                </a:cubicBezTo>
                <a:cubicBezTo>
                  <a:pt x="393192" y="339185"/>
                  <a:pt x="401288" y="327755"/>
                  <a:pt x="405860" y="314706"/>
                </a:cubicBezTo>
                <a:lnTo>
                  <a:pt x="461963" y="314706"/>
                </a:lnTo>
                <a:cubicBezTo>
                  <a:pt x="475012" y="314706"/>
                  <a:pt x="485680" y="304038"/>
                  <a:pt x="485680" y="290989"/>
                </a:cubicBezTo>
                <a:lnTo>
                  <a:pt x="485680" y="23717"/>
                </a:lnTo>
                <a:cubicBezTo>
                  <a:pt x="485775" y="10668"/>
                  <a:pt x="475107" y="0"/>
                  <a:pt x="462058" y="0"/>
                </a:cubicBezTo>
                <a:close/>
                <a:moveTo>
                  <a:pt x="372047" y="317659"/>
                </a:moveTo>
                <a:cubicBezTo>
                  <a:pt x="371285" y="318707"/>
                  <a:pt x="370427" y="319659"/>
                  <a:pt x="369570" y="320612"/>
                </a:cubicBezTo>
                <a:cubicBezTo>
                  <a:pt x="368808" y="321469"/>
                  <a:pt x="368046" y="322421"/>
                  <a:pt x="367094" y="323183"/>
                </a:cubicBezTo>
                <a:cubicBezTo>
                  <a:pt x="365474" y="324707"/>
                  <a:pt x="363760" y="326136"/>
                  <a:pt x="362045" y="327374"/>
                </a:cubicBezTo>
                <a:cubicBezTo>
                  <a:pt x="361283" y="327946"/>
                  <a:pt x="360426" y="328422"/>
                  <a:pt x="359664" y="328994"/>
                </a:cubicBezTo>
                <a:cubicBezTo>
                  <a:pt x="358045" y="330041"/>
                  <a:pt x="356330" y="330994"/>
                  <a:pt x="354521" y="331756"/>
                </a:cubicBezTo>
                <a:cubicBezTo>
                  <a:pt x="353949" y="332042"/>
                  <a:pt x="353378" y="332327"/>
                  <a:pt x="352806" y="332613"/>
                </a:cubicBezTo>
                <a:cubicBezTo>
                  <a:pt x="350425" y="333566"/>
                  <a:pt x="347948" y="334328"/>
                  <a:pt x="345472" y="334899"/>
                </a:cubicBezTo>
                <a:cubicBezTo>
                  <a:pt x="344805" y="335090"/>
                  <a:pt x="344138" y="335185"/>
                  <a:pt x="343472" y="335280"/>
                </a:cubicBezTo>
                <a:cubicBezTo>
                  <a:pt x="340805" y="335756"/>
                  <a:pt x="338042" y="336137"/>
                  <a:pt x="335185" y="336137"/>
                </a:cubicBezTo>
                <a:cubicBezTo>
                  <a:pt x="332327" y="336137"/>
                  <a:pt x="329565" y="335756"/>
                  <a:pt x="326898" y="335280"/>
                </a:cubicBezTo>
                <a:cubicBezTo>
                  <a:pt x="326231" y="335185"/>
                  <a:pt x="325565" y="334994"/>
                  <a:pt x="324898" y="334899"/>
                </a:cubicBezTo>
                <a:cubicBezTo>
                  <a:pt x="322326" y="334328"/>
                  <a:pt x="319850" y="333566"/>
                  <a:pt x="317564" y="332613"/>
                </a:cubicBezTo>
                <a:cubicBezTo>
                  <a:pt x="316992" y="332327"/>
                  <a:pt x="316421" y="332042"/>
                  <a:pt x="315849" y="331756"/>
                </a:cubicBezTo>
                <a:cubicBezTo>
                  <a:pt x="314039" y="330899"/>
                  <a:pt x="312325" y="330041"/>
                  <a:pt x="310706" y="328994"/>
                </a:cubicBezTo>
                <a:cubicBezTo>
                  <a:pt x="309848" y="328517"/>
                  <a:pt x="309086" y="327946"/>
                  <a:pt x="308324" y="327374"/>
                </a:cubicBezTo>
                <a:cubicBezTo>
                  <a:pt x="306515" y="326041"/>
                  <a:pt x="304800" y="324707"/>
                  <a:pt x="303276" y="323183"/>
                </a:cubicBezTo>
                <a:cubicBezTo>
                  <a:pt x="302419" y="322326"/>
                  <a:pt x="301657" y="321469"/>
                  <a:pt x="300800" y="320612"/>
                </a:cubicBezTo>
                <a:cubicBezTo>
                  <a:pt x="299942" y="319659"/>
                  <a:pt x="299085" y="318611"/>
                  <a:pt x="298323" y="317659"/>
                </a:cubicBezTo>
                <a:cubicBezTo>
                  <a:pt x="292418" y="309848"/>
                  <a:pt x="288703" y="300228"/>
                  <a:pt x="288703" y="289655"/>
                </a:cubicBezTo>
                <a:cubicBezTo>
                  <a:pt x="288703" y="288417"/>
                  <a:pt x="288989" y="287179"/>
                  <a:pt x="289084" y="286036"/>
                </a:cubicBezTo>
                <a:cubicBezTo>
                  <a:pt x="289084" y="286036"/>
                  <a:pt x="289084" y="286036"/>
                  <a:pt x="289084" y="286036"/>
                </a:cubicBezTo>
                <a:cubicBezTo>
                  <a:pt x="289751" y="277082"/>
                  <a:pt x="292989" y="268891"/>
                  <a:pt x="298037" y="262033"/>
                </a:cubicBezTo>
                <a:cubicBezTo>
                  <a:pt x="298133" y="261938"/>
                  <a:pt x="298228" y="261842"/>
                  <a:pt x="298323" y="261747"/>
                </a:cubicBezTo>
                <a:cubicBezTo>
                  <a:pt x="299942" y="259652"/>
                  <a:pt x="301657" y="257651"/>
                  <a:pt x="303562" y="255842"/>
                </a:cubicBezTo>
                <a:cubicBezTo>
                  <a:pt x="303943" y="255461"/>
                  <a:pt x="304419" y="255175"/>
                  <a:pt x="304800" y="254794"/>
                </a:cubicBezTo>
                <a:cubicBezTo>
                  <a:pt x="306515" y="253270"/>
                  <a:pt x="308229" y="251841"/>
                  <a:pt x="310134" y="250603"/>
                </a:cubicBezTo>
                <a:cubicBezTo>
                  <a:pt x="310991" y="250031"/>
                  <a:pt x="311944" y="249650"/>
                  <a:pt x="312896" y="249079"/>
                </a:cubicBezTo>
                <a:cubicBezTo>
                  <a:pt x="314516" y="248222"/>
                  <a:pt x="316040" y="247269"/>
                  <a:pt x="317754" y="246602"/>
                </a:cubicBezTo>
                <a:cubicBezTo>
                  <a:pt x="319278" y="245936"/>
                  <a:pt x="320897" y="245555"/>
                  <a:pt x="322517" y="245174"/>
                </a:cubicBezTo>
                <a:cubicBezTo>
                  <a:pt x="323755" y="244793"/>
                  <a:pt x="324898" y="244316"/>
                  <a:pt x="326231" y="244031"/>
                </a:cubicBezTo>
                <a:cubicBezTo>
                  <a:pt x="329184" y="243459"/>
                  <a:pt x="332232" y="243078"/>
                  <a:pt x="335375" y="243078"/>
                </a:cubicBezTo>
                <a:cubicBezTo>
                  <a:pt x="338519" y="243078"/>
                  <a:pt x="341567" y="243364"/>
                  <a:pt x="344519" y="244031"/>
                </a:cubicBezTo>
                <a:cubicBezTo>
                  <a:pt x="345758" y="244316"/>
                  <a:pt x="346996" y="244793"/>
                  <a:pt x="348234" y="245174"/>
                </a:cubicBezTo>
                <a:cubicBezTo>
                  <a:pt x="349853" y="245650"/>
                  <a:pt x="351473" y="246031"/>
                  <a:pt x="352997" y="246602"/>
                </a:cubicBezTo>
                <a:cubicBezTo>
                  <a:pt x="354711" y="247269"/>
                  <a:pt x="356235" y="248222"/>
                  <a:pt x="357854" y="249079"/>
                </a:cubicBezTo>
                <a:cubicBezTo>
                  <a:pt x="358712" y="249555"/>
                  <a:pt x="359759" y="250031"/>
                  <a:pt x="360617" y="250603"/>
                </a:cubicBezTo>
                <a:cubicBezTo>
                  <a:pt x="362522" y="251841"/>
                  <a:pt x="364236" y="253270"/>
                  <a:pt x="365950" y="254794"/>
                </a:cubicBezTo>
                <a:cubicBezTo>
                  <a:pt x="366332" y="255175"/>
                  <a:pt x="366808" y="255461"/>
                  <a:pt x="367189" y="255842"/>
                </a:cubicBezTo>
                <a:cubicBezTo>
                  <a:pt x="369094" y="257651"/>
                  <a:pt x="370808" y="259652"/>
                  <a:pt x="372428" y="261747"/>
                </a:cubicBezTo>
                <a:cubicBezTo>
                  <a:pt x="372523" y="261842"/>
                  <a:pt x="372618" y="261938"/>
                  <a:pt x="372713" y="262033"/>
                </a:cubicBezTo>
                <a:cubicBezTo>
                  <a:pt x="377762" y="268796"/>
                  <a:pt x="380905" y="277082"/>
                  <a:pt x="381667" y="286036"/>
                </a:cubicBezTo>
                <a:cubicBezTo>
                  <a:pt x="381667" y="286036"/>
                  <a:pt x="381667" y="286036"/>
                  <a:pt x="381667" y="286036"/>
                </a:cubicBezTo>
                <a:cubicBezTo>
                  <a:pt x="381762" y="287274"/>
                  <a:pt x="382048" y="288417"/>
                  <a:pt x="382048" y="289655"/>
                </a:cubicBezTo>
                <a:cubicBezTo>
                  <a:pt x="381572" y="300228"/>
                  <a:pt x="377952" y="309848"/>
                  <a:pt x="372047" y="317659"/>
                </a:cubicBezTo>
                <a:close/>
                <a:moveTo>
                  <a:pt x="457200" y="286036"/>
                </a:moveTo>
                <a:lnTo>
                  <a:pt x="409956" y="286036"/>
                </a:lnTo>
                <a:cubicBezTo>
                  <a:pt x="408051" y="246412"/>
                  <a:pt x="375285" y="214694"/>
                  <a:pt x="335090" y="214694"/>
                </a:cubicBezTo>
                <a:cubicBezTo>
                  <a:pt x="294894" y="214694"/>
                  <a:pt x="262128" y="246412"/>
                  <a:pt x="260223" y="286036"/>
                </a:cubicBezTo>
                <a:lnTo>
                  <a:pt x="229553" y="286036"/>
                </a:lnTo>
                <a:cubicBezTo>
                  <a:pt x="229743" y="283750"/>
                  <a:pt x="229934" y="281464"/>
                  <a:pt x="229934" y="279083"/>
                </a:cubicBezTo>
                <a:cubicBezTo>
                  <a:pt x="229934" y="238887"/>
                  <a:pt x="197358" y="206312"/>
                  <a:pt x="157163" y="206312"/>
                </a:cubicBezTo>
                <a:cubicBezTo>
                  <a:pt x="116967" y="206312"/>
                  <a:pt x="84392" y="238887"/>
                  <a:pt x="84392" y="279083"/>
                </a:cubicBezTo>
                <a:cubicBezTo>
                  <a:pt x="84392" y="281464"/>
                  <a:pt x="84487" y="283750"/>
                  <a:pt x="84773" y="286036"/>
                </a:cubicBezTo>
                <a:lnTo>
                  <a:pt x="28575" y="286036"/>
                </a:lnTo>
                <a:lnTo>
                  <a:pt x="28575" y="28575"/>
                </a:lnTo>
                <a:lnTo>
                  <a:pt x="457200" y="28575"/>
                </a:lnTo>
                <a:lnTo>
                  <a:pt x="457200" y="286036"/>
                </a:lnTo>
                <a:close/>
                <a:moveTo>
                  <a:pt x="197168" y="191262"/>
                </a:moveTo>
                <a:lnTo>
                  <a:pt x="197168" y="92202"/>
                </a:lnTo>
                <a:cubicBezTo>
                  <a:pt x="197168" y="86963"/>
                  <a:pt x="200025" y="82201"/>
                  <a:pt x="204597" y="79629"/>
                </a:cubicBezTo>
                <a:cubicBezTo>
                  <a:pt x="209169" y="77153"/>
                  <a:pt x="214789" y="77343"/>
                  <a:pt x="219170" y="80105"/>
                </a:cubicBezTo>
                <a:lnTo>
                  <a:pt x="295370" y="129064"/>
                </a:lnTo>
                <a:cubicBezTo>
                  <a:pt x="299466" y="131636"/>
                  <a:pt x="301943" y="136208"/>
                  <a:pt x="301943" y="140970"/>
                </a:cubicBezTo>
                <a:cubicBezTo>
                  <a:pt x="301943" y="145828"/>
                  <a:pt x="299561" y="150305"/>
                  <a:pt x="295466" y="152972"/>
                </a:cubicBezTo>
                <a:lnTo>
                  <a:pt x="219266" y="203073"/>
                </a:lnTo>
                <a:cubicBezTo>
                  <a:pt x="216884" y="204597"/>
                  <a:pt x="214122" y="205454"/>
                  <a:pt x="211455" y="205454"/>
                </a:cubicBezTo>
                <a:cubicBezTo>
                  <a:pt x="209169" y="205454"/>
                  <a:pt x="206788" y="204883"/>
                  <a:pt x="204692" y="203740"/>
                </a:cubicBezTo>
                <a:cubicBezTo>
                  <a:pt x="200025" y="201359"/>
                  <a:pt x="197168" y="196501"/>
                  <a:pt x="197168" y="191262"/>
                </a:cubicBezTo>
                <a:close/>
              </a:path>
            </a:pathLst>
          </a:custGeom>
          <a:solidFill>
            <a:srgbClr val="211452"/>
          </a:solidFill>
          <a:ln w="9525" cap="flat">
            <a:noFill/>
            <a:prstDash val="solid"/>
            <a:miter/>
          </a:ln>
        </p:spPr>
        <p:txBody>
          <a:bodyPr rtlCol="0" anchor="ctr"/>
          <a:lstStyle/>
          <a:p>
            <a:endParaRPr lang="en-US"/>
          </a:p>
        </p:txBody>
      </p:sp>
      <p:sp>
        <p:nvSpPr>
          <p:cNvPr id="310" name="Grafik 74">
            <a:extLst>
              <a:ext uri="{FF2B5EF4-FFF2-40B4-BE49-F238E27FC236}">
                <a16:creationId xmlns:a16="http://schemas.microsoft.com/office/drawing/2014/main" id="{1EF2D4A2-4D35-48EC-868B-7C58AD61D1C7}"/>
              </a:ext>
            </a:extLst>
          </p:cNvPr>
          <p:cNvSpPr/>
          <p:nvPr/>
        </p:nvSpPr>
        <p:spPr bwMode="gray">
          <a:xfrm>
            <a:off x="6614382" y="2834447"/>
            <a:ext cx="485584" cy="499871"/>
          </a:xfrm>
          <a:custGeom>
            <a:avLst/>
            <a:gdLst>
              <a:gd name="connsiteX0" fmla="*/ 271177 w 485584"/>
              <a:gd name="connsiteY0" fmla="*/ 78772 h 499871"/>
              <a:gd name="connsiteX1" fmla="*/ 271177 w 485584"/>
              <a:gd name="connsiteY1" fmla="*/ 28575 h 499871"/>
              <a:gd name="connsiteX2" fmla="*/ 299752 w 485584"/>
              <a:gd name="connsiteY2" fmla="*/ 0 h 499871"/>
              <a:gd name="connsiteX3" fmla="*/ 328327 w 485584"/>
              <a:gd name="connsiteY3" fmla="*/ 28575 h 499871"/>
              <a:gd name="connsiteX4" fmla="*/ 328327 w 485584"/>
              <a:gd name="connsiteY4" fmla="*/ 78772 h 499871"/>
              <a:gd name="connsiteX5" fmla="*/ 299752 w 485584"/>
              <a:gd name="connsiteY5" fmla="*/ 107347 h 499871"/>
              <a:gd name="connsiteX6" fmla="*/ 271177 w 485584"/>
              <a:gd name="connsiteY6" fmla="*/ 78772 h 499871"/>
              <a:gd name="connsiteX7" fmla="*/ 185642 w 485584"/>
              <a:gd name="connsiteY7" fmla="*/ 107347 h 499871"/>
              <a:gd name="connsiteX8" fmla="*/ 214217 w 485584"/>
              <a:gd name="connsiteY8" fmla="*/ 78772 h 499871"/>
              <a:gd name="connsiteX9" fmla="*/ 214217 w 485584"/>
              <a:gd name="connsiteY9" fmla="*/ 28575 h 499871"/>
              <a:gd name="connsiteX10" fmla="*/ 185642 w 485584"/>
              <a:gd name="connsiteY10" fmla="*/ 0 h 499871"/>
              <a:gd name="connsiteX11" fmla="*/ 157067 w 485584"/>
              <a:gd name="connsiteY11" fmla="*/ 28575 h 499871"/>
              <a:gd name="connsiteX12" fmla="*/ 157067 w 485584"/>
              <a:gd name="connsiteY12" fmla="*/ 78772 h 499871"/>
              <a:gd name="connsiteX13" fmla="*/ 185642 w 485584"/>
              <a:gd name="connsiteY13" fmla="*/ 107347 h 499871"/>
              <a:gd name="connsiteX14" fmla="*/ 485585 w 485584"/>
              <a:gd name="connsiteY14" fmla="*/ 52388 h 499871"/>
              <a:gd name="connsiteX15" fmla="*/ 485585 w 485584"/>
              <a:gd name="connsiteY15" fmla="*/ 476060 h 499871"/>
              <a:gd name="connsiteX16" fmla="*/ 461772 w 485584"/>
              <a:gd name="connsiteY16" fmla="*/ 499872 h 499871"/>
              <a:gd name="connsiteX17" fmla="*/ 23813 w 485584"/>
              <a:gd name="connsiteY17" fmla="*/ 499872 h 499871"/>
              <a:gd name="connsiteX18" fmla="*/ 0 w 485584"/>
              <a:gd name="connsiteY18" fmla="*/ 476060 h 499871"/>
              <a:gd name="connsiteX19" fmla="*/ 0 w 485584"/>
              <a:gd name="connsiteY19" fmla="*/ 52292 h 499871"/>
              <a:gd name="connsiteX20" fmla="*/ 23813 w 485584"/>
              <a:gd name="connsiteY20" fmla="*/ 28480 h 499871"/>
              <a:gd name="connsiteX21" fmla="*/ 99917 w 485584"/>
              <a:gd name="connsiteY21" fmla="*/ 28480 h 499871"/>
              <a:gd name="connsiteX22" fmla="*/ 99917 w 485584"/>
              <a:gd name="connsiteY22" fmla="*/ 57055 h 499871"/>
              <a:gd name="connsiteX23" fmla="*/ 28575 w 485584"/>
              <a:gd name="connsiteY23" fmla="*/ 57055 h 499871"/>
              <a:gd name="connsiteX24" fmla="*/ 28575 w 485584"/>
              <a:gd name="connsiteY24" fmla="*/ 142780 h 499871"/>
              <a:gd name="connsiteX25" fmla="*/ 457010 w 485584"/>
              <a:gd name="connsiteY25" fmla="*/ 142780 h 499871"/>
              <a:gd name="connsiteX26" fmla="*/ 457010 w 485584"/>
              <a:gd name="connsiteY26" fmla="*/ 57150 h 499871"/>
              <a:gd name="connsiteX27" fmla="*/ 386334 w 485584"/>
              <a:gd name="connsiteY27" fmla="*/ 57150 h 499871"/>
              <a:gd name="connsiteX28" fmla="*/ 386334 w 485584"/>
              <a:gd name="connsiteY28" fmla="*/ 28575 h 499871"/>
              <a:gd name="connsiteX29" fmla="*/ 461772 w 485584"/>
              <a:gd name="connsiteY29" fmla="*/ 28575 h 499871"/>
              <a:gd name="connsiteX30" fmla="*/ 485585 w 485584"/>
              <a:gd name="connsiteY30" fmla="*/ 52388 h 499871"/>
              <a:gd name="connsiteX31" fmla="*/ 457010 w 485584"/>
              <a:gd name="connsiteY31" fmla="*/ 471297 h 499871"/>
              <a:gd name="connsiteX32" fmla="*/ 457010 w 485584"/>
              <a:gd name="connsiteY32" fmla="*/ 171355 h 499871"/>
              <a:gd name="connsiteX33" fmla="*/ 28575 w 485584"/>
              <a:gd name="connsiteY33" fmla="*/ 171355 h 499871"/>
              <a:gd name="connsiteX34" fmla="*/ 28575 w 485584"/>
              <a:gd name="connsiteY34" fmla="*/ 471202 h 499871"/>
              <a:gd name="connsiteX35" fmla="*/ 457010 w 485584"/>
              <a:gd name="connsiteY35" fmla="*/ 471202 h 499871"/>
              <a:gd name="connsiteX36" fmla="*/ 166783 w 485584"/>
              <a:gd name="connsiteY36" fmla="*/ 292513 h 499871"/>
              <a:gd name="connsiteX37" fmla="*/ 138208 w 485584"/>
              <a:gd name="connsiteY37" fmla="*/ 321088 h 499871"/>
              <a:gd name="connsiteX38" fmla="*/ 166783 w 485584"/>
              <a:gd name="connsiteY38" fmla="*/ 349663 h 499871"/>
              <a:gd name="connsiteX39" fmla="*/ 195358 w 485584"/>
              <a:gd name="connsiteY39" fmla="*/ 321088 h 499871"/>
              <a:gd name="connsiteX40" fmla="*/ 166783 w 485584"/>
              <a:gd name="connsiteY40" fmla="*/ 292513 h 499871"/>
              <a:gd name="connsiteX41" fmla="*/ 90392 w 485584"/>
              <a:gd name="connsiteY41" fmla="*/ 292513 h 499871"/>
              <a:gd name="connsiteX42" fmla="*/ 61817 w 485584"/>
              <a:gd name="connsiteY42" fmla="*/ 321088 h 499871"/>
              <a:gd name="connsiteX43" fmla="*/ 90392 w 485584"/>
              <a:gd name="connsiteY43" fmla="*/ 349663 h 499871"/>
              <a:gd name="connsiteX44" fmla="*/ 118967 w 485584"/>
              <a:gd name="connsiteY44" fmla="*/ 321088 h 499871"/>
              <a:gd name="connsiteX45" fmla="*/ 90392 w 485584"/>
              <a:gd name="connsiteY45" fmla="*/ 292513 h 499871"/>
              <a:gd name="connsiteX46" fmla="*/ 242792 w 485584"/>
              <a:gd name="connsiteY46" fmla="*/ 292513 h 499871"/>
              <a:gd name="connsiteX47" fmla="*/ 214217 w 485584"/>
              <a:gd name="connsiteY47" fmla="*/ 321088 h 499871"/>
              <a:gd name="connsiteX48" fmla="*/ 242792 w 485584"/>
              <a:gd name="connsiteY48" fmla="*/ 349663 h 499871"/>
              <a:gd name="connsiteX49" fmla="*/ 271367 w 485584"/>
              <a:gd name="connsiteY49" fmla="*/ 321088 h 499871"/>
              <a:gd name="connsiteX50" fmla="*/ 242792 w 485584"/>
              <a:gd name="connsiteY50" fmla="*/ 292513 h 499871"/>
              <a:gd name="connsiteX51" fmla="*/ 318802 w 485584"/>
              <a:gd name="connsiteY51" fmla="*/ 292513 h 499871"/>
              <a:gd name="connsiteX52" fmla="*/ 290227 w 485584"/>
              <a:gd name="connsiteY52" fmla="*/ 321088 h 499871"/>
              <a:gd name="connsiteX53" fmla="*/ 318802 w 485584"/>
              <a:gd name="connsiteY53" fmla="*/ 349663 h 499871"/>
              <a:gd name="connsiteX54" fmla="*/ 347377 w 485584"/>
              <a:gd name="connsiteY54" fmla="*/ 321088 h 499871"/>
              <a:gd name="connsiteX55" fmla="*/ 318802 w 485584"/>
              <a:gd name="connsiteY55" fmla="*/ 292513 h 499871"/>
              <a:gd name="connsiteX56" fmla="*/ 394811 w 485584"/>
              <a:gd name="connsiteY56" fmla="*/ 292513 h 499871"/>
              <a:gd name="connsiteX57" fmla="*/ 366236 w 485584"/>
              <a:gd name="connsiteY57" fmla="*/ 321088 h 499871"/>
              <a:gd name="connsiteX58" fmla="*/ 394811 w 485584"/>
              <a:gd name="connsiteY58" fmla="*/ 349663 h 499871"/>
              <a:gd name="connsiteX59" fmla="*/ 423386 w 485584"/>
              <a:gd name="connsiteY59" fmla="*/ 321088 h 499871"/>
              <a:gd name="connsiteX60" fmla="*/ 394811 w 485584"/>
              <a:gd name="connsiteY60" fmla="*/ 292513 h 499871"/>
              <a:gd name="connsiteX61" fmla="*/ 166783 w 485584"/>
              <a:gd name="connsiteY61" fmla="*/ 368713 h 499871"/>
              <a:gd name="connsiteX62" fmla="*/ 138208 w 485584"/>
              <a:gd name="connsiteY62" fmla="*/ 397288 h 499871"/>
              <a:gd name="connsiteX63" fmla="*/ 166783 w 485584"/>
              <a:gd name="connsiteY63" fmla="*/ 425863 h 499871"/>
              <a:gd name="connsiteX64" fmla="*/ 195358 w 485584"/>
              <a:gd name="connsiteY64" fmla="*/ 397288 h 499871"/>
              <a:gd name="connsiteX65" fmla="*/ 166783 w 485584"/>
              <a:gd name="connsiteY65" fmla="*/ 368713 h 499871"/>
              <a:gd name="connsiteX66" fmla="*/ 90392 w 485584"/>
              <a:gd name="connsiteY66" fmla="*/ 368713 h 499871"/>
              <a:gd name="connsiteX67" fmla="*/ 61817 w 485584"/>
              <a:gd name="connsiteY67" fmla="*/ 397288 h 499871"/>
              <a:gd name="connsiteX68" fmla="*/ 90392 w 485584"/>
              <a:gd name="connsiteY68" fmla="*/ 425863 h 499871"/>
              <a:gd name="connsiteX69" fmla="*/ 118967 w 485584"/>
              <a:gd name="connsiteY69" fmla="*/ 397288 h 499871"/>
              <a:gd name="connsiteX70" fmla="*/ 90392 w 485584"/>
              <a:gd name="connsiteY70" fmla="*/ 368713 h 499871"/>
              <a:gd name="connsiteX71" fmla="*/ 242792 w 485584"/>
              <a:gd name="connsiteY71" fmla="*/ 368713 h 499871"/>
              <a:gd name="connsiteX72" fmla="*/ 214217 w 485584"/>
              <a:gd name="connsiteY72" fmla="*/ 397288 h 499871"/>
              <a:gd name="connsiteX73" fmla="*/ 242792 w 485584"/>
              <a:gd name="connsiteY73" fmla="*/ 425863 h 499871"/>
              <a:gd name="connsiteX74" fmla="*/ 271367 w 485584"/>
              <a:gd name="connsiteY74" fmla="*/ 397288 h 499871"/>
              <a:gd name="connsiteX75" fmla="*/ 242792 w 485584"/>
              <a:gd name="connsiteY75" fmla="*/ 368713 h 499871"/>
              <a:gd name="connsiteX76" fmla="*/ 318802 w 485584"/>
              <a:gd name="connsiteY76" fmla="*/ 368713 h 499871"/>
              <a:gd name="connsiteX77" fmla="*/ 290227 w 485584"/>
              <a:gd name="connsiteY77" fmla="*/ 397288 h 499871"/>
              <a:gd name="connsiteX78" fmla="*/ 318802 w 485584"/>
              <a:gd name="connsiteY78" fmla="*/ 425863 h 499871"/>
              <a:gd name="connsiteX79" fmla="*/ 347377 w 485584"/>
              <a:gd name="connsiteY79" fmla="*/ 397288 h 499871"/>
              <a:gd name="connsiteX80" fmla="*/ 318802 w 485584"/>
              <a:gd name="connsiteY80" fmla="*/ 368713 h 499871"/>
              <a:gd name="connsiteX81" fmla="*/ 166783 w 485584"/>
              <a:gd name="connsiteY81" fmla="*/ 216313 h 499871"/>
              <a:gd name="connsiteX82" fmla="*/ 138208 w 485584"/>
              <a:gd name="connsiteY82" fmla="*/ 244888 h 499871"/>
              <a:gd name="connsiteX83" fmla="*/ 166783 w 485584"/>
              <a:gd name="connsiteY83" fmla="*/ 273463 h 499871"/>
              <a:gd name="connsiteX84" fmla="*/ 195358 w 485584"/>
              <a:gd name="connsiteY84" fmla="*/ 244888 h 499871"/>
              <a:gd name="connsiteX85" fmla="*/ 166783 w 485584"/>
              <a:gd name="connsiteY85" fmla="*/ 216313 h 499871"/>
              <a:gd name="connsiteX86" fmla="*/ 242792 w 485584"/>
              <a:gd name="connsiteY86" fmla="*/ 216313 h 499871"/>
              <a:gd name="connsiteX87" fmla="*/ 214217 w 485584"/>
              <a:gd name="connsiteY87" fmla="*/ 244888 h 499871"/>
              <a:gd name="connsiteX88" fmla="*/ 242792 w 485584"/>
              <a:gd name="connsiteY88" fmla="*/ 273463 h 499871"/>
              <a:gd name="connsiteX89" fmla="*/ 271367 w 485584"/>
              <a:gd name="connsiteY89" fmla="*/ 244888 h 499871"/>
              <a:gd name="connsiteX90" fmla="*/ 242792 w 485584"/>
              <a:gd name="connsiteY90" fmla="*/ 216313 h 499871"/>
              <a:gd name="connsiteX91" fmla="*/ 318802 w 485584"/>
              <a:gd name="connsiteY91" fmla="*/ 216313 h 499871"/>
              <a:gd name="connsiteX92" fmla="*/ 290227 w 485584"/>
              <a:gd name="connsiteY92" fmla="*/ 244888 h 499871"/>
              <a:gd name="connsiteX93" fmla="*/ 318802 w 485584"/>
              <a:gd name="connsiteY93" fmla="*/ 273463 h 499871"/>
              <a:gd name="connsiteX94" fmla="*/ 347377 w 485584"/>
              <a:gd name="connsiteY94" fmla="*/ 244888 h 499871"/>
              <a:gd name="connsiteX95" fmla="*/ 318802 w 485584"/>
              <a:gd name="connsiteY95" fmla="*/ 216313 h 499871"/>
              <a:gd name="connsiteX96" fmla="*/ 394811 w 485584"/>
              <a:gd name="connsiteY96" fmla="*/ 216313 h 499871"/>
              <a:gd name="connsiteX97" fmla="*/ 366236 w 485584"/>
              <a:gd name="connsiteY97" fmla="*/ 244888 h 499871"/>
              <a:gd name="connsiteX98" fmla="*/ 394811 w 485584"/>
              <a:gd name="connsiteY98" fmla="*/ 273463 h 499871"/>
              <a:gd name="connsiteX99" fmla="*/ 423386 w 485584"/>
              <a:gd name="connsiteY99" fmla="*/ 244888 h 499871"/>
              <a:gd name="connsiteX100" fmla="*/ 394811 w 485584"/>
              <a:gd name="connsiteY100" fmla="*/ 216313 h 49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485584" h="499871">
                <a:moveTo>
                  <a:pt x="271177" y="78772"/>
                </a:moveTo>
                <a:lnTo>
                  <a:pt x="271177" y="28575"/>
                </a:lnTo>
                <a:cubicBezTo>
                  <a:pt x="271177" y="12764"/>
                  <a:pt x="283940" y="0"/>
                  <a:pt x="299752" y="0"/>
                </a:cubicBezTo>
                <a:cubicBezTo>
                  <a:pt x="315563" y="0"/>
                  <a:pt x="328327" y="12764"/>
                  <a:pt x="328327" y="28575"/>
                </a:cubicBezTo>
                <a:lnTo>
                  <a:pt x="328327" y="78772"/>
                </a:lnTo>
                <a:cubicBezTo>
                  <a:pt x="328327" y="94583"/>
                  <a:pt x="315563" y="107347"/>
                  <a:pt x="299752" y="107347"/>
                </a:cubicBezTo>
                <a:cubicBezTo>
                  <a:pt x="283940" y="107347"/>
                  <a:pt x="271177" y="94583"/>
                  <a:pt x="271177" y="78772"/>
                </a:cubicBezTo>
                <a:close/>
                <a:moveTo>
                  <a:pt x="185642" y="107347"/>
                </a:moveTo>
                <a:cubicBezTo>
                  <a:pt x="201454" y="107347"/>
                  <a:pt x="214217" y="94583"/>
                  <a:pt x="214217" y="78772"/>
                </a:cubicBezTo>
                <a:lnTo>
                  <a:pt x="214217" y="28575"/>
                </a:lnTo>
                <a:cubicBezTo>
                  <a:pt x="214217" y="12764"/>
                  <a:pt x="201454" y="0"/>
                  <a:pt x="185642" y="0"/>
                </a:cubicBezTo>
                <a:cubicBezTo>
                  <a:pt x="169831" y="0"/>
                  <a:pt x="157067" y="12764"/>
                  <a:pt x="157067" y="28575"/>
                </a:cubicBezTo>
                <a:lnTo>
                  <a:pt x="157067" y="78772"/>
                </a:lnTo>
                <a:cubicBezTo>
                  <a:pt x="157067" y="94583"/>
                  <a:pt x="169831" y="107347"/>
                  <a:pt x="185642" y="107347"/>
                </a:cubicBezTo>
                <a:close/>
                <a:moveTo>
                  <a:pt x="485585" y="52388"/>
                </a:moveTo>
                <a:lnTo>
                  <a:pt x="485585" y="476060"/>
                </a:lnTo>
                <a:cubicBezTo>
                  <a:pt x="485585" y="489204"/>
                  <a:pt x="474917" y="499872"/>
                  <a:pt x="461772" y="499872"/>
                </a:cubicBezTo>
                <a:lnTo>
                  <a:pt x="23813" y="499872"/>
                </a:lnTo>
                <a:cubicBezTo>
                  <a:pt x="10668" y="499872"/>
                  <a:pt x="0" y="489204"/>
                  <a:pt x="0" y="476060"/>
                </a:cubicBezTo>
                <a:lnTo>
                  <a:pt x="0" y="52292"/>
                </a:lnTo>
                <a:cubicBezTo>
                  <a:pt x="0" y="39148"/>
                  <a:pt x="10668" y="28480"/>
                  <a:pt x="23813" y="28480"/>
                </a:cubicBezTo>
                <a:lnTo>
                  <a:pt x="99917" y="28480"/>
                </a:lnTo>
                <a:lnTo>
                  <a:pt x="99917" y="57055"/>
                </a:lnTo>
                <a:lnTo>
                  <a:pt x="28575" y="57055"/>
                </a:lnTo>
                <a:lnTo>
                  <a:pt x="28575" y="142780"/>
                </a:lnTo>
                <a:lnTo>
                  <a:pt x="457010" y="142780"/>
                </a:lnTo>
                <a:lnTo>
                  <a:pt x="457010" y="57150"/>
                </a:lnTo>
                <a:lnTo>
                  <a:pt x="386334" y="57150"/>
                </a:lnTo>
                <a:lnTo>
                  <a:pt x="386334" y="28575"/>
                </a:lnTo>
                <a:lnTo>
                  <a:pt x="461772" y="28575"/>
                </a:lnTo>
                <a:cubicBezTo>
                  <a:pt x="474821" y="28575"/>
                  <a:pt x="485585" y="39243"/>
                  <a:pt x="485585" y="52388"/>
                </a:cubicBezTo>
                <a:close/>
                <a:moveTo>
                  <a:pt x="457010" y="471297"/>
                </a:moveTo>
                <a:lnTo>
                  <a:pt x="457010" y="171355"/>
                </a:lnTo>
                <a:lnTo>
                  <a:pt x="28575" y="171355"/>
                </a:lnTo>
                <a:lnTo>
                  <a:pt x="28575" y="471202"/>
                </a:lnTo>
                <a:lnTo>
                  <a:pt x="457010" y="471202"/>
                </a:lnTo>
                <a:close/>
                <a:moveTo>
                  <a:pt x="166783" y="292513"/>
                </a:moveTo>
                <a:cubicBezTo>
                  <a:pt x="150971" y="292513"/>
                  <a:pt x="138208" y="305276"/>
                  <a:pt x="138208" y="321088"/>
                </a:cubicBezTo>
                <a:cubicBezTo>
                  <a:pt x="138208" y="336899"/>
                  <a:pt x="150971" y="349663"/>
                  <a:pt x="166783" y="349663"/>
                </a:cubicBezTo>
                <a:cubicBezTo>
                  <a:pt x="182594" y="349663"/>
                  <a:pt x="195358" y="336899"/>
                  <a:pt x="195358" y="321088"/>
                </a:cubicBezTo>
                <a:cubicBezTo>
                  <a:pt x="195358" y="305276"/>
                  <a:pt x="182594" y="292513"/>
                  <a:pt x="166783" y="292513"/>
                </a:cubicBezTo>
                <a:close/>
                <a:moveTo>
                  <a:pt x="90392" y="292513"/>
                </a:moveTo>
                <a:cubicBezTo>
                  <a:pt x="74581" y="292513"/>
                  <a:pt x="61817" y="305276"/>
                  <a:pt x="61817" y="321088"/>
                </a:cubicBezTo>
                <a:cubicBezTo>
                  <a:pt x="61817" y="336899"/>
                  <a:pt x="74581" y="349663"/>
                  <a:pt x="90392" y="349663"/>
                </a:cubicBezTo>
                <a:cubicBezTo>
                  <a:pt x="106204" y="349663"/>
                  <a:pt x="118967" y="336899"/>
                  <a:pt x="118967" y="321088"/>
                </a:cubicBezTo>
                <a:cubicBezTo>
                  <a:pt x="118967" y="305276"/>
                  <a:pt x="106204" y="292513"/>
                  <a:pt x="90392" y="292513"/>
                </a:cubicBezTo>
                <a:close/>
                <a:moveTo>
                  <a:pt x="242792" y="292513"/>
                </a:moveTo>
                <a:cubicBezTo>
                  <a:pt x="226981" y="292513"/>
                  <a:pt x="214217" y="305276"/>
                  <a:pt x="214217" y="321088"/>
                </a:cubicBezTo>
                <a:cubicBezTo>
                  <a:pt x="214217" y="336899"/>
                  <a:pt x="226981" y="349663"/>
                  <a:pt x="242792" y="349663"/>
                </a:cubicBezTo>
                <a:cubicBezTo>
                  <a:pt x="258604" y="349663"/>
                  <a:pt x="271367" y="336899"/>
                  <a:pt x="271367" y="321088"/>
                </a:cubicBezTo>
                <a:cubicBezTo>
                  <a:pt x="271367" y="305276"/>
                  <a:pt x="258604" y="292513"/>
                  <a:pt x="242792" y="292513"/>
                </a:cubicBezTo>
                <a:close/>
                <a:moveTo>
                  <a:pt x="318802" y="292513"/>
                </a:moveTo>
                <a:cubicBezTo>
                  <a:pt x="302990" y="292513"/>
                  <a:pt x="290227" y="305276"/>
                  <a:pt x="290227" y="321088"/>
                </a:cubicBezTo>
                <a:cubicBezTo>
                  <a:pt x="290227" y="336899"/>
                  <a:pt x="302990" y="349663"/>
                  <a:pt x="318802" y="349663"/>
                </a:cubicBezTo>
                <a:cubicBezTo>
                  <a:pt x="334613" y="349663"/>
                  <a:pt x="347377" y="336899"/>
                  <a:pt x="347377" y="321088"/>
                </a:cubicBezTo>
                <a:cubicBezTo>
                  <a:pt x="347377" y="305276"/>
                  <a:pt x="334613" y="292513"/>
                  <a:pt x="318802" y="292513"/>
                </a:cubicBezTo>
                <a:close/>
                <a:moveTo>
                  <a:pt x="394811" y="292513"/>
                </a:moveTo>
                <a:cubicBezTo>
                  <a:pt x="379000" y="292513"/>
                  <a:pt x="366236" y="305276"/>
                  <a:pt x="366236" y="321088"/>
                </a:cubicBezTo>
                <a:cubicBezTo>
                  <a:pt x="366236" y="336899"/>
                  <a:pt x="379000" y="349663"/>
                  <a:pt x="394811" y="349663"/>
                </a:cubicBezTo>
                <a:cubicBezTo>
                  <a:pt x="410623" y="349663"/>
                  <a:pt x="423386" y="336899"/>
                  <a:pt x="423386" y="321088"/>
                </a:cubicBezTo>
                <a:cubicBezTo>
                  <a:pt x="423386" y="305276"/>
                  <a:pt x="410623" y="292513"/>
                  <a:pt x="394811" y="292513"/>
                </a:cubicBezTo>
                <a:close/>
                <a:moveTo>
                  <a:pt x="166783" y="368713"/>
                </a:moveTo>
                <a:cubicBezTo>
                  <a:pt x="150971" y="368713"/>
                  <a:pt x="138208" y="381476"/>
                  <a:pt x="138208" y="397288"/>
                </a:cubicBezTo>
                <a:cubicBezTo>
                  <a:pt x="138208" y="413099"/>
                  <a:pt x="150971" y="425863"/>
                  <a:pt x="166783" y="425863"/>
                </a:cubicBezTo>
                <a:cubicBezTo>
                  <a:pt x="182594" y="425863"/>
                  <a:pt x="195358" y="413099"/>
                  <a:pt x="195358" y="397288"/>
                </a:cubicBezTo>
                <a:cubicBezTo>
                  <a:pt x="195358" y="381476"/>
                  <a:pt x="182594" y="368713"/>
                  <a:pt x="166783" y="368713"/>
                </a:cubicBezTo>
                <a:close/>
                <a:moveTo>
                  <a:pt x="90392" y="368713"/>
                </a:moveTo>
                <a:cubicBezTo>
                  <a:pt x="74581" y="368713"/>
                  <a:pt x="61817" y="381476"/>
                  <a:pt x="61817" y="397288"/>
                </a:cubicBezTo>
                <a:cubicBezTo>
                  <a:pt x="61817" y="413099"/>
                  <a:pt x="74581" y="425863"/>
                  <a:pt x="90392" y="425863"/>
                </a:cubicBezTo>
                <a:cubicBezTo>
                  <a:pt x="106204" y="425863"/>
                  <a:pt x="118967" y="413099"/>
                  <a:pt x="118967" y="397288"/>
                </a:cubicBezTo>
                <a:cubicBezTo>
                  <a:pt x="118967" y="381476"/>
                  <a:pt x="106204" y="368713"/>
                  <a:pt x="90392" y="368713"/>
                </a:cubicBezTo>
                <a:close/>
                <a:moveTo>
                  <a:pt x="242792" y="368713"/>
                </a:moveTo>
                <a:cubicBezTo>
                  <a:pt x="226981" y="368713"/>
                  <a:pt x="214217" y="381476"/>
                  <a:pt x="214217" y="397288"/>
                </a:cubicBezTo>
                <a:cubicBezTo>
                  <a:pt x="214217" y="413099"/>
                  <a:pt x="226981" y="425863"/>
                  <a:pt x="242792" y="425863"/>
                </a:cubicBezTo>
                <a:cubicBezTo>
                  <a:pt x="258604" y="425863"/>
                  <a:pt x="271367" y="413099"/>
                  <a:pt x="271367" y="397288"/>
                </a:cubicBezTo>
                <a:cubicBezTo>
                  <a:pt x="271367" y="381476"/>
                  <a:pt x="258604" y="368713"/>
                  <a:pt x="242792" y="368713"/>
                </a:cubicBezTo>
                <a:close/>
                <a:moveTo>
                  <a:pt x="318802" y="368713"/>
                </a:moveTo>
                <a:cubicBezTo>
                  <a:pt x="302990" y="368713"/>
                  <a:pt x="290227" y="381476"/>
                  <a:pt x="290227" y="397288"/>
                </a:cubicBezTo>
                <a:cubicBezTo>
                  <a:pt x="290227" y="413099"/>
                  <a:pt x="302990" y="425863"/>
                  <a:pt x="318802" y="425863"/>
                </a:cubicBezTo>
                <a:cubicBezTo>
                  <a:pt x="334613" y="425863"/>
                  <a:pt x="347377" y="413099"/>
                  <a:pt x="347377" y="397288"/>
                </a:cubicBezTo>
                <a:cubicBezTo>
                  <a:pt x="347377" y="381476"/>
                  <a:pt x="334613" y="368713"/>
                  <a:pt x="318802" y="368713"/>
                </a:cubicBezTo>
                <a:close/>
                <a:moveTo>
                  <a:pt x="166783" y="216313"/>
                </a:moveTo>
                <a:cubicBezTo>
                  <a:pt x="150971" y="216313"/>
                  <a:pt x="138208" y="229076"/>
                  <a:pt x="138208" y="244888"/>
                </a:cubicBezTo>
                <a:cubicBezTo>
                  <a:pt x="138208" y="260699"/>
                  <a:pt x="150971" y="273463"/>
                  <a:pt x="166783" y="273463"/>
                </a:cubicBezTo>
                <a:cubicBezTo>
                  <a:pt x="182594" y="273463"/>
                  <a:pt x="195358" y="260699"/>
                  <a:pt x="195358" y="244888"/>
                </a:cubicBezTo>
                <a:cubicBezTo>
                  <a:pt x="195358" y="229076"/>
                  <a:pt x="182594" y="216313"/>
                  <a:pt x="166783" y="216313"/>
                </a:cubicBezTo>
                <a:close/>
                <a:moveTo>
                  <a:pt x="242792" y="216313"/>
                </a:moveTo>
                <a:cubicBezTo>
                  <a:pt x="226981" y="216313"/>
                  <a:pt x="214217" y="229076"/>
                  <a:pt x="214217" y="244888"/>
                </a:cubicBezTo>
                <a:cubicBezTo>
                  <a:pt x="214217" y="260699"/>
                  <a:pt x="226981" y="273463"/>
                  <a:pt x="242792" y="273463"/>
                </a:cubicBezTo>
                <a:cubicBezTo>
                  <a:pt x="258604" y="273463"/>
                  <a:pt x="271367" y="260699"/>
                  <a:pt x="271367" y="244888"/>
                </a:cubicBezTo>
                <a:cubicBezTo>
                  <a:pt x="271367" y="229076"/>
                  <a:pt x="258604" y="216313"/>
                  <a:pt x="242792" y="216313"/>
                </a:cubicBezTo>
                <a:close/>
                <a:moveTo>
                  <a:pt x="318802" y="216313"/>
                </a:moveTo>
                <a:cubicBezTo>
                  <a:pt x="302990" y="216313"/>
                  <a:pt x="290227" y="229076"/>
                  <a:pt x="290227" y="244888"/>
                </a:cubicBezTo>
                <a:cubicBezTo>
                  <a:pt x="290227" y="260699"/>
                  <a:pt x="302990" y="273463"/>
                  <a:pt x="318802" y="273463"/>
                </a:cubicBezTo>
                <a:cubicBezTo>
                  <a:pt x="334613" y="273463"/>
                  <a:pt x="347377" y="260699"/>
                  <a:pt x="347377" y="244888"/>
                </a:cubicBezTo>
                <a:cubicBezTo>
                  <a:pt x="347377" y="229076"/>
                  <a:pt x="334613" y="216313"/>
                  <a:pt x="318802" y="216313"/>
                </a:cubicBezTo>
                <a:close/>
                <a:moveTo>
                  <a:pt x="394811" y="216313"/>
                </a:moveTo>
                <a:cubicBezTo>
                  <a:pt x="379000" y="216313"/>
                  <a:pt x="366236" y="229076"/>
                  <a:pt x="366236" y="244888"/>
                </a:cubicBezTo>
                <a:cubicBezTo>
                  <a:pt x="366236" y="260699"/>
                  <a:pt x="379000" y="273463"/>
                  <a:pt x="394811" y="273463"/>
                </a:cubicBezTo>
                <a:cubicBezTo>
                  <a:pt x="410623" y="273463"/>
                  <a:pt x="423386" y="260699"/>
                  <a:pt x="423386" y="244888"/>
                </a:cubicBezTo>
                <a:cubicBezTo>
                  <a:pt x="423386" y="229076"/>
                  <a:pt x="410623" y="216313"/>
                  <a:pt x="394811" y="216313"/>
                </a:cubicBezTo>
                <a:close/>
              </a:path>
            </a:pathLst>
          </a:custGeom>
          <a:solidFill>
            <a:srgbClr val="211452"/>
          </a:solidFill>
          <a:ln w="9525" cap="flat">
            <a:noFill/>
            <a:prstDash val="solid"/>
            <a:miter/>
          </a:ln>
        </p:spPr>
        <p:txBody>
          <a:bodyPr rtlCol="0" anchor="ctr"/>
          <a:lstStyle/>
          <a:p>
            <a:endParaRPr lang="en-US"/>
          </a:p>
        </p:txBody>
      </p:sp>
      <p:sp>
        <p:nvSpPr>
          <p:cNvPr id="311" name="Grafik 80">
            <a:extLst>
              <a:ext uri="{FF2B5EF4-FFF2-40B4-BE49-F238E27FC236}">
                <a16:creationId xmlns:a16="http://schemas.microsoft.com/office/drawing/2014/main" id="{389C1877-C87F-4996-9068-A563B7856BAA}"/>
              </a:ext>
            </a:extLst>
          </p:cNvPr>
          <p:cNvSpPr/>
          <p:nvPr/>
        </p:nvSpPr>
        <p:spPr bwMode="gray">
          <a:xfrm>
            <a:off x="4132774" y="2902134"/>
            <a:ext cx="485584" cy="385953"/>
          </a:xfrm>
          <a:custGeom>
            <a:avLst/>
            <a:gdLst>
              <a:gd name="connsiteX0" fmla="*/ 461772 w 485584"/>
              <a:gd name="connsiteY0" fmla="*/ 0 h 385953"/>
              <a:gd name="connsiteX1" fmla="*/ 23813 w 485584"/>
              <a:gd name="connsiteY1" fmla="*/ 0 h 385953"/>
              <a:gd name="connsiteX2" fmla="*/ 0 w 485584"/>
              <a:gd name="connsiteY2" fmla="*/ 23813 h 385953"/>
              <a:gd name="connsiteX3" fmla="*/ 0 w 485584"/>
              <a:gd name="connsiteY3" fmla="*/ 290513 h 385953"/>
              <a:gd name="connsiteX4" fmla="*/ 23813 w 485584"/>
              <a:gd name="connsiteY4" fmla="*/ 314325 h 385953"/>
              <a:gd name="connsiteX5" fmla="*/ 171355 w 485584"/>
              <a:gd name="connsiteY5" fmla="*/ 314325 h 385953"/>
              <a:gd name="connsiteX6" fmla="*/ 171355 w 485584"/>
              <a:gd name="connsiteY6" fmla="*/ 357378 h 385953"/>
              <a:gd name="connsiteX7" fmla="*/ 128492 w 485584"/>
              <a:gd name="connsiteY7" fmla="*/ 357378 h 385953"/>
              <a:gd name="connsiteX8" fmla="*/ 114205 w 485584"/>
              <a:gd name="connsiteY8" fmla="*/ 371666 h 385953"/>
              <a:gd name="connsiteX9" fmla="*/ 128492 w 485584"/>
              <a:gd name="connsiteY9" fmla="*/ 385953 h 385953"/>
              <a:gd name="connsiteX10" fmla="*/ 357092 w 485584"/>
              <a:gd name="connsiteY10" fmla="*/ 385953 h 385953"/>
              <a:gd name="connsiteX11" fmla="*/ 371380 w 485584"/>
              <a:gd name="connsiteY11" fmla="*/ 371666 h 385953"/>
              <a:gd name="connsiteX12" fmla="*/ 357092 w 485584"/>
              <a:gd name="connsiteY12" fmla="*/ 357378 h 385953"/>
              <a:gd name="connsiteX13" fmla="*/ 314230 w 485584"/>
              <a:gd name="connsiteY13" fmla="*/ 357378 h 385953"/>
              <a:gd name="connsiteX14" fmla="*/ 314230 w 485584"/>
              <a:gd name="connsiteY14" fmla="*/ 314325 h 385953"/>
              <a:gd name="connsiteX15" fmla="*/ 461772 w 485584"/>
              <a:gd name="connsiteY15" fmla="*/ 314325 h 385953"/>
              <a:gd name="connsiteX16" fmla="*/ 485585 w 485584"/>
              <a:gd name="connsiteY16" fmla="*/ 290513 h 385953"/>
              <a:gd name="connsiteX17" fmla="*/ 485585 w 485584"/>
              <a:gd name="connsiteY17" fmla="*/ 23813 h 385953"/>
              <a:gd name="connsiteX18" fmla="*/ 461772 w 485584"/>
              <a:gd name="connsiteY18" fmla="*/ 0 h 385953"/>
              <a:gd name="connsiteX19" fmla="*/ 285560 w 485584"/>
              <a:gd name="connsiteY19" fmla="*/ 357378 h 385953"/>
              <a:gd name="connsiteX20" fmla="*/ 199835 w 485584"/>
              <a:gd name="connsiteY20" fmla="*/ 357378 h 385953"/>
              <a:gd name="connsiteX21" fmla="*/ 199835 w 485584"/>
              <a:gd name="connsiteY21" fmla="*/ 314325 h 385953"/>
              <a:gd name="connsiteX22" fmla="*/ 285560 w 485584"/>
              <a:gd name="connsiteY22" fmla="*/ 314325 h 385953"/>
              <a:gd name="connsiteX23" fmla="*/ 285560 w 485584"/>
              <a:gd name="connsiteY23" fmla="*/ 357378 h 385953"/>
              <a:gd name="connsiteX24" fmla="*/ 457010 w 485584"/>
              <a:gd name="connsiteY24" fmla="*/ 285750 h 385953"/>
              <a:gd name="connsiteX25" fmla="*/ 28575 w 485584"/>
              <a:gd name="connsiteY25" fmla="*/ 285750 h 385953"/>
              <a:gd name="connsiteX26" fmla="*/ 28575 w 485584"/>
              <a:gd name="connsiteY26" fmla="*/ 28575 h 385953"/>
              <a:gd name="connsiteX27" fmla="*/ 457010 w 485584"/>
              <a:gd name="connsiteY27" fmla="*/ 28575 h 385953"/>
              <a:gd name="connsiteX28" fmla="*/ 457010 w 485584"/>
              <a:gd name="connsiteY28" fmla="*/ 285750 h 385953"/>
              <a:gd name="connsiteX29" fmla="*/ 47625 w 485584"/>
              <a:gd name="connsiteY29" fmla="*/ 238125 h 385953"/>
              <a:gd name="connsiteX30" fmla="*/ 76200 w 485584"/>
              <a:gd name="connsiteY30" fmla="*/ 209550 h 385953"/>
              <a:gd name="connsiteX31" fmla="*/ 79343 w 485584"/>
              <a:gd name="connsiteY31" fmla="*/ 209836 h 385953"/>
              <a:gd name="connsiteX32" fmla="*/ 102203 w 485584"/>
              <a:gd name="connsiteY32" fmla="*/ 179070 h 385953"/>
              <a:gd name="connsiteX33" fmla="*/ 99822 w 485584"/>
              <a:gd name="connsiteY33" fmla="*/ 167735 h 385953"/>
              <a:gd name="connsiteX34" fmla="*/ 128397 w 485584"/>
              <a:gd name="connsiteY34" fmla="*/ 139160 h 385953"/>
              <a:gd name="connsiteX35" fmla="*/ 156972 w 485584"/>
              <a:gd name="connsiteY35" fmla="*/ 167735 h 385953"/>
              <a:gd name="connsiteX36" fmla="*/ 156781 w 485584"/>
              <a:gd name="connsiteY36" fmla="*/ 169926 h 385953"/>
              <a:gd name="connsiteX37" fmla="*/ 182975 w 485584"/>
              <a:gd name="connsiteY37" fmla="*/ 188024 h 385953"/>
              <a:gd name="connsiteX38" fmla="*/ 195167 w 485584"/>
              <a:gd name="connsiteY38" fmla="*/ 185261 h 385953"/>
              <a:gd name="connsiteX39" fmla="*/ 200978 w 485584"/>
              <a:gd name="connsiteY39" fmla="*/ 185833 h 385953"/>
              <a:gd name="connsiteX40" fmla="*/ 243745 w 485584"/>
              <a:gd name="connsiteY40" fmla="*/ 137827 h 385953"/>
              <a:gd name="connsiteX41" fmla="*/ 242221 w 485584"/>
              <a:gd name="connsiteY41" fmla="*/ 128969 h 385953"/>
              <a:gd name="connsiteX42" fmla="*/ 270796 w 485584"/>
              <a:gd name="connsiteY42" fmla="*/ 100394 h 385953"/>
              <a:gd name="connsiteX43" fmla="*/ 299371 w 485584"/>
              <a:gd name="connsiteY43" fmla="*/ 128969 h 385953"/>
              <a:gd name="connsiteX44" fmla="*/ 297847 w 485584"/>
              <a:gd name="connsiteY44" fmla="*/ 137827 h 385953"/>
              <a:gd name="connsiteX45" fmla="*/ 340805 w 485584"/>
              <a:gd name="connsiteY45" fmla="*/ 186023 h 385953"/>
              <a:gd name="connsiteX46" fmla="*/ 344424 w 485584"/>
              <a:gd name="connsiteY46" fmla="*/ 185547 h 385953"/>
              <a:gd name="connsiteX47" fmla="*/ 386239 w 485584"/>
              <a:gd name="connsiteY47" fmla="*/ 92964 h 385953"/>
              <a:gd name="connsiteX48" fmla="*/ 380810 w 485584"/>
              <a:gd name="connsiteY48" fmla="*/ 76391 h 385953"/>
              <a:gd name="connsiteX49" fmla="*/ 409385 w 485584"/>
              <a:gd name="connsiteY49" fmla="*/ 47816 h 385953"/>
              <a:gd name="connsiteX50" fmla="*/ 437960 w 485584"/>
              <a:gd name="connsiteY50" fmla="*/ 76391 h 385953"/>
              <a:gd name="connsiteX51" fmla="*/ 412242 w 485584"/>
              <a:gd name="connsiteY51" fmla="*/ 104680 h 385953"/>
              <a:gd name="connsiteX52" fmla="*/ 370332 w 485584"/>
              <a:gd name="connsiteY52" fmla="*/ 197549 h 385953"/>
              <a:gd name="connsiteX53" fmla="*/ 375571 w 485584"/>
              <a:gd name="connsiteY53" fmla="*/ 213931 h 385953"/>
              <a:gd name="connsiteX54" fmla="*/ 346996 w 485584"/>
              <a:gd name="connsiteY54" fmla="*/ 242506 h 385953"/>
              <a:gd name="connsiteX55" fmla="*/ 318421 w 485584"/>
              <a:gd name="connsiteY55" fmla="*/ 213931 h 385953"/>
              <a:gd name="connsiteX56" fmla="*/ 319850 w 485584"/>
              <a:gd name="connsiteY56" fmla="*/ 205550 h 385953"/>
              <a:gd name="connsiteX57" fmla="*/ 276606 w 485584"/>
              <a:gd name="connsiteY57" fmla="*/ 157067 h 385953"/>
              <a:gd name="connsiteX58" fmla="*/ 270796 w 485584"/>
              <a:gd name="connsiteY58" fmla="*/ 157639 h 385953"/>
              <a:gd name="connsiteX59" fmla="*/ 264986 w 485584"/>
              <a:gd name="connsiteY59" fmla="*/ 157067 h 385953"/>
              <a:gd name="connsiteX60" fmla="*/ 222218 w 485584"/>
              <a:gd name="connsiteY60" fmla="*/ 205073 h 385953"/>
              <a:gd name="connsiteX61" fmla="*/ 223742 w 485584"/>
              <a:gd name="connsiteY61" fmla="*/ 213931 h 385953"/>
              <a:gd name="connsiteX62" fmla="*/ 195167 w 485584"/>
              <a:gd name="connsiteY62" fmla="*/ 242506 h 385953"/>
              <a:gd name="connsiteX63" fmla="*/ 166592 w 485584"/>
              <a:gd name="connsiteY63" fmla="*/ 213931 h 385953"/>
              <a:gd name="connsiteX64" fmla="*/ 166783 w 485584"/>
              <a:gd name="connsiteY64" fmla="*/ 211741 h 385953"/>
              <a:gd name="connsiteX65" fmla="*/ 140589 w 485584"/>
              <a:gd name="connsiteY65" fmla="*/ 193643 h 385953"/>
              <a:gd name="connsiteX66" fmla="*/ 128397 w 485584"/>
              <a:gd name="connsiteY66" fmla="*/ 196406 h 385953"/>
              <a:gd name="connsiteX67" fmla="*/ 125254 w 485584"/>
              <a:gd name="connsiteY67" fmla="*/ 196120 h 385953"/>
              <a:gd name="connsiteX68" fmla="*/ 102394 w 485584"/>
              <a:gd name="connsiteY68" fmla="*/ 226886 h 385953"/>
              <a:gd name="connsiteX69" fmla="*/ 104775 w 485584"/>
              <a:gd name="connsiteY69" fmla="*/ 238125 h 385953"/>
              <a:gd name="connsiteX70" fmla="*/ 76200 w 485584"/>
              <a:gd name="connsiteY70" fmla="*/ 266700 h 385953"/>
              <a:gd name="connsiteX71" fmla="*/ 47625 w 485584"/>
              <a:gd name="connsiteY71" fmla="*/ 238125 h 38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85584" h="385953">
                <a:moveTo>
                  <a:pt x="461772" y="0"/>
                </a:moveTo>
                <a:lnTo>
                  <a:pt x="23813" y="0"/>
                </a:lnTo>
                <a:cubicBezTo>
                  <a:pt x="10668" y="0"/>
                  <a:pt x="0" y="10668"/>
                  <a:pt x="0" y="23813"/>
                </a:cubicBezTo>
                <a:lnTo>
                  <a:pt x="0" y="290513"/>
                </a:lnTo>
                <a:cubicBezTo>
                  <a:pt x="0" y="303657"/>
                  <a:pt x="10668" y="314325"/>
                  <a:pt x="23813" y="314325"/>
                </a:cubicBezTo>
                <a:lnTo>
                  <a:pt x="171355" y="314325"/>
                </a:lnTo>
                <a:lnTo>
                  <a:pt x="171355" y="357378"/>
                </a:lnTo>
                <a:lnTo>
                  <a:pt x="128492" y="357378"/>
                </a:lnTo>
                <a:cubicBezTo>
                  <a:pt x="120587" y="357378"/>
                  <a:pt x="114205" y="363760"/>
                  <a:pt x="114205" y="371666"/>
                </a:cubicBezTo>
                <a:cubicBezTo>
                  <a:pt x="114205" y="379571"/>
                  <a:pt x="120587" y="385953"/>
                  <a:pt x="128492" y="385953"/>
                </a:cubicBezTo>
                <a:lnTo>
                  <a:pt x="357092" y="385953"/>
                </a:lnTo>
                <a:cubicBezTo>
                  <a:pt x="364998" y="385953"/>
                  <a:pt x="371380" y="379571"/>
                  <a:pt x="371380" y="371666"/>
                </a:cubicBezTo>
                <a:cubicBezTo>
                  <a:pt x="371380" y="363760"/>
                  <a:pt x="364998" y="357378"/>
                  <a:pt x="357092" y="357378"/>
                </a:cubicBezTo>
                <a:lnTo>
                  <a:pt x="314230" y="357378"/>
                </a:lnTo>
                <a:lnTo>
                  <a:pt x="314230" y="314325"/>
                </a:lnTo>
                <a:lnTo>
                  <a:pt x="461772" y="314325"/>
                </a:lnTo>
                <a:cubicBezTo>
                  <a:pt x="474917" y="314325"/>
                  <a:pt x="485585" y="303657"/>
                  <a:pt x="485585" y="290513"/>
                </a:cubicBezTo>
                <a:lnTo>
                  <a:pt x="485585" y="23813"/>
                </a:lnTo>
                <a:cubicBezTo>
                  <a:pt x="485585" y="10668"/>
                  <a:pt x="474917" y="0"/>
                  <a:pt x="461772" y="0"/>
                </a:cubicBezTo>
                <a:close/>
                <a:moveTo>
                  <a:pt x="285560" y="357378"/>
                </a:moveTo>
                <a:lnTo>
                  <a:pt x="199835" y="357378"/>
                </a:lnTo>
                <a:lnTo>
                  <a:pt x="199835" y="314325"/>
                </a:lnTo>
                <a:lnTo>
                  <a:pt x="285560" y="314325"/>
                </a:lnTo>
                <a:lnTo>
                  <a:pt x="285560" y="357378"/>
                </a:lnTo>
                <a:close/>
                <a:moveTo>
                  <a:pt x="457010" y="285750"/>
                </a:moveTo>
                <a:lnTo>
                  <a:pt x="28575" y="285750"/>
                </a:lnTo>
                <a:lnTo>
                  <a:pt x="28575" y="28575"/>
                </a:lnTo>
                <a:lnTo>
                  <a:pt x="457010" y="28575"/>
                </a:lnTo>
                <a:lnTo>
                  <a:pt x="457010" y="285750"/>
                </a:lnTo>
                <a:close/>
                <a:moveTo>
                  <a:pt x="47625" y="238125"/>
                </a:moveTo>
                <a:cubicBezTo>
                  <a:pt x="47625" y="222314"/>
                  <a:pt x="60389" y="209550"/>
                  <a:pt x="76200" y="209550"/>
                </a:cubicBezTo>
                <a:cubicBezTo>
                  <a:pt x="77248" y="209550"/>
                  <a:pt x="78296" y="209741"/>
                  <a:pt x="79343" y="209836"/>
                </a:cubicBezTo>
                <a:lnTo>
                  <a:pt x="102203" y="179070"/>
                </a:lnTo>
                <a:cubicBezTo>
                  <a:pt x="100679" y="175546"/>
                  <a:pt x="99822" y="171736"/>
                  <a:pt x="99822" y="167735"/>
                </a:cubicBezTo>
                <a:cubicBezTo>
                  <a:pt x="99822" y="151924"/>
                  <a:pt x="112586" y="139160"/>
                  <a:pt x="128397" y="139160"/>
                </a:cubicBezTo>
                <a:cubicBezTo>
                  <a:pt x="144209" y="139160"/>
                  <a:pt x="156972" y="151924"/>
                  <a:pt x="156972" y="167735"/>
                </a:cubicBezTo>
                <a:cubicBezTo>
                  <a:pt x="156972" y="168497"/>
                  <a:pt x="156781" y="169259"/>
                  <a:pt x="156781" y="169926"/>
                </a:cubicBezTo>
                <a:lnTo>
                  <a:pt x="182975" y="188024"/>
                </a:lnTo>
                <a:cubicBezTo>
                  <a:pt x="186690" y="186309"/>
                  <a:pt x="190786" y="185261"/>
                  <a:pt x="195167" y="185261"/>
                </a:cubicBezTo>
                <a:cubicBezTo>
                  <a:pt x="197168" y="185261"/>
                  <a:pt x="199073" y="185452"/>
                  <a:pt x="200978" y="185833"/>
                </a:cubicBezTo>
                <a:lnTo>
                  <a:pt x="243745" y="137827"/>
                </a:lnTo>
                <a:cubicBezTo>
                  <a:pt x="242792" y="135065"/>
                  <a:pt x="242221" y="132112"/>
                  <a:pt x="242221" y="128969"/>
                </a:cubicBezTo>
                <a:cubicBezTo>
                  <a:pt x="242221" y="113157"/>
                  <a:pt x="254984" y="100394"/>
                  <a:pt x="270796" y="100394"/>
                </a:cubicBezTo>
                <a:cubicBezTo>
                  <a:pt x="286607" y="100394"/>
                  <a:pt x="299371" y="113157"/>
                  <a:pt x="299371" y="128969"/>
                </a:cubicBezTo>
                <a:cubicBezTo>
                  <a:pt x="299371" y="132112"/>
                  <a:pt x="298704" y="135065"/>
                  <a:pt x="297847" y="137827"/>
                </a:cubicBezTo>
                <a:lnTo>
                  <a:pt x="340805" y="186023"/>
                </a:lnTo>
                <a:cubicBezTo>
                  <a:pt x="341948" y="185738"/>
                  <a:pt x="343186" y="185642"/>
                  <a:pt x="344424" y="185547"/>
                </a:cubicBezTo>
                <a:lnTo>
                  <a:pt x="386239" y="92964"/>
                </a:lnTo>
                <a:cubicBezTo>
                  <a:pt x="382905" y="88297"/>
                  <a:pt x="380810" y="82582"/>
                  <a:pt x="380810" y="76391"/>
                </a:cubicBezTo>
                <a:cubicBezTo>
                  <a:pt x="380810" y="60579"/>
                  <a:pt x="393573" y="47816"/>
                  <a:pt x="409385" y="47816"/>
                </a:cubicBezTo>
                <a:cubicBezTo>
                  <a:pt x="425196" y="47816"/>
                  <a:pt x="437960" y="60579"/>
                  <a:pt x="437960" y="76391"/>
                </a:cubicBezTo>
                <a:cubicBezTo>
                  <a:pt x="437960" y="91154"/>
                  <a:pt x="426720" y="103156"/>
                  <a:pt x="412242" y="104680"/>
                </a:cubicBezTo>
                <a:lnTo>
                  <a:pt x="370332" y="197549"/>
                </a:lnTo>
                <a:cubicBezTo>
                  <a:pt x="373571" y="202216"/>
                  <a:pt x="375571" y="207836"/>
                  <a:pt x="375571" y="213931"/>
                </a:cubicBezTo>
                <a:cubicBezTo>
                  <a:pt x="375571" y="229743"/>
                  <a:pt x="362807" y="242506"/>
                  <a:pt x="346996" y="242506"/>
                </a:cubicBezTo>
                <a:cubicBezTo>
                  <a:pt x="331184" y="242506"/>
                  <a:pt x="318421" y="229743"/>
                  <a:pt x="318421" y="213931"/>
                </a:cubicBezTo>
                <a:cubicBezTo>
                  <a:pt x="318421" y="210979"/>
                  <a:pt x="318992" y="208217"/>
                  <a:pt x="319850" y="205550"/>
                </a:cubicBezTo>
                <a:lnTo>
                  <a:pt x="276606" y="157067"/>
                </a:lnTo>
                <a:cubicBezTo>
                  <a:pt x="274701" y="157448"/>
                  <a:pt x="272796" y="157639"/>
                  <a:pt x="270796" y="157639"/>
                </a:cubicBezTo>
                <a:cubicBezTo>
                  <a:pt x="268796" y="157639"/>
                  <a:pt x="266891" y="157448"/>
                  <a:pt x="264986" y="157067"/>
                </a:cubicBezTo>
                <a:lnTo>
                  <a:pt x="222218" y="205073"/>
                </a:lnTo>
                <a:cubicBezTo>
                  <a:pt x="223171" y="207836"/>
                  <a:pt x="223742" y="210788"/>
                  <a:pt x="223742" y="213931"/>
                </a:cubicBezTo>
                <a:cubicBezTo>
                  <a:pt x="223742" y="229743"/>
                  <a:pt x="210979" y="242506"/>
                  <a:pt x="195167" y="242506"/>
                </a:cubicBezTo>
                <a:cubicBezTo>
                  <a:pt x="179356" y="242506"/>
                  <a:pt x="166592" y="229743"/>
                  <a:pt x="166592" y="213931"/>
                </a:cubicBezTo>
                <a:cubicBezTo>
                  <a:pt x="166592" y="213169"/>
                  <a:pt x="166783" y="212408"/>
                  <a:pt x="166783" y="211741"/>
                </a:cubicBezTo>
                <a:lnTo>
                  <a:pt x="140589" y="193643"/>
                </a:lnTo>
                <a:cubicBezTo>
                  <a:pt x="136874" y="195358"/>
                  <a:pt x="132779" y="196406"/>
                  <a:pt x="128397" y="196406"/>
                </a:cubicBezTo>
                <a:cubicBezTo>
                  <a:pt x="127349" y="196406"/>
                  <a:pt x="126302" y="196215"/>
                  <a:pt x="125254" y="196120"/>
                </a:cubicBezTo>
                <a:lnTo>
                  <a:pt x="102394" y="226886"/>
                </a:lnTo>
                <a:cubicBezTo>
                  <a:pt x="103918" y="230219"/>
                  <a:pt x="104775" y="234029"/>
                  <a:pt x="104775" y="238125"/>
                </a:cubicBezTo>
                <a:cubicBezTo>
                  <a:pt x="104775" y="253937"/>
                  <a:pt x="92012" y="266700"/>
                  <a:pt x="76200" y="266700"/>
                </a:cubicBezTo>
                <a:cubicBezTo>
                  <a:pt x="60389" y="266700"/>
                  <a:pt x="47625" y="253937"/>
                  <a:pt x="47625" y="238125"/>
                </a:cubicBezTo>
                <a:close/>
              </a:path>
            </a:pathLst>
          </a:custGeom>
          <a:solidFill>
            <a:srgbClr val="211452"/>
          </a:solidFill>
          <a:ln w="9525" cap="flat">
            <a:noFill/>
            <a:prstDash val="solid"/>
            <a:miter/>
          </a:ln>
        </p:spPr>
        <p:txBody>
          <a:bodyPr rtlCol="0" anchor="ctr"/>
          <a:lstStyle/>
          <a:p>
            <a:endParaRPr lang="en-US"/>
          </a:p>
        </p:txBody>
      </p:sp>
      <p:sp>
        <p:nvSpPr>
          <p:cNvPr id="325" name="Grafik 15">
            <a:extLst>
              <a:ext uri="{FF2B5EF4-FFF2-40B4-BE49-F238E27FC236}">
                <a16:creationId xmlns:a16="http://schemas.microsoft.com/office/drawing/2014/main" id="{DD158F64-773C-47AC-862C-B4F26BF2BF24}"/>
              </a:ext>
            </a:extLst>
          </p:cNvPr>
          <p:cNvSpPr/>
          <p:nvPr/>
        </p:nvSpPr>
        <p:spPr bwMode="gray">
          <a:xfrm>
            <a:off x="7451050" y="3863831"/>
            <a:ext cx="492347" cy="361283"/>
          </a:xfrm>
          <a:custGeom>
            <a:avLst/>
            <a:gdLst>
              <a:gd name="connsiteX0" fmla="*/ 372809 w 492347"/>
              <a:gd name="connsiteY0" fmla="*/ 234315 h 361283"/>
              <a:gd name="connsiteX1" fmla="*/ 369094 w 492347"/>
              <a:gd name="connsiteY1" fmla="*/ 250031 h 361283"/>
              <a:gd name="connsiteX2" fmla="*/ 311182 w 492347"/>
              <a:gd name="connsiteY2" fmla="*/ 302609 h 361283"/>
              <a:gd name="connsiteX3" fmla="*/ 301562 w 492347"/>
              <a:gd name="connsiteY3" fmla="*/ 306324 h 361283"/>
              <a:gd name="connsiteX4" fmla="*/ 291941 w 492347"/>
              <a:gd name="connsiteY4" fmla="*/ 302609 h 361283"/>
              <a:gd name="connsiteX5" fmla="*/ 234315 w 492347"/>
              <a:gd name="connsiteY5" fmla="*/ 249746 h 361283"/>
              <a:gd name="connsiteX6" fmla="*/ 230696 w 492347"/>
              <a:gd name="connsiteY6" fmla="*/ 234029 h 361283"/>
              <a:gd name="connsiteX7" fmla="*/ 244031 w 492347"/>
              <a:gd name="connsiteY7" fmla="*/ 224981 h 361283"/>
              <a:gd name="connsiteX8" fmla="*/ 244031 w 492347"/>
              <a:gd name="connsiteY8" fmla="*/ 224981 h 361283"/>
              <a:gd name="connsiteX9" fmla="*/ 287465 w 492347"/>
              <a:gd name="connsiteY9" fmla="*/ 225076 h 361283"/>
              <a:gd name="connsiteX10" fmla="*/ 287465 w 492347"/>
              <a:gd name="connsiteY10" fmla="*/ 174879 h 361283"/>
              <a:gd name="connsiteX11" fmla="*/ 301752 w 492347"/>
              <a:gd name="connsiteY11" fmla="*/ 160592 h 361283"/>
              <a:gd name="connsiteX12" fmla="*/ 316040 w 492347"/>
              <a:gd name="connsiteY12" fmla="*/ 174879 h 361283"/>
              <a:gd name="connsiteX13" fmla="*/ 316040 w 492347"/>
              <a:gd name="connsiteY13" fmla="*/ 225076 h 361283"/>
              <a:gd name="connsiteX14" fmla="*/ 359569 w 492347"/>
              <a:gd name="connsiteY14" fmla="*/ 225171 h 361283"/>
              <a:gd name="connsiteX15" fmla="*/ 372809 w 492347"/>
              <a:gd name="connsiteY15" fmla="*/ 234315 h 361283"/>
              <a:gd name="connsiteX16" fmla="*/ 492347 w 492347"/>
              <a:gd name="connsiteY16" fmla="*/ 227933 h 361283"/>
              <a:gd name="connsiteX17" fmla="*/ 358997 w 492347"/>
              <a:gd name="connsiteY17" fmla="*/ 361283 h 361283"/>
              <a:gd name="connsiteX18" fmla="*/ 138303 w 492347"/>
              <a:gd name="connsiteY18" fmla="*/ 361283 h 361283"/>
              <a:gd name="connsiteX19" fmla="*/ 0 w 492347"/>
              <a:gd name="connsiteY19" fmla="*/ 223171 h 361283"/>
              <a:gd name="connsiteX20" fmla="*/ 131445 w 492347"/>
              <a:gd name="connsiteY20" fmla="*/ 85249 h 361283"/>
              <a:gd name="connsiteX21" fmla="*/ 268224 w 492347"/>
              <a:gd name="connsiteY21" fmla="*/ 0 h 361283"/>
              <a:gd name="connsiteX22" fmla="*/ 413385 w 492347"/>
              <a:gd name="connsiteY22" fmla="*/ 106299 h 361283"/>
              <a:gd name="connsiteX23" fmla="*/ 492347 w 492347"/>
              <a:gd name="connsiteY23" fmla="*/ 227933 h 361283"/>
              <a:gd name="connsiteX24" fmla="*/ 463772 w 492347"/>
              <a:gd name="connsiteY24" fmla="*/ 227933 h 361283"/>
              <a:gd name="connsiteX25" fmla="*/ 396431 w 492347"/>
              <a:gd name="connsiteY25" fmla="*/ 130207 h 361283"/>
              <a:gd name="connsiteX26" fmla="*/ 389573 w 492347"/>
              <a:gd name="connsiteY26" fmla="*/ 127635 h 361283"/>
              <a:gd name="connsiteX27" fmla="*/ 387668 w 492347"/>
              <a:gd name="connsiteY27" fmla="*/ 120587 h 361283"/>
              <a:gd name="connsiteX28" fmla="*/ 268224 w 492347"/>
              <a:gd name="connsiteY28" fmla="*/ 28575 h 361283"/>
              <a:gd name="connsiteX29" fmla="*/ 153829 w 492347"/>
              <a:gd name="connsiteY29" fmla="*/ 104966 h 361283"/>
              <a:gd name="connsiteX30" fmla="*/ 150114 w 492347"/>
              <a:gd name="connsiteY30" fmla="*/ 114014 h 361283"/>
              <a:gd name="connsiteX31" fmla="*/ 138494 w 492347"/>
              <a:gd name="connsiteY31" fmla="*/ 113728 h 361283"/>
              <a:gd name="connsiteX32" fmla="*/ 138398 w 492347"/>
              <a:gd name="connsiteY32" fmla="*/ 113728 h 361283"/>
              <a:gd name="connsiteX33" fmla="*/ 28575 w 492347"/>
              <a:gd name="connsiteY33" fmla="*/ 223171 h 361283"/>
              <a:gd name="connsiteX34" fmla="*/ 138113 w 492347"/>
              <a:gd name="connsiteY34" fmla="*/ 332708 h 361283"/>
              <a:gd name="connsiteX35" fmla="*/ 358997 w 492347"/>
              <a:gd name="connsiteY35" fmla="*/ 332708 h 361283"/>
              <a:gd name="connsiteX36" fmla="*/ 463772 w 492347"/>
              <a:gd name="connsiteY36" fmla="*/ 227933 h 361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2347" h="361283">
                <a:moveTo>
                  <a:pt x="372809" y="234315"/>
                </a:moveTo>
                <a:cubicBezTo>
                  <a:pt x="374904" y="239840"/>
                  <a:pt x="373475" y="246031"/>
                  <a:pt x="369094" y="250031"/>
                </a:cubicBezTo>
                <a:lnTo>
                  <a:pt x="311182" y="302609"/>
                </a:lnTo>
                <a:cubicBezTo>
                  <a:pt x="308420" y="305086"/>
                  <a:pt x="304991" y="306324"/>
                  <a:pt x="301562" y="306324"/>
                </a:cubicBezTo>
                <a:cubicBezTo>
                  <a:pt x="298133" y="306324"/>
                  <a:pt x="294608" y="305086"/>
                  <a:pt x="291941" y="302609"/>
                </a:cubicBezTo>
                <a:lnTo>
                  <a:pt x="234315" y="249746"/>
                </a:lnTo>
                <a:cubicBezTo>
                  <a:pt x="229934" y="245745"/>
                  <a:pt x="228505" y="239554"/>
                  <a:pt x="230696" y="234029"/>
                </a:cubicBezTo>
                <a:cubicBezTo>
                  <a:pt x="232886" y="228505"/>
                  <a:pt x="238125" y="224981"/>
                  <a:pt x="244031" y="224981"/>
                </a:cubicBezTo>
                <a:cubicBezTo>
                  <a:pt x="244031" y="224981"/>
                  <a:pt x="244031" y="224981"/>
                  <a:pt x="244031" y="224981"/>
                </a:cubicBezTo>
                <a:lnTo>
                  <a:pt x="287465" y="225076"/>
                </a:lnTo>
                <a:lnTo>
                  <a:pt x="287465" y="174879"/>
                </a:lnTo>
                <a:cubicBezTo>
                  <a:pt x="287465" y="166973"/>
                  <a:pt x="293846" y="160592"/>
                  <a:pt x="301752" y="160592"/>
                </a:cubicBezTo>
                <a:cubicBezTo>
                  <a:pt x="309658" y="160592"/>
                  <a:pt x="316040" y="166973"/>
                  <a:pt x="316040" y="174879"/>
                </a:cubicBezTo>
                <a:lnTo>
                  <a:pt x="316040" y="225076"/>
                </a:lnTo>
                <a:lnTo>
                  <a:pt x="359569" y="225171"/>
                </a:lnTo>
                <a:cubicBezTo>
                  <a:pt x="365379" y="225171"/>
                  <a:pt x="370618" y="228791"/>
                  <a:pt x="372809" y="234315"/>
                </a:cubicBezTo>
                <a:close/>
                <a:moveTo>
                  <a:pt x="492347" y="227933"/>
                </a:moveTo>
                <a:cubicBezTo>
                  <a:pt x="492347" y="301466"/>
                  <a:pt x="432530" y="361283"/>
                  <a:pt x="358997" y="361283"/>
                </a:cubicBezTo>
                <a:lnTo>
                  <a:pt x="138303" y="361283"/>
                </a:lnTo>
                <a:cubicBezTo>
                  <a:pt x="61913" y="361283"/>
                  <a:pt x="0" y="299371"/>
                  <a:pt x="0" y="223171"/>
                </a:cubicBezTo>
                <a:cubicBezTo>
                  <a:pt x="0" y="149257"/>
                  <a:pt x="58388" y="88773"/>
                  <a:pt x="131445" y="85249"/>
                </a:cubicBezTo>
                <a:cubicBezTo>
                  <a:pt x="156972" y="33147"/>
                  <a:pt x="209645" y="0"/>
                  <a:pt x="268224" y="0"/>
                </a:cubicBezTo>
                <a:cubicBezTo>
                  <a:pt x="334709" y="0"/>
                  <a:pt x="393383" y="43339"/>
                  <a:pt x="413385" y="106299"/>
                </a:cubicBezTo>
                <a:cubicBezTo>
                  <a:pt x="460915" y="127540"/>
                  <a:pt x="492347" y="175546"/>
                  <a:pt x="492347" y="227933"/>
                </a:cubicBezTo>
                <a:close/>
                <a:moveTo>
                  <a:pt x="463772" y="227933"/>
                </a:moveTo>
                <a:cubicBezTo>
                  <a:pt x="463772" y="184880"/>
                  <a:pt x="436721" y="145637"/>
                  <a:pt x="396431" y="130207"/>
                </a:cubicBezTo>
                <a:lnTo>
                  <a:pt x="389573" y="127635"/>
                </a:lnTo>
                <a:lnTo>
                  <a:pt x="387668" y="120587"/>
                </a:lnTo>
                <a:cubicBezTo>
                  <a:pt x="373285" y="66389"/>
                  <a:pt x="324136" y="28575"/>
                  <a:pt x="268224" y="28575"/>
                </a:cubicBezTo>
                <a:cubicBezTo>
                  <a:pt x="218027" y="28575"/>
                  <a:pt x="173165" y="58579"/>
                  <a:pt x="153829" y="104966"/>
                </a:cubicBezTo>
                <a:lnTo>
                  <a:pt x="150114" y="114014"/>
                </a:lnTo>
                <a:lnTo>
                  <a:pt x="138494" y="113728"/>
                </a:lnTo>
                <a:cubicBezTo>
                  <a:pt x="138494" y="113728"/>
                  <a:pt x="138494" y="113728"/>
                  <a:pt x="138398" y="113728"/>
                </a:cubicBezTo>
                <a:cubicBezTo>
                  <a:pt x="77724" y="113728"/>
                  <a:pt x="28575" y="162782"/>
                  <a:pt x="28575" y="223171"/>
                </a:cubicBezTo>
                <a:cubicBezTo>
                  <a:pt x="28575" y="283559"/>
                  <a:pt x="77724" y="332708"/>
                  <a:pt x="138113" y="332708"/>
                </a:cubicBezTo>
                <a:lnTo>
                  <a:pt x="358997" y="332708"/>
                </a:lnTo>
                <a:cubicBezTo>
                  <a:pt x="416814" y="332708"/>
                  <a:pt x="463772" y="285750"/>
                  <a:pt x="463772" y="227933"/>
                </a:cubicBezTo>
                <a:close/>
              </a:path>
            </a:pathLst>
          </a:custGeom>
          <a:solidFill>
            <a:srgbClr val="211452"/>
          </a:solidFill>
          <a:ln w="9525" cap="flat">
            <a:noFill/>
            <a:prstDash val="solid"/>
            <a:miter/>
          </a:ln>
        </p:spPr>
        <p:txBody>
          <a:bodyPr rtlCol="0" anchor="ctr"/>
          <a:lstStyle/>
          <a:p>
            <a:endParaRPr lang="en-US"/>
          </a:p>
        </p:txBody>
      </p:sp>
      <p:sp>
        <p:nvSpPr>
          <p:cNvPr id="326" name="Grafik 19">
            <a:extLst>
              <a:ext uri="{FF2B5EF4-FFF2-40B4-BE49-F238E27FC236}">
                <a16:creationId xmlns:a16="http://schemas.microsoft.com/office/drawing/2014/main" id="{9EE8F489-BCA4-4C3F-8805-4CA6AF8CD706}"/>
              </a:ext>
            </a:extLst>
          </p:cNvPr>
          <p:cNvSpPr/>
          <p:nvPr/>
        </p:nvSpPr>
        <p:spPr bwMode="gray">
          <a:xfrm>
            <a:off x="8380483" y="3761881"/>
            <a:ext cx="400050" cy="485584"/>
          </a:xfrm>
          <a:custGeom>
            <a:avLst/>
            <a:gdLst>
              <a:gd name="connsiteX0" fmla="*/ 371475 w 400050"/>
              <a:gd name="connsiteY0" fmla="*/ 199835 h 485584"/>
              <a:gd name="connsiteX1" fmla="*/ 342900 w 400050"/>
              <a:gd name="connsiteY1" fmla="*/ 199835 h 485584"/>
              <a:gd name="connsiteX2" fmla="*/ 342900 w 400050"/>
              <a:gd name="connsiteY2" fmla="*/ 162973 h 485584"/>
              <a:gd name="connsiteX3" fmla="*/ 342900 w 400050"/>
              <a:gd name="connsiteY3" fmla="*/ 142875 h 485584"/>
              <a:gd name="connsiteX4" fmla="*/ 200025 w 400050"/>
              <a:gd name="connsiteY4" fmla="*/ 0 h 485584"/>
              <a:gd name="connsiteX5" fmla="*/ 57150 w 400050"/>
              <a:gd name="connsiteY5" fmla="*/ 142875 h 485584"/>
              <a:gd name="connsiteX6" fmla="*/ 57150 w 400050"/>
              <a:gd name="connsiteY6" fmla="*/ 163068 h 485584"/>
              <a:gd name="connsiteX7" fmla="*/ 57150 w 400050"/>
              <a:gd name="connsiteY7" fmla="*/ 199930 h 485584"/>
              <a:gd name="connsiteX8" fmla="*/ 28575 w 400050"/>
              <a:gd name="connsiteY8" fmla="*/ 199930 h 485584"/>
              <a:gd name="connsiteX9" fmla="*/ 0 w 400050"/>
              <a:gd name="connsiteY9" fmla="*/ 228505 h 485584"/>
              <a:gd name="connsiteX10" fmla="*/ 0 w 400050"/>
              <a:gd name="connsiteY10" fmla="*/ 457010 h 485584"/>
              <a:gd name="connsiteX11" fmla="*/ 28575 w 400050"/>
              <a:gd name="connsiteY11" fmla="*/ 485585 h 485584"/>
              <a:gd name="connsiteX12" fmla="*/ 371475 w 400050"/>
              <a:gd name="connsiteY12" fmla="*/ 485585 h 485584"/>
              <a:gd name="connsiteX13" fmla="*/ 400050 w 400050"/>
              <a:gd name="connsiteY13" fmla="*/ 457010 h 485584"/>
              <a:gd name="connsiteX14" fmla="*/ 400050 w 400050"/>
              <a:gd name="connsiteY14" fmla="*/ 228410 h 485584"/>
              <a:gd name="connsiteX15" fmla="*/ 371475 w 400050"/>
              <a:gd name="connsiteY15" fmla="*/ 199835 h 485584"/>
              <a:gd name="connsiteX16" fmla="*/ 85725 w 400050"/>
              <a:gd name="connsiteY16" fmla="*/ 163068 h 485584"/>
              <a:gd name="connsiteX17" fmla="*/ 85725 w 400050"/>
              <a:gd name="connsiteY17" fmla="*/ 142875 h 485584"/>
              <a:gd name="connsiteX18" fmla="*/ 200025 w 400050"/>
              <a:gd name="connsiteY18" fmla="*/ 28575 h 485584"/>
              <a:gd name="connsiteX19" fmla="*/ 314325 w 400050"/>
              <a:gd name="connsiteY19" fmla="*/ 142875 h 485584"/>
              <a:gd name="connsiteX20" fmla="*/ 314325 w 400050"/>
              <a:gd name="connsiteY20" fmla="*/ 163068 h 485584"/>
              <a:gd name="connsiteX21" fmla="*/ 314325 w 400050"/>
              <a:gd name="connsiteY21" fmla="*/ 199930 h 485584"/>
              <a:gd name="connsiteX22" fmla="*/ 85725 w 400050"/>
              <a:gd name="connsiteY22" fmla="*/ 199930 h 485584"/>
              <a:gd name="connsiteX23" fmla="*/ 85725 w 400050"/>
              <a:gd name="connsiteY23" fmla="*/ 163068 h 485584"/>
              <a:gd name="connsiteX24" fmla="*/ 371475 w 400050"/>
              <a:gd name="connsiteY24" fmla="*/ 457010 h 485584"/>
              <a:gd name="connsiteX25" fmla="*/ 28575 w 400050"/>
              <a:gd name="connsiteY25" fmla="*/ 457010 h 485584"/>
              <a:gd name="connsiteX26" fmla="*/ 28575 w 400050"/>
              <a:gd name="connsiteY26" fmla="*/ 228410 h 485584"/>
              <a:gd name="connsiteX27" fmla="*/ 371475 w 400050"/>
              <a:gd name="connsiteY27" fmla="*/ 228410 h 485584"/>
              <a:gd name="connsiteX28" fmla="*/ 371475 w 400050"/>
              <a:gd name="connsiteY28" fmla="*/ 457010 h 485584"/>
              <a:gd name="connsiteX29" fmla="*/ 219170 w 400050"/>
              <a:gd name="connsiteY29" fmla="*/ 380143 h 485584"/>
              <a:gd name="connsiteX30" fmla="*/ 219170 w 400050"/>
              <a:gd name="connsiteY30" fmla="*/ 414052 h 485584"/>
              <a:gd name="connsiteX31" fmla="*/ 200120 w 400050"/>
              <a:gd name="connsiteY31" fmla="*/ 433102 h 485584"/>
              <a:gd name="connsiteX32" fmla="*/ 181070 w 400050"/>
              <a:gd name="connsiteY32" fmla="*/ 414052 h 485584"/>
              <a:gd name="connsiteX33" fmla="*/ 181070 w 400050"/>
              <a:gd name="connsiteY33" fmla="*/ 380143 h 485584"/>
              <a:gd name="connsiteX34" fmla="*/ 142970 w 400050"/>
              <a:gd name="connsiteY34" fmla="*/ 326326 h 485584"/>
              <a:gd name="connsiteX35" fmla="*/ 200120 w 400050"/>
              <a:gd name="connsiteY35" fmla="*/ 269177 h 485584"/>
              <a:gd name="connsiteX36" fmla="*/ 257270 w 400050"/>
              <a:gd name="connsiteY36" fmla="*/ 326326 h 485584"/>
              <a:gd name="connsiteX37" fmla="*/ 219170 w 400050"/>
              <a:gd name="connsiteY37" fmla="*/ 380143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0050" h="485584">
                <a:moveTo>
                  <a:pt x="371475" y="199835"/>
                </a:moveTo>
                <a:lnTo>
                  <a:pt x="342900" y="199835"/>
                </a:lnTo>
                <a:lnTo>
                  <a:pt x="342900" y="162973"/>
                </a:lnTo>
                <a:lnTo>
                  <a:pt x="342900" y="142875"/>
                </a:lnTo>
                <a:cubicBezTo>
                  <a:pt x="342900" y="64103"/>
                  <a:pt x="278797" y="0"/>
                  <a:pt x="200025" y="0"/>
                </a:cubicBezTo>
                <a:cubicBezTo>
                  <a:pt x="121253" y="0"/>
                  <a:pt x="57150" y="64103"/>
                  <a:pt x="57150" y="142875"/>
                </a:cubicBezTo>
                <a:lnTo>
                  <a:pt x="57150" y="163068"/>
                </a:lnTo>
                <a:lnTo>
                  <a:pt x="57150" y="199930"/>
                </a:lnTo>
                <a:lnTo>
                  <a:pt x="28575" y="199930"/>
                </a:lnTo>
                <a:cubicBezTo>
                  <a:pt x="12764" y="199930"/>
                  <a:pt x="0" y="212693"/>
                  <a:pt x="0" y="228505"/>
                </a:cubicBezTo>
                <a:lnTo>
                  <a:pt x="0" y="457010"/>
                </a:lnTo>
                <a:cubicBezTo>
                  <a:pt x="0" y="472821"/>
                  <a:pt x="12764" y="485585"/>
                  <a:pt x="28575" y="485585"/>
                </a:cubicBezTo>
                <a:lnTo>
                  <a:pt x="371475" y="485585"/>
                </a:lnTo>
                <a:cubicBezTo>
                  <a:pt x="387287" y="485585"/>
                  <a:pt x="400050" y="472821"/>
                  <a:pt x="400050" y="457010"/>
                </a:cubicBezTo>
                <a:lnTo>
                  <a:pt x="400050" y="228410"/>
                </a:lnTo>
                <a:cubicBezTo>
                  <a:pt x="400050" y="212693"/>
                  <a:pt x="387287" y="199835"/>
                  <a:pt x="371475" y="199835"/>
                </a:cubicBezTo>
                <a:close/>
                <a:moveTo>
                  <a:pt x="85725" y="163068"/>
                </a:moveTo>
                <a:cubicBezTo>
                  <a:pt x="85725" y="160973"/>
                  <a:pt x="85725" y="147733"/>
                  <a:pt x="85725" y="142875"/>
                </a:cubicBezTo>
                <a:cubicBezTo>
                  <a:pt x="85725" y="79724"/>
                  <a:pt x="136874" y="28575"/>
                  <a:pt x="200025" y="28575"/>
                </a:cubicBezTo>
                <a:cubicBezTo>
                  <a:pt x="263176" y="28575"/>
                  <a:pt x="314325" y="79724"/>
                  <a:pt x="314325" y="142875"/>
                </a:cubicBezTo>
                <a:cubicBezTo>
                  <a:pt x="314325" y="147733"/>
                  <a:pt x="314325" y="160973"/>
                  <a:pt x="314325" y="163068"/>
                </a:cubicBezTo>
                <a:lnTo>
                  <a:pt x="314325" y="199930"/>
                </a:lnTo>
                <a:lnTo>
                  <a:pt x="85725" y="199930"/>
                </a:lnTo>
                <a:lnTo>
                  <a:pt x="85725" y="163068"/>
                </a:lnTo>
                <a:close/>
                <a:moveTo>
                  <a:pt x="371475" y="457010"/>
                </a:moveTo>
                <a:lnTo>
                  <a:pt x="28575" y="457010"/>
                </a:lnTo>
                <a:lnTo>
                  <a:pt x="28575" y="228410"/>
                </a:lnTo>
                <a:lnTo>
                  <a:pt x="371475" y="228410"/>
                </a:lnTo>
                <a:lnTo>
                  <a:pt x="371475" y="457010"/>
                </a:lnTo>
                <a:close/>
                <a:moveTo>
                  <a:pt x="219170" y="380143"/>
                </a:moveTo>
                <a:lnTo>
                  <a:pt x="219170" y="414052"/>
                </a:lnTo>
                <a:cubicBezTo>
                  <a:pt x="219170" y="424529"/>
                  <a:pt x="210598" y="433102"/>
                  <a:pt x="200120" y="433102"/>
                </a:cubicBezTo>
                <a:cubicBezTo>
                  <a:pt x="189643" y="433102"/>
                  <a:pt x="181070" y="424529"/>
                  <a:pt x="181070" y="414052"/>
                </a:cubicBezTo>
                <a:lnTo>
                  <a:pt x="181070" y="380143"/>
                </a:lnTo>
                <a:cubicBezTo>
                  <a:pt x="158877" y="372332"/>
                  <a:pt x="142970" y="351187"/>
                  <a:pt x="142970" y="326326"/>
                </a:cubicBezTo>
                <a:cubicBezTo>
                  <a:pt x="142970" y="294799"/>
                  <a:pt x="168593" y="269177"/>
                  <a:pt x="200120" y="269177"/>
                </a:cubicBezTo>
                <a:cubicBezTo>
                  <a:pt x="231648" y="269177"/>
                  <a:pt x="257270" y="294799"/>
                  <a:pt x="257270" y="326326"/>
                </a:cubicBezTo>
                <a:cubicBezTo>
                  <a:pt x="257270" y="351187"/>
                  <a:pt x="241364" y="372237"/>
                  <a:pt x="219170" y="380143"/>
                </a:cubicBezTo>
                <a:close/>
              </a:path>
            </a:pathLst>
          </a:custGeom>
          <a:solidFill>
            <a:srgbClr val="211452"/>
          </a:solidFill>
          <a:ln w="9525" cap="flat">
            <a:noFill/>
            <a:prstDash val="solid"/>
            <a:miter/>
          </a:ln>
        </p:spPr>
        <p:txBody>
          <a:bodyPr rtlCol="0" anchor="ctr"/>
          <a:lstStyle/>
          <a:p>
            <a:endParaRPr lang="en-US"/>
          </a:p>
        </p:txBody>
      </p:sp>
      <p:sp>
        <p:nvSpPr>
          <p:cNvPr id="327" name="Grafik 35">
            <a:extLst>
              <a:ext uri="{FF2B5EF4-FFF2-40B4-BE49-F238E27FC236}">
                <a16:creationId xmlns:a16="http://schemas.microsoft.com/office/drawing/2014/main" id="{9414EE46-766F-4E9B-860E-10164CF1142E}"/>
              </a:ext>
            </a:extLst>
          </p:cNvPr>
          <p:cNvSpPr/>
          <p:nvPr/>
        </p:nvSpPr>
        <p:spPr bwMode="gray">
          <a:xfrm>
            <a:off x="4134239" y="3880059"/>
            <a:ext cx="485775" cy="286797"/>
          </a:xfrm>
          <a:custGeom>
            <a:avLst/>
            <a:gdLst>
              <a:gd name="connsiteX0" fmla="*/ 257175 w 485775"/>
              <a:gd name="connsiteY0" fmla="*/ 202883 h 286797"/>
              <a:gd name="connsiteX1" fmla="*/ 257175 w 485775"/>
              <a:gd name="connsiteY1" fmla="*/ 156210 h 286797"/>
              <a:gd name="connsiteX2" fmla="*/ 242888 w 485775"/>
              <a:gd name="connsiteY2" fmla="*/ 141923 h 286797"/>
              <a:gd name="connsiteX3" fmla="*/ 228600 w 485775"/>
              <a:gd name="connsiteY3" fmla="*/ 156210 h 286797"/>
              <a:gd name="connsiteX4" fmla="*/ 228600 w 485775"/>
              <a:gd name="connsiteY4" fmla="*/ 202883 h 286797"/>
              <a:gd name="connsiteX5" fmla="*/ 199644 w 485775"/>
              <a:gd name="connsiteY5" fmla="*/ 243554 h 286797"/>
              <a:gd name="connsiteX6" fmla="*/ 242888 w 485775"/>
              <a:gd name="connsiteY6" fmla="*/ 286798 h 286797"/>
              <a:gd name="connsiteX7" fmla="*/ 286131 w 485775"/>
              <a:gd name="connsiteY7" fmla="*/ 243554 h 286797"/>
              <a:gd name="connsiteX8" fmla="*/ 257175 w 485775"/>
              <a:gd name="connsiteY8" fmla="*/ 202883 h 286797"/>
              <a:gd name="connsiteX9" fmla="*/ 242888 w 485775"/>
              <a:gd name="connsiteY9" fmla="*/ 258223 h 286797"/>
              <a:gd name="connsiteX10" fmla="*/ 228219 w 485775"/>
              <a:gd name="connsiteY10" fmla="*/ 243554 h 286797"/>
              <a:gd name="connsiteX11" fmla="*/ 242888 w 485775"/>
              <a:gd name="connsiteY11" fmla="*/ 228886 h 286797"/>
              <a:gd name="connsiteX12" fmla="*/ 257556 w 485775"/>
              <a:gd name="connsiteY12" fmla="*/ 243554 h 286797"/>
              <a:gd name="connsiteX13" fmla="*/ 242888 w 485775"/>
              <a:gd name="connsiteY13" fmla="*/ 258223 h 286797"/>
              <a:gd name="connsiteX14" fmla="*/ 485775 w 485775"/>
              <a:gd name="connsiteY14" fmla="*/ 243745 h 286797"/>
              <a:gd name="connsiteX15" fmla="*/ 471488 w 485775"/>
              <a:gd name="connsiteY15" fmla="*/ 258032 h 286797"/>
              <a:gd name="connsiteX16" fmla="*/ 414242 w 485775"/>
              <a:gd name="connsiteY16" fmla="*/ 258032 h 286797"/>
              <a:gd name="connsiteX17" fmla="*/ 399955 w 485775"/>
              <a:gd name="connsiteY17" fmla="*/ 243745 h 286797"/>
              <a:gd name="connsiteX18" fmla="*/ 414242 w 485775"/>
              <a:gd name="connsiteY18" fmla="*/ 229457 h 286797"/>
              <a:gd name="connsiteX19" fmla="*/ 456724 w 485775"/>
              <a:gd name="connsiteY19" fmla="*/ 229457 h 286797"/>
              <a:gd name="connsiteX20" fmla="*/ 404527 w 485775"/>
              <a:gd name="connsiteY20" fmla="*/ 102394 h 286797"/>
              <a:gd name="connsiteX21" fmla="*/ 368332 w 485775"/>
              <a:gd name="connsiteY21" fmla="*/ 138589 h 286797"/>
              <a:gd name="connsiteX22" fmla="*/ 358235 w 485775"/>
              <a:gd name="connsiteY22" fmla="*/ 142780 h 286797"/>
              <a:gd name="connsiteX23" fmla="*/ 348139 w 485775"/>
              <a:gd name="connsiteY23" fmla="*/ 138589 h 286797"/>
              <a:gd name="connsiteX24" fmla="*/ 348139 w 485775"/>
              <a:gd name="connsiteY24" fmla="*/ 118396 h 286797"/>
              <a:gd name="connsiteX25" fmla="*/ 384334 w 485775"/>
              <a:gd name="connsiteY25" fmla="*/ 82201 h 286797"/>
              <a:gd name="connsiteX26" fmla="*/ 257175 w 485775"/>
              <a:gd name="connsiteY26" fmla="*/ 29147 h 286797"/>
              <a:gd name="connsiteX27" fmla="*/ 257175 w 485775"/>
              <a:gd name="connsiteY27" fmla="*/ 73247 h 286797"/>
              <a:gd name="connsiteX28" fmla="*/ 242888 w 485775"/>
              <a:gd name="connsiteY28" fmla="*/ 87535 h 286797"/>
              <a:gd name="connsiteX29" fmla="*/ 228600 w 485775"/>
              <a:gd name="connsiteY29" fmla="*/ 73247 h 286797"/>
              <a:gd name="connsiteX30" fmla="*/ 228600 w 485775"/>
              <a:gd name="connsiteY30" fmla="*/ 29147 h 286797"/>
              <a:gd name="connsiteX31" fmla="*/ 102013 w 485775"/>
              <a:gd name="connsiteY31" fmla="*/ 81629 h 286797"/>
              <a:gd name="connsiteX32" fmla="*/ 139256 w 485775"/>
              <a:gd name="connsiteY32" fmla="*/ 118872 h 286797"/>
              <a:gd name="connsiteX33" fmla="*/ 139256 w 485775"/>
              <a:gd name="connsiteY33" fmla="*/ 139065 h 286797"/>
              <a:gd name="connsiteX34" fmla="*/ 129159 w 485775"/>
              <a:gd name="connsiteY34" fmla="*/ 143256 h 286797"/>
              <a:gd name="connsiteX35" fmla="*/ 119063 w 485775"/>
              <a:gd name="connsiteY35" fmla="*/ 139065 h 286797"/>
              <a:gd name="connsiteX36" fmla="*/ 81820 w 485775"/>
              <a:gd name="connsiteY36" fmla="*/ 101822 h 286797"/>
              <a:gd name="connsiteX37" fmla="*/ 29147 w 485775"/>
              <a:gd name="connsiteY37" fmla="*/ 229362 h 286797"/>
              <a:gd name="connsiteX38" fmla="*/ 71628 w 485775"/>
              <a:gd name="connsiteY38" fmla="*/ 229362 h 286797"/>
              <a:gd name="connsiteX39" fmla="*/ 85916 w 485775"/>
              <a:gd name="connsiteY39" fmla="*/ 243650 h 286797"/>
              <a:gd name="connsiteX40" fmla="*/ 71628 w 485775"/>
              <a:gd name="connsiteY40" fmla="*/ 257937 h 286797"/>
              <a:gd name="connsiteX41" fmla="*/ 14288 w 485775"/>
              <a:gd name="connsiteY41" fmla="*/ 257937 h 286797"/>
              <a:gd name="connsiteX42" fmla="*/ 0 w 485775"/>
              <a:gd name="connsiteY42" fmla="*/ 243650 h 286797"/>
              <a:gd name="connsiteX43" fmla="*/ 95 w 485775"/>
              <a:gd name="connsiteY43" fmla="*/ 242316 h 286797"/>
              <a:gd name="connsiteX44" fmla="*/ 242888 w 485775"/>
              <a:gd name="connsiteY44" fmla="*/ 0 h 286797"/>
              <a:gd name="connsiteX45" fmla="*/ 485680 w 485775"/>
              <a:gd name="connsiteY45" fmla="*/ 242792 h 286797"/>
              <a:gd name="connsiteX46" fmla="*/ 485680 w 485775"/>
              <a:gd name="connsiteY46" fmla="*/ 242888 h 286797"/>
              <a:gd name="connsiteX47" fmla="*/ 485775 w 485775"/>
              <a:gd name="connsiteY47" fmla="*/ 243745 h 28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85775" h="286797">
                <a:moveTo>
                  <a:pt x="257175" y="202883"/>
                </a:moveTo>
                <a:lnTo>
                  <a:pt x="257175" y="156210"/>
                </a:lnTo>
                <a:cubicBezTo>
                  <a:pt x="257175" y="148304"/>
                  <a:pt x="250793" y="141923"/>
                  <a:pt x="242888" y="141923"/>
                </a:cubicBezTo>
                <a:cubicBezTo>
                  <a:pt x="234982" y="141923"/>
                  <a:pt x="228600" y="148304"/>
                  <a:pt x="228600" y="156210"/>
                </a:cubicBezTo>
                <a:lnTo>
                  <a:pt x="228600" y="202883"/>
                </a:lnTo>
                <a:cubicBezTo>
                  <a:pt x="211741" y="208788"/>
                  <a:pt x="199644" y="224695"/>
                  <a:pt x="199644" y="243554"/>
                </a:cubicBezTo>
                <a:cubicBezTo>
                  <a:pt x="199644" y="267462"/>
                  <a:pt x="219075" y="286798"/>
                  <a:pt x="242888" y="286798"/>
                </a:cubicBezTo>
                <a:cubicBezTo>
                  <a:pt x="266700" y="286798"/>
                  <a:pt x="286131" y="267367"/>
                  <a:pt x="286131" y="243554"/>
                </a:cubicBezTo>
                <a:cubicBezTo>
                  <a:pt x="286131" y="224695"/>
                  <a:pt x="274034" y="208788"/>
                  <a:pt x="257175" y="202883"/>
                </a:cubicBezTo>
                <a:close/>
                <a:moveTo>
                  <a:pt x="242888" y="258223"/>
                </a:moveTo>
                <a:cubicBezTo>
                  <a:pt x="234791" y="258223"/>
                  <a:pt x="228219" y="251651"/>
                  <a:pt x="228219" y="243554"/>
                </a:cubicBezTo>
                <a:cubicBezTo>
                  <a:pt x="228219" y="235458"/>
                  <a:pt x="234791" y="228886"/>
                  <a:pt x="242888" y="228886"/>
                </a:cubicBezTo>
                <a:cubicBezTo>
                  <a:pt x="250984" y="228886"/>
                  <a:pt x="257556" y="235458"/>
                  <a:pt x="257556" y="243554"/>
                </a:cubicBezTo>
                <a:cubicBezTo>
                  <a:pt x="257556" y="251651"/>
                  <a:pt x="250984" y="258223"/>
                  <a:pt x="242888" y="258223"/>
                </a:cubicBezTo>
                <a:close/>
                <a:moveTo>
                  <a:pt x="485775" y="243745"/>
                </a:moveTo>
                <a:cubicBezTo>
                  <a:pt x="485775" y="251651"/>
                  <a:pt x="479393" y="258032"/>
                  <a:pt x="471488" y="258032"/>
                </a:cubicBezTo>
                <a:lnTo>
                  <a:pt x="414242" y="258032"/>
                </a:lnTo>
                <a:cubicBezTo>
                  <a:pt x="406337" y="258032"/>
                  <a:pt x="399955" y="251651"/>
                  <a:pt x="399955" y="243745"/>
                </a:cubicBezTo>
                <a:cubicBezTo>
                  <a:pt x="399955" y="235839"/>
                  <a:pt x="406337" y="229457"/>
                  <a:pt x="414242" y="229457"/>
                </a:cubicBezTo>
                <a:lnTo>
                  <a:pt x="456724" y="229457"/>
                </a:lnTo>
                <a:cubicBezTo>
                  <a:pt x="453771" y="180975"/>
                  <a:pt x="434531" y="136874"/>
                  <a:pt x="404527" y="102394"/>
                </a:cubicBezTo>
                <a:lnTo>
                  <a:pt x="368332" y="138589"/>
                </a:lnTo>
                <a:cubicBezTo>
                  <a:pt x="365570" y="141351"/>
                  <a:pt x="361855" y="142780"/>
                  <a:pt x="358235" y="142780"/>
                </a:cubicBezTo>
                <a:cubicBezTo>
                  <a:pt x="354616" y="142780"/>
                  <a:pt x="350901" y="141351"/>
                  <a:pt x="348139" y="138589"/>
                </a:cubicBezTo>
                <a:cubicBezTo>
                  <a:pt x="342519" y="132969"/>
                  <a:pt x="342519" y="123920"/>
                  <a:pt x="348139" y="118396"/>
                </a:cubicBezTo>
                <a:lnTo>
                  <a:pt x="384334" y="82201"/>
                </a:lnTo>
                <a:cubicBezTo>
                  <a:pt x="349949" y="51816"/>
                  <a:pt x="305753" y="32290"/>
                  <a:pt x="257175" y="29147"/>
                </a:cubicBezTo>
                <a:lnTo>
                  <a:pt x="257175" y="73247"/>
                </a:lnTo>
                <a:cubicBezTo>
                  <a:pt x="257175" y="81153"/>
                  <a:pt x="250793" y="87535"/>
                  <a:pt x="242888" y="87535"/>
                </a:cubicBezTo>
                <a:cubicBezTo>
                  <a:pt x="234982" y="87535"/>
                  <a:pt x="228600" y="81153"/>
                  <a:pt x="228600" y="73247"/>
                </a:cubicBezTo>
                <a:lnTo>
                  <a:pt x="228600" y="29147"/>
                </a:lnTo>
                <a:cubicBezTo>
                  <a:pt x="180308" y="32385"/>
                  <a:pt x="136398" y="51626"/>
                  <a:pt x="102013" y="81629"/>
                </a:cubicBezTo>
                <a:lnTo>
                  <a:pt x="139256" y="118872"/>
                </a:lnTo>
                <a:cubicBezTo>
                  <a:pt x="144875" y="124492"/>
                  <a:pt x="144875" y="133541"/>
                  <a:pt x="139256" y="139065"/>
                </a:cubicBezTo>
                <a:cubicBezTo>
                  <a:pt x="136493" y="141827"/>
                  <a:pt x="132779" y="143256"/>
                  <a:pt x="129159" y="143256"/>
                </a:cubicBezTo>
                <a:cubicBezTo>
                  <a:pt x="125540" y="143256"/>
                  <a:pt x="121825" y="141827"/>
                  <a:pt x="119063" y="139065"/>
                </a:cubicBezTo>
                <a:lnTo>
                  <a:pt x="81820" y="101822"/>
                </a:lnTo>
                <a:cubicBezTo>
                  <a:pt x="51530" y="136398"/>
                  <a:pt x="32195" y="180689"/>
                  <a:pt x="29147" y="229362"/>
                </a:cubicBezTo>
                <a:lnTo>
                  <a:pt x="71628" y="229362"/>
                </a:lnTo>
                <a:cubicBezTo>
                  <a:pt x="79534" y="229362"/>
                  <a:pt x="85916" y="235744"/>
                  <a:pt x="85916" y="243650"/>
                </a:cubicBezTo>
                <a:cubicBezTo>
                  <a:pt x="85916" y="251555"/>
                  <a:pt x="79534" y="257937"/>
                  <a:pt x="71628" y="257937"/>
                </a:cubicBezTo>
                <a:lnTo>
                  <a:pt x="14288" y="257937"/>
                </a:lnTo>
                <a:cubicBezTo>
                  <a:pt x="6382" y="257937"/>
                  <a:pt x="0" y="251555"/>
                  <a:pt x="0" y="243650"/>
                </a:cubicBezTo>
                <a:cubicBezTo>
                  <a:pt x="0" y="243173"/>
                  <a:pt x="95" y="242792"/>
                  <a:pt x="95" y="242316"/>
                </a:cubicBezTo>
                <a:cubicBezTo>
                  <a:pt x="381" y="108680"/>
                  <a:pt x="109157" y="0"/>
                  <a:pt x="242888" y="0"/>
                </a:cubicBezTo>
                <a:cubicBezTo>
                  <a:pt x="376714" y="0"/>
                  <a:pt x="485680" y="108871"/>
                  <a:pt x="485680" y="242792"/>
                </a:cubicBezTo>
                <a:cubicBezTo>
                  <a:pt x="485680" y="242792"/>
                  <a:pt x="485680" y="242792"/>
                  <a:pt x="485680" y="242888"/>
                </a:cubicBezTo>
                <a:cubicBezTo>
                  <a:pt x="485680" y="243173"/>
                  <a:pt x="485775" y="243459"/>
                  <a:pt x="485775" y="243745"/>
                </a:cubicBezTo>
                <a:close/>
              </a:path>
            </a:pathLst>
          </a:custGeom>
          <a:solidFill>
            <a:srgbClr val="211452"/>
          </a:solidFill>
          <a:ln w="9525" cap="flat">
            <a:noFill/>
            <a:prstDash val="solid"/>
            <a:miter/>
          </a:ln>
        </p:spPr>
        <p:txBody>
          <a:bodyPr rtlCol="0" anchor="ctr"/>
          <a:lstStyle/>
          <a:p>
            <a:endParaRPr lang="en-US"/>
          </a:p>
        </p:txBody>
      </p:sp>
      <p:sp>
        <p:nvSpPr>
          <p:cNvPr id="328" name="Grafik 43">
            <a:extLst>
              <a:ext uri="{FF2B5EF4-FFF2-40B4-BE49-F238E27FC236}">
                <a16:creationId xmlns:a16="http://schemas.microsoft.com/office/drawing/2014/main" id="{E2A0C7E6-2FD5-471C-9421-A22C6E6E71A7}"/>
              </a:ext>
            </a:extLst>
          </p:cNvPr>
          <p:cNvSpPr/>
          <p:nvPr/>
        </p:nvSpPr>
        <p:spPr bwMode="gray">
          <a:xfrm>
            <a:off x="6614191" y="3795708"/>
            <a:ext cx="485775" cy="485775"/>
          </a:xfrm>
          <a:custGeom>
            <a:avLst/>
            <a:gdLst>
              <a:gd name="connsiteX0" fmla="*/ 242888 w 485775"/>
              <a:gd name="connsiteY0" fmla="*/ 0 h 485775"/>
              <a:gd name="connsiteX1" fmla="*/ 0 w 485775"/>
              <a:gd name="connsiteY1" fmla="*/ 242888 h 485775"/>
              <a:gd name="connsiteX2" fmla="*/ 242888 w 485775"/>
              <a:gd name="connsiteY2" fmla="*/ 485775 h 485775"/>
              <a:gd name="connsiteX3" fmla="*/ 485775 w 485775"/>
              <a:gd name="connsiteY3" fmla="*/ 242888 h 485775"/>
              <a:gd name="connsiteX4" fmla="*/ 242888 w 485775"/>
              <a:gd name="connsiteY4" fmla="*/ 0 h 485775"/>
              <a:gd name="connsiteX5" fmla="*/ 444913 w 485775"/>
              <a:gd name="connsiteY5" fmla="*/ 171355 h 485775"/>
              <a:gd name="connsiteX6" fmla="*/ 339090 w 485775"/>
              <a:gd name="connsiteY6" fmla="*/ 171355 h 485775"/>
              <a:gd name="connsiteX7" fmla="*/ 277940 w 485775"/>
              <a:gd name="connsiteY7" fmla="*/ 36671 h 485775"/>
              <a:gd name="connsiteX8" fmla="*/ 273463 w 485775"/>
              <a:gd name="connsiteY8" fmla="*/ 30766 h 485775"/>
              <a:gd name="connsiteX9" fmla="*/ 444913 w 485775"/>
              <a:gd name="connsiteY9" fmla="*/ 171355 h 485775"/>
              <a:gd name="connsiteX10" fmla="*/ 457200 w 485775"/>
              <a:gd name="connsiteY10" fmla="*/ 242888 h 485775"/>
              <a:gd name="connsiteX11" fmla="*/ 452914 w 485775"/>
              <a:gd name="connsiteY11" fmla="*/ 285750 h 485775"/>
              <a:gd name="connsiteX12" fmla="*/ 343757 w 485775"/>
              <a:gd name="connsiteY12" fmla="*/ 285750 h 485775"/>
              <a:gd name="connsiteX13" fmla="*/ 343853 w 485775"/>
              <a:gd name="connsiteY13" fmla="*/ 199930 h 485775"/>
              <a:gd name="connsiteX14" fmla="*/ 452819 w 485775"/>
              <a:gd name="connsiteY14" fmla="*/ 199930 h 485775"/>
              <a:gd name="connsiteX15" fmla="*/ 457200 w 485775"/>
              <a:gd name="connsiteY15" fmla="*/ 242888 h 485775"/>
              <a:gd name="connsiteX16" fmla="*/ 242888 w 485775"/>
              <a:gd name="connsiteY16" fmla="*/ 447389 h 485775"/>
              <a:gd name="connsiteX17" fmla="*/ 231077 w 485775"/>
              <a:gd name="connsiteY17" fmla="*/ 431387 h 485775"/>
              <a:gd name="connsiteX18" fmla="*/ 175927 w 485775"/>
              <a:gd name="connsiteY18" fmla="*/ 314230 h 485775"/>
              <a:gd name="connsiteX19" fmla="*/ 309658 w 485775"/>
              <a:gd name="connsiteY19" fmla="*/ 314230 h 485775"/>
              <a:gd name="connsiteX20" fmla="*/ 254413 w 485775"/>
              <a:gd name="connsiteY20" fmla="*/ 431578 h 485775"/>
              <a:gd name="connsiteX21" fmla="*/ 242888 w 485775"/>
              <a:gd name="connsiteY21" fmla="*/ 447389 h 485775"/>
              <a:gd name="connsiteX22" fmla="*/ 170783 w 485775"/>
              <a:gd name="connsiteY22" fmla="*/ 285750 h 485775"/>
              <a:gd name="connsiteX23" fmla="*/ 170688 w 485775"/>
              <a:gd name="connsiteY23" fmla="*/ 199930 h 485775"/>
              <a:gd name="connsiteX24" fmla="*/ 315182 w 485775"/>
              <a:gd name="connsiteY24" fmla="*/ 199930 h 485775"/>
              <a:gd name="connsiteX25" fmla="*/ 314992 w 485775"/>
              <a:gd name="connsiteY25" fmla="*/ 285750 h 485775"/>
              <a:gd name="connsiteX26" fmla="*/ 170783 w 485775"/>
              <a:gd name="connsiteY26" fmla="*/ 285750 h 485775"/>
              <a:gd name="connsiteX27" fmla="*/ 28575 w 485775"/>
              <a:gd name="connsiteY27" fmla="*/ 242888 h 485775"/>
              <a:gd name="connsiteX28" fmla="*/ 32957 w 485775"/>
              <a:gd name="connsiteY28" fmla="*/ 199930 h 485775"/>
              <a:gd name="connsiteX29" fmla="*/ 141923 w 485775"/>
              <a:gd name="connsiteY29" fmla="*/ 199930 h 485775"/>
              <a:gd name="connsiteX30" fmla="*/ 142018 w 485775"/>
              <a:gd name="connsiteY30" fmla="*/ 285750 h 485775"/>
              <a:gd name="connsiteX31" fmla="*/ 32861 w 485775"/>
              <a:gd name="connsiteY31" fmla="*/ 285750 h 485775"/>
              <a:gd name="connsiteX32" fmla="*/ 28575 w 485775"/>
              <a:gd name="connsiteY32" fmla="*/ 242888 h 485775"/>
              <a:gd name="connsiteX33" fmla="*/ 242888 w 485775"/>
              <a:gd name="connsiteY33" fmla="*/ 37814 h 485775"/>
              <a:gd name="connsiteX34" fmla="*/ 255175 w 485775"/>
              <a:gd name="connsiteY34" fmla="*/ 53912 h 485775"/>
              <a:gd name="connsiteX35" fmla="*/ 309944 w 485775"/>
              <a:gd name="connsiteY35" fmla="*/ 171260 h 485775"/>
              <a:gd name="connsiteX36" fmla="*/ 175736 w 485775"/>
              <a:gd name="connsiteY36" fmla="*/ 171260 h 485775"/>
              <a:gd name="connsiteX37" fmla="*/ 230505 w 485775"/>
              <a:gd name="connsiteY37" fmla="*/ 53912 h 485775"/>
              <a:gd name="connsiteX38" fmla="*/ 242888 w 485775"/>
              <a:gd name="connsiteY38" fmla="*/ 37814 h 485775"/>
              <a:gd name="connsiteX39" fmla="*/ 212312 w 485775"/>
              <a:gd name="connsiteY39" fmla="*/ 30766 h 485775"/>
              <a:gd name="connsiteX40" fmla="*/ 207740 w 485775"/>
              <a:gd name="connsiteY40" fmla="*/ 36671 h 485775"/>
              <a:gd name="connsiteX41" fmla="*/ 146590 w 485775"/>
              <a:gd name="connsiteY41" fmla="*/ 171260 h 485775"/>
              <a:gd name="connsiteX42" fmla="*/ 40862 w 485775"/>
              <a:gd name="connsiteY42" fmla="*/ 171260 h 485775"/>
              <a:gd name="connsiteX43" fmla="*/ 212312 w 485775"/>
              <a:gd name="connsiteY43" fmla="*/ 30766 h 485775"/>
              <a:gd name="connsiteX44" fmla="*/ 40862 w 485775"/>
              <a:gd name="connsiteY44" fmla="*/ 314325 h 485775"/>
              <a:gd name="connsiteX45" fmla="*/ 146876 w 485775"/>
              <a:gd name="connsiteY45" fmla="*/ 314325 h 485775"/>
              <a:gd name="connsiteX46" fmla="*/ 208217 w 485775"/>
              <a:gd name="connsiteY46" fmla="*/ 448628 h 485775"/>
              <a:gd name="connsiteX47" fmla="*/ 213074 w 485775"/>
              <a:gd name="connsiteY47" fmla="*/ 455200 h 485775"/>
              <a:gd name="connsiteX48" fmla="*/ 40862 w 485775"/>
              <a:gd name="connsiteY48" fmla="*/ 314325 h 485775"/>
              <a:gd name="connsiteX49" fmla="*/ 272701 w 485775"/>
              <a:gd name="connsiteY49" fmla="*/ 455105 h 485775"/>
              <a:gd name="connsiteX50" fmla="*/ 277368 w 485775"/>
              <a:gd name="connsiteY50" fmla="*/ 448723 h 485775"/>
              <a:gd name="connsiteX51" fmla="*/ 338900 w 485775"/>
              <a:gd name="connsiteY51" fmla="*/ 314230 h 485775"/>
              <a:gd name="connsiteX52" fmla="*/ 444913 w 485775"/>
              <a:gd name="connsiteY52" fmla="*/ 314230 h 485775"/>
              <a:gd name="connsiteX53" fmla="*/ 272701 w 485775"/>
              <a:gd name="connsiteY53" fmla="*/ 45510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5775" h="485775">
                <a:moveTo>
                  <a:pt x="242888" y="0"/>
                </a:moveTo>
                <a:cubicBezTo>
                  <a:pt x="108966" y="0"/>
                  <a:pt x="0" y="108966"/>
                  <a:pt x="0" y="242888"/>
                </a:cubicBezTo>
                <a:cubicBezTo>
                  <a:pt x="0" y="376809"/>
                  <a:pt x="108966" y="485775"/>
                  <a:pt x="242888" y="485775"/>
                </a:cubicBezTo>
                <a:cubicBezTo>
                  <a:pt x="376809" y="485775"/>
                  <a:pt x="485775" y="376809"/>
                  <a:pt x="485775" y="242888"/>
                </a:cubicBezTo>
                <a:cubicBezTo>
                  <a:pt x="485775" y="108966"/>
                  <a:pt x="376809" y="0"/>
                  <a:pt x="242888" y="0"/>
                </a:cubicBezTo>
                <a:close/>
                <a:moveTo>
                  <a:pt x="444913" y="171355"/>
                </a:moveTo>
                <a:lnTo>
                  <a:pt x="339090" y="171355"/>
                </a:lnTo>
                <a:cubicBezTo>
                  <a:pt x="328994" y="123539"/>
                  <a:pt x="308800" y="77438"/>
                  <a:pt x="277940" y="36671"/>
                </a:cubicBezTo>
                <a:lnTo>
                  <a:pt x="273463" y="30766"/>
                </a:lnTo>
                <a:cubicBezTo>
                  <a:pt x="353092" y="42196"/>
                  <a:pt x="418624" y="97536"/>
                  <a:pt x="444913" y="171355"/>
                </a:cubicBezTo>
                <a:close/>
                <a:moveTo>
                  <a:pt x="457200" y="242888"/>
                </a:moveTo>
                <a:cubicBezTo>
                  <a:pt x="457200" y="257556"/>
                  <a:pt x="455676" y="271844"/>
                  <a:pt x="452914" y="285750"/>
                </a:cubicBezTo>
                <a:lnTo>
                  <a:pt x="343757" y="285750"/>
                </a:lnTo>
                <a:cubicBezTo>
                  <a:pt x="347377" y="257270"/>
                  <a:pt x="347377" y="228410"/>
                  <a:pt x="343853" y="199930"/>
                </a:cubicBezTo>
                <a:lnTo>
                  <a:pt x="452819" y="199930"/>
                </a:lnTo>
                <a:cubicBezTo>
                  <a:pt x="455676" y="213836"/>
                  <a:pt x="457200" y="228124"/>
                  <a:pt x="457200" y="242888"/>
                </a:cubicBezTo>
                <a:close/>
                <a:moveTo>
                  <a:pt x="242888" y="447389"/>
                </a:moveTo>
                <a:lnTo>
                  <a:pt x="231077" y="431387"/>
                </a:lnTo>
                <a:cubicBezTo>
                  <a:pt x="204026" y="395954"/>
                  <a:pt x="185738" y="355854"/>
                  <a:pt x="175927" y="314230"/>
                </a:cubicBezTo>
                <a:lnTo>
                  <a:pt x="309658" y="314230"/>
                </a:lnTo>
                <a:cubicBezTo>
                  <a:pt x="299847" y="355949"/>
                  <a:pt x="281559" y="395954"/>
                  <a:pt x="254413" y="431578"/>
                </a:cubicBezTo>
                <a:lnTo>
                  <a:pt x="242888" y="447389"/>
                </a:lnTo>
                <a:close/>
                <a:moveTo>
                  <a:pt x="170783" y="285750"/>
                </a:moveTo>
                <a:cubicBezTo>
                  <a:pt x="166783" y="257270"/>
                  <a:pt x="166783" y="228410"/>
                  <a:pt x="170688" y="199930"/>
                </a:cubicBezTo>
                <a:lnTo>
                  <a:pt x="315182" y="199930"/>
                </a:lnTo>
                <a:cubicBezTo>
                  <a:pt x="319088" y="228410"/>
                  <a:pt x="318992" y="257270"/>
                  <a:pt x="314992" y="285750"/>
                </a:cubicBezTo>
                <a:lnTo>
                  <a:pt x="170783" y="285750"/>
                </a:lnTo>
                <a:close/>
                <a:moveTo>
                  <a:pt x="28575" y="242888"/>
                </a:moveTo>
                <a:cubicBezTo>
                  <a:pt x="28575" y="228124"/>
                  <a:pt x="30099" y="213836"/>
                  <a:pt x="32957" y="199930"/>
                </a:cubicBezTo>
                <a:lnTo>
                  <a:pt x="141923" y="199930"/>
                </a:lnTo>
                <a:cubicBezTo>
                  <a:pt x="138303" y="228410"/>
                  <a:pt x="138398" y="257175"/>
                  <a:pt x="142018" y="285750"/>
                </a:cubicBezTo>
                <a:lnTo>
                  <a:pt x="32861" y="285750"/>
                </a:lnTo>
                <a:cubicBezTo>
                  <a:pt x="30099" y="271844"/>
                  <a:pt x="28575" y="257556"/>
                  <a:pt x="28575" y="242888"/>
                </a:cubicBezTo>
                <a:close/>
                <a:moveTo>
                  <a:pt x="242888" y="37814"/>
                </a:moveTo>
                <a:lnTo>
                  <a:pt x="255175" y="53912"/>
                </a:lnTo>
                <a:cubicBezTo>
                  <a:pt x="282131" y="89440"/>
                  <a:pt x="300323" y="129540"/>
                  <a:pt x="309944" y="171260"/>
                </a:cubicBezTo>
                <a:lnTo>
                  <a:pt x="175736" y="171260"/>
                </a:lnTo>
                <a:cubicBezTo>
                  <a:pt x="185356" y="129540"/>
                  <a:pt x="203549" y="89535"/>
                  <a:pt x="230505" y="53912"/>
                </a:cubicBezTo>
                <a:lnTo>
                  <a:pt x="242888" y="37814"/>
                </a:lnTo>
                <a:close/>
                <a:moveTo>
                  <a:pt x="212312" y="30766"/>
                </a:moveTo>
                <a:lnTo>
                  <a:pt x="207740" y="36671"/>
                </a:lnTo>
                <a:cubicBezTo>
                  <a:pt x="176975" y="77343"/>
                  <a:pt x="156781" y="123444"/>
                  <a:pt x="146590" y="171260"/>
                </a:cubicBezTo>
                <a:lnTo>
                  <a:pt x="40862" y="171260"/>
                </a:lnTo>
                <a:cubicBezTo>
                  <a:pt x="67151" y="97536"/>
                  <a:pt x="132683" y="42196"/>
                  <a:pt x="212312" y="30766"/>
                </a:cubicBezTo>
                <a:close/>
                <a:moveTo>
                  <a:pt x="40862" y="314325"/>
                </a:moveTo>
                <a:lnTo>
                  <a:pt x="146876" y="314325"/>
                </a:lnTo>
                <a:cubicBezTo>
                  <a:pt x="157067" y="362045"/>
                  <a:pt x="177451" y="408051"/>
                  <a:pt x="208217" y="448628"/>
                </a:cubicBezTo>
                <a:lnTo>
                  <a:pt x="213074" y="455200"/>
                </a:lnTo>
                <a:cubicBezTo>
                  <a:pt x="133064" y="443865"/>
                  <a:pt x="67151" y="388430"/>
                  <a:pt x="40862" y="314325"/>
                </a:cubicBezTo>
                <a:close/>
                <a:moveTo>
                  <a:pt x="272701" y="455105"/>
                </a:moveTo>
                <a:lnTo>
                  <a:pt x="277368" y="448723"/>
                </a:lnTo>
                <a:cubicBezTo>
                  <a:pt x="308324" y="408146"/>
                  <a:pt x="328613" y="362045"/>
                  <a:pt x="338900" y="314230"/>
                </a:cubicBezTo>
                <a:lnTo>
                  <a:pt x="444913" y="314230"/>
                </a:lnTo>
                <a:cubicBezTo>
                  <a:pt x="418624" y="388430"/>
                  <a:pt x="352711" y="443865"/>
                  <a:pt x="272701" y="455105"/>
                </a:cubicBezTo>
                <a:close/>
              </a:path>
            </a:pathLst>
          </a:custGeom>
          <a:solidFill>
            <a:srgbClr val="211452"/>
          </a:solidFill>
          <a:ln w="9525" cap="flat">
            <a:noFill/>
            <a:prstDash val="solid"/>
            <a:miter/>
          </a:ln>
        </p:spPr>
        <p:txBody>
          <a:bodyPr rtlCol="0" anchor="ctr"/>
          <a:lstStyle/>
          <a:p>
            <a:endParaRPr lang="en-US"/>
          </a:p>
        </p:txBody>
      </p:sp>
      <p:sp>
        <p:nvSpPr>
          <p:cNvPr id="329" name="Grafik 52">
            <a:extLst>
              <a:ext uri="{FF2B5EF4-FFF2-40B4-BE49-F238E27FC236}">
                <a16:creationId xmlns:a16="http://schemas.microsoft.com/office/drawing/2014/main" id="{4148CE29-BA1A-483D-97F5-CBCFB5B19855}"/>
              </a:ext>
            </a:extLst>
          </p:cNvPr>
          <p:cNvSpPr/>
          <p:nvPr/>
        </p:nvSpPr>
        <p:spPr bwMode="gray">
          <a:xfrm>
            <a:off x="11141817" y="3823378"/>
            <a:ext cx="482917" cy="430434"/>
          </a:xfrm>
          <a:custGeom>
            <a:avLst/>
            <a:gdLst>
              <a:gd name="connsiteX0" fmla="*/ 325946 w 482917"/>
              <a:gd name="connsiteY0" fmla="*/ 116491 h 430434"/>
              <a:gd name="connsiteX1" fmla="*/ 324517 w 482917"/>
              <a:gd name="connsiteY1" fmla="*/ 116491 h 430434"/>
              <a:gd name="connsiteX2" fmla="*/ 324517 w 482917"/>
              <a:gd name="connsiteY2" fmla="*/ 115062 h 430434"/>
              <a:gd name="connsiteX3" fmla="*/ 324422 w 482917"/>
              <a:gd name="connsiteY3" fmla="*/ 94202 h 430434"/>
              <a:gd name="connsiteX4" fmla="*/ 324326 w 482917"/>
              <a:gd name="connsiteY4" fmla="*/ 83439 h 430434"/>
              <a:gd name="connsiteX5" fmla="*/ 272987 w 482917"/>
              <a:gd name="connsiteY5" fmla="*/ 23146 h 430434"/>
              <a:gd name="connsiteX6" fmla="*/ 162306 w 482917"/>
              <a:gd name="connsiteY6" fmla="*/ 0 h 430434"/>
              <a:gd name="connsiteX7" fmla="*/ 51530 w 482917"/>
              <a:gd name="connsiteY7" fmla="*/ 23146 h 430434"/>
              <a:gd name="connsiteX8" fmla="*/ 0 w 482917"/>
              <a:gd name="connsiteY8" fmla="*/ 83534 h 430434"/>
              <a:gd name="connsiteX9" fmla="*/ 0 w 482917"/>
              <a:gd name="connsiteY9" fmla="*/ 342043 h 430434"/>
              <a:gd name="connsiteX10" fmla="*/ 51340 w 482917"/>
              <a:gd name="connsiteY10" fmla="*/ 407099 h 430434"/>
              <a:gd name="connsiteX11" fmla="*/ 162211 w 482917"/>
              <a:gd name="connsiteY11" fmla="*/ 430340 h 430434"/>
              <a:gd name="connsiteX12" fmla="*/ 256127 w 482917"/>
              <a:gd name="connsiteY12" fmla="*/ 414433 h 430434"/>
              <a:gd name="connsiteX13" fmla="*/ 256699 w 482917"/>
              <a:gd name="connsiteY13" fmla="*/ 414242 h 430434"/>
              <a:gd name="connsiteX14" fmla="*/ 257270 w 482917"/>
              <a:gd name="connsiteY14" fmla="*/ 414528 h 430434"/>
              <a:gd name="connsiteX15" fmla="*/ 325946 w 482917"/>
              <a:gd name="connsiteY15" fmla="*/ 430435 h 430434"/>
              <a:gd name="connsiteX16" fmla="*/ 482918 w 482917"/>
              <a:gd name="connsiteY16" fmla="*/ 273463 h 430434"/>
              <a:gd name="connsiteX17" fmla="*/ 325946 w 482917"/>
              <a:gd name="connsiteY17" fmla="*/ 116491 h 430434"/>
              <a:gd name="connsiteX18" fmla="*/ 63913 w 482917"/>
              <a:gd name="connsiteY18" fmla="*/ 49435 h 430434"/>
              <a:gd name="connsiteX19" fmla="*/ 162211 w 482917"/>
              <a:gd name="connsiteY19" fmla="*/ 29147 h 430434"/>
              <a:gd name="connsiteX20" fmla="*/ 260509 w 482917"/>
              <a:gd name="connsiteY20" fmla="*/ 49435 h 430434"/>
              <a:gd name="connsiteX21" fmla="*/ 295466 w 482917"/>
              <a:gd name="connsiteY21" fmla="*/ 83915 h 430434"/>
              <a:gd name="connsiteX22" fmla="*/ 260509 w 482917"/>
              <a:gd name="connsiteY22" fmla="*/ 127730 h 430434"/>
              <a:gd name="connsiteX23" fmla="*/ 162211 w 482917"/>
              <a:gd name="connsiteY23" fmla="*/ 148019 h 430434"/>
              <a:gd name="connsiteX24" fmla="*/ 63913 w 482917"/>
              <a:gd name="connsiteY24" fmla="*/ 127730 h 430434"/>
              <a:gd name="connsiteX25" fmla="*/ 60103 w 482917"/>
              <a:gd name="connsiteY25" fmla="*/ 125349 h 430434"/>
              <a:gd name="connsiteX26" fmla="*/ 28766 w 482917"/>
              <a:gd name="connsiteY26" fmla="*/ 85630 h 430434"/>
              <a:gd name="connsiteX27" fmla="*/ 63913 w 482917"/>
              <a:gd name="connsiteY27" fmla="*/ 49435 h 430434"/>
              <a:gd name="connsiteX28" fmla="*/ 28861 w 482917"/>
              <a:gd name="connsiteY28" fmla="*/ 139922 h 430434"/>
              <a:gd name="connsiteX29" fmla="*/ 31147 w 482917"/>
              <a:gd name="connsiteY29" fmla="*/ 141637 h 430434"/>
              <a:gd name="connsiteX30" fmla="*/ 51530 w 482917"/>
              <a:gd name="connsiteY30" fmla="*/ 154019 h 430434"/>
              <a:gd name="connsiteX31" fmla="*/ 162306 w 482917"/>
              <a:gd name="connsiteY31" fmla="*/ 177165 h 430434"/>
              <a:gd name="connsiteX32" fmla="*/ 201263 w 482917"/>
              <a:gd name="connsiteY32" fmla="*/ 174498 h 430434"/>
              <a:gd name="connsiteX33" fmla="*/ 204692 w 482917"/>
              <a:gd name="connsiteY33" fmla="*/ 174022 h 430434"/>
              <a:gd name="connsiteX34" fmla="*/ 202502 w 482917"/>
              <a:gd name="connsiteY34" fmla="*/ 176784 h 430434"/>
              <a:gd name="connsiteX35" fmla="*/ 182594 w 482917"/>
              <a:gd name="connsiteY35" fmla="*/ 209931 h 430434"/>
              <a:gd name="connsiteX36" fmla="*/ 182213 w 482917"/>
              <a:gd name="connsiteY36" fmla="*/ 210693 h 430434"/>
              <a:gd name="connsiteX37" fmla="*/ 181356 w 482917"/>
              <a:gd name="connsiteY37" fmla="*/ 210788 h 430434"/>
              <a:gd name="connsiteX38" fmla="*/ 162306 w 482917"/>
              <a:gd name="connsiteY38" fmla="*/ 211455 h 430434"/>
              <a:gd name="connsiteX39" fmla="*/ 64103 w 482917"/>
              <a:gd name="connsiteY39" fmla="*/ 191357 h 430434"/>
              <a:gd name="connsiteX40" fmla="*/ 28861 w 482917"/>
              <a:gd name="connsiteY40" fmla="*/ 151924 h 430434"/>
              <a:gd name="connsiteX41" fmla="*/ 28861 w 482917"/>
              <a:gd name="connsiteY41" fmla="*/ 139922 h 430434"/>
              <a:gd name="connsiteX42" fmla="*/ 28861 w 482917"/>
              <a:gd name="connsiteY42" fmla="*/ 203168 h 430434"/>
              <a:gd name="connsiteX43" fmla="*/ 31147 w 482917"/>
              <a:gd name="connsiteY43" fmla="*/ 204883 h 430434"/>
              <a:gd name="connsiteX44" fmla="*/ 51245 w 482917"/>
              <a:gd name="connsiteY44" fmla="*/ 217170 h 430434"/>
              <a:gd name="connsiteX45" fmla="*/ 162306 w 482917"/>
              <a:gd name="connsiteY45" fmla="*/ 240411 h 430434"/>
              <a:gd name="connsiteX46" fmla="*/ 170879 w 482917"/>
              <a:gd name="connsiteY46" fmla="*/ 240221 h 430434"/>
              <a:gd name="connsiteX47" fmla="*/ 172688 w 482917"/>
              <a:gd name="connsiteY47" fmla="*/ 240125 h 430434"/>
              <a:gd name="connsiteX48" fmla="*/ 172307 w 482917"/>
              <a:gd name="connsiteY48" fmla="*/ 241935 h 430434"/>
              <a:gd name="connsiteX49" fmla="*/ 169069 w 482917"/>
              <a:gd name="connsiteY49" fmla="*/ 273463 h 430434"/>
              <a:gd name="connsiteX50" fmla="*/ 169069 w 482917"/>
              <a:gd name="connsiteY50" fmla="*/ 274892 h 430434"/>
              <a:gd name="connsiteX51" fmla="*/ 167640 w 482917"/>
              <a:gd name="connsiteY51" fmla="*/ 274892 h 430434"/>
              <a:gd name="connsiteX52" fmla="*/ 165830 w 482917"/>
              <a:gd name="connsiteY52" fmla="*/ 274892 h 430434"/>
              <a:gd name="connsiteX53" fmla="*/ 164021 w 482917"/>
              <a:gd name="connsiteY53" fmla="*/ 274892 h 430434"/>
              <a:gd name="connsiteX54" fmla="*/ 162306 w 482917"/>
              <a:gd name="connsiteY54" fmla="*/ 274892 h 430434"/>
              <a:gd name="connsiteX55" fmla="*/ 64103 w 482917"/>
              <a:gd name="connsiteY55" fmla="*/ 254794 h 430434"/>
              <a:gd name="connsiteX56" fmla="*/ 28861 w 482917"/>
              <a:gd name="connsiteY56" fmla="*/ 215360 h 430434"/>
              <a:gd name="connsiteX57" fmla="*/ 28861 w 482917"/>
              <a:gd name="connsiteY57" fmla="*/ 203168 h 430434"/>
              <a:gd name="connsiteX58" fmla="*/ 28861 w 482917"/>
              <a:gd name="connsiteY58" fmla="*/ 266510 h 430434"/>
              <a:gd name="connsiteX59" fmla="*/ 31147 w 482917"/>
              <a:gd name="connsiteY59" fmla="*/ 268224 h 430434"/>
              <a:gd name="connsiteX60" fmla="*/ 51435 w 482917"/>
              <a:gd name="connsiteY60" fmla="*/ 280511 h 430434"/>
              <a:gd name="connsiteX61" fmla="*/ 162306 w 482917"/>
              <a:gd name="connsiteY61" fmla="*/ 303752 h 430434"/>
              <a:gd name="connsiteX62" fmla="*/ 170402 w 482917"/>
              <a:gd name="connsiteY62" fmla="*/ 303562 h 430434"/>
              <a:gd name="connsiteX63" fmla="*/ 172022 w 482917"/>
              <a:gd name="connsiteY63" fmla="*/ 303562 h 430434"/>
              <a:gd name="connsiteX64" fmla="*/ 172212 w 482917"/>
              <a:gd name="connsiteY64" fmla="*/ 304705 h 430434"/>
              <a:gd name="connsiteX65" fmla="*/ 181832 w 482917"/>
              <a:gd name="connsiteY65" fmla="*/ 335566 h 430434"/>
              <a:gd name="connsiteX66" fmla="*/ 182594 w 482917"/>
              <a:gd name="connsiteY66" fmla="*/ 337375 h 430434"/>
              <a:gd name="connsiteX67" fmla="*/ 180594 w 482917"/>
              <a:gd name="connsiteY67" fmla="*/ 337471 h 430434"/>
              <a:gd name="connsiteX68" fmla="*/ 162211 w 482917"/>
              <a:gd name="connsiteY68" fmla="*/ 338138 h 430434"/>
              <a:gd name="connsiteX69" fmla="*/ 64008 w 482917"/>
              <a:gd name="connsiteY69" fmla="*/ 318040 h 430434"/>
              <a:gd name="connsiteX70" fmla="*/ 28766 w 482917"/>
              <a:gd name="connsiteY70" fmla="*/ 278606 h 430434"/>
              <a:gd name="connsiteX71" fmla="*/ 28766 w 482917"/>
              <a:gd name="connsiteY71" fmla="*/ 266510 h 430434"/>
              <a:gd name="connsiteX72" fmla="*/ 222980 w 482917"/>
              <a:gd name="connsiteY72" fmla="*/ 394621 h 430434"/>
              <a:gd name="connsiteX73" fmla="*/ 162211 w 482917"/>
              <a:gd name="connsiteY73" fmla="*/ 401574 h 430434"/>
              <a:gd name="connsiteX74" fmla="*/ 64198 w 482917"/>
              <a:gd name="connsiteY74" fmla="*/ 381286 h 430434"/>
              <a:gd name="connsiteX75" fmla="*/ 28766 w 482917"/>
              <a:gd name="connsiteY75" fmla="*/ 342043 h 430434"/>
              <a:gd name="connsiteX76" fmla="*/ 28766 w 482917"/>
              <a:gd name="connsiteY76" fmla="*/ 329851 h 430434"/>
              <a:gd name="connsiteX77" fmla="*/ 31052 w 482917"/>
              <a:gd name="connsiteY77" fmla="*/ 331565 h 430434"/>
              <a:gd name="connsiteX78" fmla="*/ 51149 w 482917"/>
              <a:gd name="connsiteY78" fmla="*/ 343853 h 430434"/>
              <a:gd name="connsiteX79" fmla="*/ 162211 w 482917"/>
              <a:gd name="connsiteY79" fmla="*/ 367094 h 430434"/>
              <a:gd name="connsiteX80" fmla="*/ 197549 w 482917"/>
              <a:gd name="connsiteY80" fmla="*/ 364998 h 430434"/>
              <a:gd name="connsiteX81" fmla="*/ 198406 w 482917"/>
              <a:gd name="connsiteY81" fmla="*/ 364903 h 430434"/>
              <a:gd name="connsiteX82" fmla="*/ 198882 w 482917"/>
              <a:gd name="connsiteY82" fmla="*/ 365570 h 430434"/>
              <a:gd name="connsiteX83" fmla="*/ 223552 w 482917"/>
              <a:gd name="connsiteY83" fmla="*/ 392240 h 430434"/>
              <a:gd name="connsiteX84" fmla="*/ 225647 w 482917"/>
              <a:gd name="connsiteY84" fmla="*/ 394049 h 430434"/>
              <a:gd name="connsiteX85" fmla="*/ 222980 w 482917"/>
              <a:gd name="connsiteY85" fmla="*/ 394621 h 430434"/>
              <a:gd name="connsiteX86" fmla="*/ 325946 w 482917"/>
              <a:gd name="connsiteY86" fmla="*/ 401669 h 430434"/>
              <a:gd name="connsiteX87" fmla="*/ 197834 w 482917"/>
              <a:gd name="connsiteY87" fmla="*/ 273558 h 430434"/>
              <a:gd name="connsiteX88" fmla="*/ 325946 w 482917"/>
              <a:gd name="connsiteY88" fmla="*/ 145447 h 430434"/>
              <a:gd name="connsiteX89" fmla="*/ 454057 w 482917"/>
              <a:gd name="connsiteY89" fmla="*/ 273558 h 430434"/>
              <a:gd name="connsiteX90" fmla="*/ 325946 w 482917"/>
              <a:gd name="connsiteY90" fmla="*/ 401669 h 430434"/>
              <a:gd name="connsiteX91" fmla="*/ 321088 w 482917"/>
              <a:gd name="connsiteY91" fmla="*/ 239459 h 430434"/>
              <a:gd name="connsiteX92" fmla="*/ 312515 w 482917"/>
              <a:gd name="connsiteY92" fmla="*/ 256508 h 430434"/>
              <a:gd name="connsiteX93" fmla="*/ 346329 w 482917"/>
              <a:gd name="connsiteY93" fmla="*/ 256508 h 430434"/>
              <a:gd name="connsiteX94" fmla="*/ 346329 w 482917"/>
              <a:gd name="connsiteY94" fmla="*/ 271272 h 430434"/>
              <a:gd name="connsiteX95" fmla="*/ 311277 w 482917"/>
              <a:gd name="connsiteY95" fmla="*/ 271272 h 430434"/>
              <a:gd name="connsiteX96" fmla="*/ 311182 w 482917"/>
              <a:gd name="connsiteY96" fmla="*/ 273082 h 430434"/>
              <a:gd name="connsiteX97" fmla="*/ 311087 w 482917"/>
              <a:gd name="connsiteY97" fmla="*/ 275749 h 430434"/>
              <a:gd name="connsiteX98" fmla="*/ 311087 w 482917"/>
              <a:gd name="connsiteY98" fmla="*/ 278321 h 430434"/>
              <a:gd name="connsiteX99" fmla="*/ 311277 w 482917"/>
              <a:gd name="connsiteY99" fmla="*/ 280892 h 430434"/>
              <a:gd name="connsiteX100" fmla="*/ 340995 w 482917"/>
              <a:gd name="connsiteY100" fmla="*/ 280892 h 430434"/>
              <a:gd name="connsiteX101" fmla="*/ 340995 w 482917"/>
              <a:gd name="connsiteY101" fmla="*/ 295847 h 430434"/>
              <a:gd name="connsiteX102" fmla="*/ 312706 w 482917"/>
              <a:gd name="connsiteY102" fmla="*/ 295847 h 430434"/>
              <a:gd name="connsiteX103" fmla="*/ 339662 w 482917"/>
              <a:gd name="connsiteY103" fmla="*/ 316230 h 430434"/>
              <a:gd name="connsiteX104" fmla="*/ 351949 w 482917"/>
              <a:gd name="connsiteY104" fmla="*/ 314897 h 430434"/>
              <a:gd name="connsiteX105" fmla="*/ 362712 w 482917"/>
              <a:gd name="connsiteY105" fmla="*/ 311372 h 430434"/>
              <a:gd name="connsiteX106" fmla="*/ 362712 w 482917"/>
              <a:gd name="connsiteY106" fmla="*/ 332804 h 430434"/>
              <a:gd name="connsiteX107" fmla="*/ 351949 w 482917"/>
              <a:gd name="connsiteY107" fmla="*/ 336518 h 430434"/>
              <a:gd name="connsiteX108" fmla="*/ 338138 w 482917"/>
              <a:gd name="connsiteY108" fmla="*/ 337852 h 430434"/>
              <a:gd name="connsiteX109" fmla="*/ 304705 w 482917"/>
              <a:gd name="connsiteY109" fmla="*/ 326993 h 430434"/>
              <a:gd name="connsiteX110" fmla="*/ 287750 w 482917"/>
              <a:gd name="connsiteY110" fmla="*/ 295847 h 430434"/>
              <a:gd name="connsiteX111" fmla="*/ 276225 w 482917"/>
              <a:gd name="connsiteY111" fmla="*/ 295847 h 430434"/>
              <a:gd name="connsiteX112" fmla="*/ 276225 w 482917"/>
              <a:gd name="connsiteY112" fmla="*/ 280892 h 430434"/>
              <a:gd name="connsiteX113" fmla="*/ 286131 w 482917"/>
              <a:gd name="connsiteY113" fmla="*/ 280892 h 430434"/>
              <a:gd name="connsiteX114" fmla="*/ 285750 w 482917"/>
              <a:gd name="connsiteY114" fmla="*/ 275749 h 430434"/>
              <a:gd name="connsiteX115" fmla="*/ 285750 w 482917"/>
              <a:gd name="connsiteY115" fmla="*/ 273177 h 430434"/>
              <a:gd name="connsiteX116" fmla="*/ 285941 w 482917"/>
              <a:gd name="connsiteY116" fmla="*/ 271272 h 430434"/>
              <a:gd name="connsiteX117" fmla="*/ 276130 w 482917"/>
              <a:gd name="connsiteY117" fmla="*/ 271272 h 430434"/>
              <a:gd name="connsiteX118" fmla="*/ 276130 w 482917"/>
              <a:gd name="connsiteY118" fmla="*/ 256508 h 430434"/>
              <a:gd name="connsiteX119" fmla="*/ 287274 w 482917"/>
              <a:gd name="connsiteY119" fmla="*/ 256508 h 430434"/>
              <a:gd name="connsiteX120" fmla="*/ 296418 w 482917"/>
              <a:gd name="connsiteY120" fmla="*/ 232981 h 430434"/>
              <a:gd name="connsiteX121" fmla="*/ 313944 w 482917"/>
              <a:gd name="connsiteY121" fmla="*/ 217932 h 430434"/>
              <a:gd name="connsiteX122" fmla="*/ 337947 w 482917"/>
              <a:gd name="connsiteY122" fmla="*/ 212693 h 430434"/>
              <a:gd name="connsiteX123" fmla="*/ 353663 w 482917"/>
              <a:gd name="connsiteY123" fmla="*/ 214503 h 430434"/>
              <a:gd name="connsiteX124" fmla="*/ 367475 w 482917"/>
              <a:gd name="connsiteY124" fmla="*/ 219551 h 430434"/>
              <a:gd name="connsiteX125" fmla="*/ 359188 w 482917"/>
              <a:gd name="connsiteY125" fmla="*/ 238982 h 430434"/>
              <a:gd name="connsiteX126" fmla="*/ 348425 w 482917"/>
              <a:gd name="connsiteY126" fmla="*/ 234982 h 430434"/>
              <a:gd name="connsiteX127" fmla="*/ 337947 w 482917"/>
              <a:gd name="connsiteY127" fmla="*/ 233553 h 430434"/>
              <a:gd name="connsiteX128" fmla="*/ 321088 w 482917"/>
              <a:gd name="connsiteY128" fmla="*/ 239459 h 43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82917" h="430434">
                <a:moveTo>
                  <a:pt x="325946" y="116491"/>
                </a:moveTo>
                <a:lnTo>
                  <a:pt x="324517" y="116491"/>
                </a:lnTo>
                <a:lnTo>
                  <a:pt x="324517" y="115062"/>
                </a:lnTo>
                <a:cubicBezTo>
                  <a:pt x="324707" y="105823"/>
                  <a:pt x="324517" y="99917"/>
                  <a:pt x="324422" y="94202"/>
                </a:cubicBezTo>
                <a:cubicBezTo>
                  <a:pt x="324326" y="90773"/>
                  <a:pt x="324326" y="87344"/>
                  <a:pt x="324326" y="83439"/>
                </a:cubicBezTo>
                <a:cubicBezTo>
                  <a:pt x="320135" y="51721"/>
                  <a:pt x="290322" y="32004"/>
                  <a:pt x="272987" y="23146"/>
                </a:cubicBezTo>
                <a:cubicBezTo>
                  <a:pt x="243173" y="8192"/>
                  <a:pt x="203835" y="0"/>
                  <a:pt x="162306" y="0"/>
                </a:cubicBezTo>
                <a:cubicBezTo>
                  <a:pt x="120777" y="0"/>
                  <a:pt x="81344" y="8192"/>
                  <a:pt x="51530" y="23146"/>
                </a:cubicBezTo>
                <a:cubicBezTo>
                  <a:pt x="22860" y="36100"/>
                  <a:pt x="3143" y="59245"/>
                  <a:pt x="0" y="83534"/>
                </a:cubicBezTo>
                <a:lnTo>
                  <a:pt x="0" y="342043"/>
                </a:lnTo>
                <a:cubicBezTo>
                  <a:pt x="0" y="367475"/>
                  <a:pt x="18193" y="390525"/>
                  <a:pt x="51340" y="407099"/>
                </a:cubicBezTo>
                <a:cubicBezTo>
                  <a:pt x="81344" y="422148"/>
                  <a:pt x="120777" y="430340"/>
                  <a:pt x="162211" y="430340"/>
                </a:cubicBezTo>
                <a:cubicBezTo>
                  <a:pt x="196120" y="430340"/>
                  <a:pt x="228600" y="424815"/>
                  <a:pt x="256127" y="414433"/>
                </a:cubicBezTo>
                <a:lnTo>
                  <a:pt x="256699" y="414242"/>
                </a:lnTo>
                <a:lnTo>
                  <a:pt x="257270" y="414528"/>
                </a:lnTo>
                <a:cubicBezTo>
                  <a:pt x="278797" y="425006"/>
                  <a:pt x="301943" y="430435"/>
                  <a:pt x="325946" y="430435"/>
                </a:cubicBezTo>
                <a:cubicBezTo>
                  <a:pt x="412528" y="430435"/>
                  <a:pt x="482918" y="360045"/>
                  <a:pt x="482918" y="273463"/>
                </a:cubicBezTo>
                <a:cubicBezTo>
                  <a:pt x="482918" y="186881"/>
                  <a:pt x="412528" y="116491"/>
                  <a:pt x="325946" y="116491"/>
                </a:cubicBezTo>
                <a:close/>
                <a:moveTo>
                  <a:pt x="63913" y="49435"/>
                </a:moveTo>
                <a:cubicBezTo>
                  <a:pt x="89726" y="36576"/>
                  <a:pt x="125540" y="29147"/>
                  <a:pt x="162211" y="29147"/>
                </a:cubicBezTo>
                <a:cubicBezTo>
                  <a:pt x="198882" y="29147"/>
                  <a:pt x="234791" y="36576"/>
                  <a:pt x="260509" y="49435"/>
                </a:cubicBezTo>
                <a:cubicBezTo>
                  <a:pt x="280035" y="59150"/>
                  <a:pt x="292703" y="71723"/>
                  <a:pt x="295466" y="83915"/>
                </a:cubicBezTo>
                <a:cubicBezTo>
                  <a:pt x="298037" y="107156"/>
                  <a:pt x="269367" y="123349"/>
                  <a:pt x="260509" y="127730"/>
                </a:cubicBezTo>
                <a:cubicBezTo>
                  <a:pt x="234696" y="140589"/>
                  <a:pt x="198882" y="148019"/>
                  <a:pt x="162211" y="148019"/>
                </a:cubicBezTo>
                <a:cubicBezTo>
                  <a:pt x="125540" y="148019"/>
                  <a:pt x="89630" y="140589"/>
                  <a:pt x="63913" y="127730"/>
                </a:cubicBezTo>
                <a:lnTo>
                  <a:pt x="60103" y="125349"/>
                </a:lnTo>
                <a:cubicBezTo>
                  <a:pt x="44672" y="115824"/>
                  <a:pt x="28670" y="106013"/>
                  <a:pt x="28766" y="85630"/>
                </a:cubicBezTo>
                <a:cubicBezTo>
                  <a:pt x="30766" y="72771"/>
                  <a:pt x="43529" y="59627"/>
                  <a:pt x="63913" y="49435"/>
                </a:cubicBezTo>
                <a:close/>
                <a:moveTo>
                  <a:pt x="28861" y="139922"/>
                </a:moveTo>
                <a:lnTo>
                  <a:pt x="31147" y="141637"/>
                </a:lnTo>
                <a:cubicBezTo>
                  <a:pt x="37243" y="146114"/>
                  <a:pt x="44101" y="150305"/>
                  <a:pt x="51530" y="154019"/>
                </a:cubicBezTo>
                <a:cubicBezTo>
                  <a:pt x="81344" y="168974"/>
                  <a:pt x="120682" y="177165"/>
                  <a:pt x="162306" y="177165"/>
                </a:cubicBezTo>
                <a:cubicBezTo>
                  <a:pt x="175069" y="177165"/>
                  <a:pt x="187833" y="176308"/>
                  <a:pt x="201263" y="174498"/>
                </a:cubicBezTo>
                <a:lnTo>
                  <a:pt x="204692" y="174022"/>
                </a:lnTo>
                <a:lnTo>
                  <a:pt x="202502" y="176784"/>
                </a:lnTo>
                <a:cubicBezTo>
                  <a:pt x="194501" y="186976"/>
                  <a:pt x="187833" y="198120"/>
                  <a:pt x="182594" y="209931"/>
                </a:cubicBezTo>
                <a:lnTo>
                  <a:pt x="182213" y="210693"/>
                </a:lnTo>
                <a:lnTo>
                  <a:pt x="181356" y="210788"/>
                </a:lnTo>
                <a:cubicBezTo>
                  <a:pt x="175260" y="211265"/>
                  <a:pt x="168878" y="211455"/>
                  <a:pt x="162306" y="211455"/>
                </a:cubicBezTo>
                <a:cubicBezTo>
                  <a:pt x="125540" y="211455"/>
                  <a:pt x="89726" y="204121"/>
                  <a:pt x="64103" y="191357"/>
                </a:cubicBezTo>
                <a:cubicBezTo>
                  <a:pt x="41720" y="180118"/>
                  <a:pt x="28861" y="165830"/>
                  <a:pt x="28861" y="151924"/>
                </a:cubicBezTo>
                <a:lnTo>
                  <a:pt x="28861" y="139922"/>
                </a:lnTo>
                <a:close/>
                <a:moveTo>
                  <a:pt x="28861" y="203168"/>
                </a:moveTo>
                <a:lnTo>
                  <a:pt x="31147" y="204883"/>
                </a:lnTo>
                <a:cubicBezTo>
                  <a:pt x="37338" y="209455"/>
                  <a:pt x="44006" y="213551"/>
                  <a:pt x="51245" y="217170"/>
                </a:cubicBezTo>
                <a:cubicBezTo>
                  <a:pt x="81248" y="232219"/>
                  <a:pt x="120682" y="240411"/>
                  <a:pt x="162306" y="240411"/>
                </a:cubicBezTo>
                <a:cubicBezTo>
                  <a:pt x="165164" y="240411"/>
                  <a:pt x="168021" y="240316"/>
                  <a:pt x="170879" y="240221"/>
                </a:cubicBezTo>
                <a:lnTo>
                  <a:pt x="172688" y="240125"/>
                </a:lnTo>
                <a:lnTo>
                  <a:pt x="172307" y="241935"/>
                </a:lnTo>
                <a:cubicBezTo>
                  <a:pt x="170117" y="252508"/>
                  <a:pt x="169069" y="263081"/>
                  <a:pt x="169069" y="273463"/>
                </a:cubicBezTo>
                <a:lnTo>
                  <a:pt x="169069" y="274892"/>
                </a:lnTo>
                <a:lnTo>
                  <a:pt x="167640" y="274892"/>
                </a:lnTo>
                <a:cubicBezTo>
                  <a:pt x="167069" y="274892"/>
                  <a:pt x="166402" y="274892"/>
                  <a:pt x="165830" y="274892"/>
                </a:cubicBezTo>
                <a:cubicBezTo>
                  <a:pt x="165259" y="274892"/>
                  <a:pt x="164687" y="274892"/>
                  <a:pt x="164021" y="274892"/>
                </a:cubicBezTo>
                <a:lnTo>
                  <a:pt x="162306" y="274892"/>
                </a:lnTo>
                <a:cubicBezTo>
                  <a:pt x="125540" y="274892"/>
                  <a:pt x="89726" y="267557"/>
                  <a:pt x="64103" y="254794"/>
                </a:cubicBezTo>
                <a:cubicBezTo>
                  <a:pt x="41720" y="243554"/>
                  <a:pt x="28861" y="229267"/>
                  <a:pt x="28861" y="215360"/>
                </a:cubicBezTo>
                <a:lnTo>
                  <a:pt x="28861" y="203168"/>
                </a:lnTo>
                <a:close/>
                <a:moveTo>
                  <a:pt x="28861" y="266510"/>
                </a:moveTo>
                <a:lnTo>
                  <a:pt x="31147" y="268224"/>
                </a:lnTo>
                <a:cubicBezTo>
                  <a:pt x="37052" y="272606"/>
                  <a:pt x="43910" y="276701"/>
                  <a:pt x="51435" y="280511"/>
                </a:cubicBezTo>
                <a:cubicBezTo>
                  <a:pt x="81439" y="295561"/>
                  <a:pt x="120872" y="303752"/>
                  <a:pt x="162306" y="303752"/>
                </a:cubicBezTo>
                <a:cubicBezTo>
                  <a:pt x="165068" y="303752"/>
                  <a:pt x="167735" y="303657"/>
                  <a:pt x="170402" y="303562"/>
                </a:cubicBezTo>
                <a:lnTo>
                  <a:pt x="172022" y="303562"/>
                </a:lnTo>
                <a:lnTo>
                  <a:pt x="172212" y="304705"/>
                </a:lnTo>
                <a:cubicBezTo>
                  <a:pt x="174403" y="315468"/>
                  <a:pt x="177641" y="325850"/>
                  <a:pt x="181832" y="335566"/>
                </a:cubicBezTo>
                <a:lnTo>
                  <a:pt x="182594" y="337375"/>
                </a:lnTo>
                <a:lnTo>
                  <a:pt x="180594" y="337471"/>
                </a:lnTo>
                <a:cubicBezTo>
                  <a:pt x="174308" y="337947"/>
                  <a:pt x="168116" y="338138"/>
                  <a:pt x="162211" y="338138"/>
                </a:cubicBezTo>
                <a:cubicBezTo>
                  <a:pt x="125349" y="338138"/>
                  <a:pt x="89630" y="330803"/>
                  <a:pt x="64008" y="318040"/>
                </a:cubicBezTo>
                <a:cubicBezTo>
                  <a:pt x="41624" y="306800"/>
                  <a:pt x="28766" y="292513"/>
                  <a:pt x="28766" y="278606"/>
                </a:cubicBezTo>
                <a:lnTo>
                  <a:pt x="28766" y="266510"/>
                </a:lnTo>
                <a:close/>
                <a:moveTo>
                  <a:pt x="222980" y="394621"/>
                </a:moveTo>
                <a:cubicBezTo>
                  <a:pt x="204026" y="399193"/>
                  <a:pt x="182975" y="401574"/>
                  <a:pt x="162211" y="401574"/>
                </a:cubicBezTo>
                <a:cubicBezTo>
                  <a:pt x="125730" y="401574"/>
                  <a:pt x="90011" y="394145"/>
                  <a:pt x="64198" y="381286"/>
                </a:cubicBezTo>
                <a:cubicBezTo>
                  <a:pt x="41720" y="370046"/>
                  <a:pt x="28766" y="355759"/>
                  <a:pt x="28766" y="342043"/>
                </a:cubicBezTo>
                <a:lnTo>
                  <a:pt x="28766" y="329851"/>
                </a:lnTo>
                <a:lnTo>
                  <a:pt x="31052" y="331565"/>
                </a:lnTo>
                <a:cubicBezTo>
                  <a:pt x="37243" y="336137"/>
                  <a:pt x="44006" y="340233"/>
                  <a:pt x="51149" y="343853"/>
                </a:cubicBezTo>
                <a:cubicBezTo>
                  <a:pt x="81153" y="358902"/>
                  <a:pt x="120587" y="367094"/>
                  <a:pt x="162211" y="367094"/>
                </a:cubicBezTo>
                <a:cubicBezTo>
                  <a:pt x="173736" y="367094"/>
                  <a:pt x="185642" y="366332"/>
                  <a:pt x="197549" y="364998"/>
                </a:cubicBezTo>
                <a:lnTo>
                  <a:pt x="198406" y="364903"/>
                </a:lnTo>
                <a:lnTo>
                  <a:pt x="198882" y="365570"/>
                </a:lnTo>
                <a:cubicBezTo>
                  <a:pt x="205835" y="375095"/>
                  <a:pt x="214122" y="384048"/>
                  <a:pt x="223552" y="392240"/>
                </a:cubicBezTo>
                <a:lnTo>
                  <a:pt x="225647" y="394049"/>
                </a:lnTo>
                <a:lnTo>
                  <a:pt x="222980" y="394621"/>
                </a:lnTo>
                <a:close/>
                <a:moveTo>
                  <a:pt x="325946" y="401669"/>
                </a:moveTo>
                <a:cubicBezTo>
                  <a:pt x="255270" y="401669"/>
                  <a:pt x="197834" y="344138"/>
                  <a:pt x="197834" y="273558"/>
                </a:cubicBezTo>
                <a:cubicBezTo>
                  <a:pt x="197834" y="202883"/>
                  <a:pt x="255365" y="145447"/>
                  <a:pt x="325946" y="145447"/>
                </a:cubicBezTo>
                <a:cubicBezTo>
                  <a:pt x="396621" y="145447"/>
                  <a:pt x="454057" y="202978"/>
                  <a:pt x="454057" y="273558"/>
                </a:cubicBezTo>
                <a:cubicBezTo>
                  <a:pt x="454057" y="344138"/>
                  <a:pt x="396621" y="401669"/>
                  <a:pt x="325946" y="401669"/>
                </a:cubicBezTo>
                <a:close/>
                <a:moveTo>
                  <a:pt x="321088" y="239459"/>
                </a:moveTo>
                <a:cubicBezTo>
                  <a:pt x="316611" y="243364"/>
                  <a:pt x="313754" y="249079"/>
                  <a:pt x="312515" y="256508"/>
                </a:cubicBezTo>
                <a:lnTo>
                  <a:pt x="346329" y="256508"/>
                </a:lnTo>
                <a:lnTo>
                  <a:pt x="346329" y="271272"/>
                </a:lnTo>
                <a:lnTo>
                  <a:pt x="311277" y="271272"/>
                </a:lnTo>
                <a:cubicBezTo>
                  <a:pt x="311277" y="271748"/>
                  <a:pt x="311277" y="272320"/>
                  <a:pt x="311182" y="273082"/>
                </a:cubicBezTo>
                <a:cubicBezTo>
                  <a:pt x="311087" y="273844"/>
                  <a:pt x="311087" y="274701"/>
                  <a:pt x="311087" y="275749"/>
                </a:cubicBezTo>
                <a:cubicBezTo>
                  <a:pt x="311087" y="276701"/>
                  <a:pt x="311087" y="277559"/>
                  <a:pt x="311087" y="278321"/>
                </a:cubicBezTo>
                <a:cubicBezTo>
                  <a:pt x="311087" y="279083"/>
                  <a:pt x="311182" y="279940"/>
                  <a:pt x="311277" y="280892"/>
                </a:cubicBezTo>
                <a:lnTo>
                  <a:pt x="340995" y="280892"/>
                </a:lnTo>
                <a:lnTo>
                  <a:pt x="340995" y="295847"/>
                </a:lnTo>
                <a:lnTo>
                  <a:pt x="312706" y="295847"/>
                </a:lnTo>
                <a:cubicBezTo>
                  <a:pt x="315468" y="309467"/>
                  <a:pt x="324422" y="316230"/>
                  <a:pt x="339662" y="316230"/>
                </a:cubicBezTo>
                <a:cubicBezTo>
                  <a:pt x="344043" y="316230"/>
                  <a:pt x="348139" y="315849"/>
                  <a:pt x="351949" y="314897"/>
                </a:cubicBezTo>
                <a:cubicBezTo>
                  <a:pt x="355759" y="314039"/>
                  <a:pt x="359378" y="312896"/>
                  <a:pt x="362712" y="311372"/>
                </a:cubicBezTo>
                <a:lnTo>
                  <a:pt x="362712" y="332804"/>
                </a:lnTo>
                <a:cubicBezTo>
                  <a:pt x="359474" y="334423"/>
                  <a:pt x="355949" y="335661"/>
                  <a:pt x="351949" y="336518"/>
                </a:cubicBezTo>
                <a:cubicBezTo>
                  <a:pt x="348044" y="337375"/>
                  <a:pt x="343376" y="337852"/>
                  <a:pt x="338138" y="337852"/>
                </a:cubicBezTo>
                <a:cubicBezTo>
                  <a:pt x="324707" y="337852"/>
                  <a:pt x="313563" y="334232"/>
                  <a:pt x="304705" y="326993"/>
                </a:cubicBezTo>
                <a:cubicBezTo>
                  <a:pt x="295847" y="319754"/>
                  <a:pt x="290132" y="309372"/>
                  <a:pt x="287750" y="295847"/>
                </a:cubicBezTo>
                <a:lnTo>
                  <a:pt x="276225" y="295847"/>
                </a:lnTo>
                <a:lnTo>
                  <a:pt x="276225" y="280892"/>
                </a:lnTo>
                <a:lnTo>
                  <a:pt x="286131" y="280892"/>
                </a:lnTo>
                <a:cubicBezTo>
                  <a:pt x="285845" y="279368"/>
                  <a:pt x="285750" y="277654"/>
                  <a:pt x="285750" y="275749"/>
                </a:cubicBezTo>
                <a:cubicBezTo>
                  <a:pt x="285750" y="274796"/>
                  <a:pt x="285750" y="273939"/>
                  <a:pt x="285750" y="273177"/>
                </a:cubicBezTo>
                <a:cubicBezTo>
                  <a:pt x="285750" y="272415"/>
                  <a:pt x="285845" y="271748"/>
                  <a:pt x="285941" y="271272"/>
                </a:cubicBezTo>
                <a:lnTo>
                  <a:pt x="276130" y="271272"/>
                </a:lnTo>
                <a:lnTo>
                  <a:pt x="276130" y="256508"/>
                </a:lnTo>
                <a:lnTo>
                  <a:pt x="287274" y="256508"/>
                </a:lnTo>
                <a:cubicBezTo>
                  <a:pt x="288798" y="247364"/>
                  <a:pt x="291751" y="239554"/>
                  <a:pt x="296418" y="232981"/>
                </a:cubicBezTo>
                <a:cubicBezTo>
                  <a:pt x="300990" y="226409"/>
                  <a:pt x="306800" y="221456"/>
                  <a:pt x="313944" y="217932"/>
                </a:cubicBezTo>
                <a:cubicBezTo>
                  <a:pt x="320993" y="214408"/>
                  <a:pt x="329089" y="212693"/>
                  <a:pt x="337947" y="212693"/>
                </a:cubicBezTo>
                <a:cubicBezTo>
                  <a:pt x="343662" y="212693"/>
                  <a:pt x="348901" y="213265"/>
                  <a:pt x="353663" y="214503"/>
                </a:cubicBezTo>
                <a:cubicBezTo>
                  <a:pt x="358426" y="215741"/>
                  <a:pt x="362998" y="217361"/>
                  <a:pt x="367475" y="219551"/>
                </a:cubicBezTo>
                <a:lnTo>
                  <a:pt x="359188" y="238982"/>
                </a:lnTo>
                <a:cubicBezTo>
                  <a:pt x="355283" y="237268"/>
                  <a:pt x="351663" y="235934"/>
                  <a:pt x="348425" y="234982"/>
                </a:cubicBezTo>
                <a:cubicBezTo>
                  <a:pt x="345091" y="234029"/>
                  <a:pt x="341567" y="233553"/>
                  <a:pt x="337947" y="233553"/>
                </a:cubicBezTo>
                <a:cubicBezTo>
                  <a:pt x="331184" y="233553"/>
                  <a:pt x="325565" y="235553"/>
                  <a:pt x="321088" y="239459"/>
                </a:cubicBezTo>
                <a:close/>
              </a:path>
            </a:pathLst>
          </a:custGeom>
          <a:solidFill>
            <a:srgbClr val="211452"/>
          </a:solidFill>
          <a:ln w="9525" cap="flat">
            <a:noFill/>
            <a:prstDash val="solid"/>
            <a:miter/>
          </a:ln>
        </p:spPr>
        <p:txBody>
          <a:bodyPr rtlCol="0" anchor="ctr"/>
          <a:lstStyle/>
          <a:p>
            <a:endParaRPr lang="en-US"/>
          </a:p>
        </p:txBody>
      </p:sp>
      <p:sp>
        <p:nvSpPr>
          <p:cNvPr id="330" name="Grafik 47">
            <a:extLst>
              <a:ext uri="{FF2B5EF4-FFF2-40B4-BE49-F238E27FC236}">
                <a16:creationId xmlns:a16="http://schemas.microsoft.com/office/drawing/2014/main" id="{446E1872-2476-4318-AF6D-73C0903DF2EB}"/>
              </a:ext>
            </a:extLst>
          </p:cNvPr>
          <p:cNvSpPr/>
          <p:nvPr/>
        </p:nvSpPr>
        <p:spPr bwMode="gray">
          <a:xfrm>
            <a:off x="1389190" y="3801490"/>
            <a:ext cx="485775" cy="485775"/>
          </a:xfrm>
          <a:custGeom>
            <a:avLst/>
            <a:gdLst>
              <a:gd name="connsiteX0" fmla="*/ 371475 w 485775"/>
              <a:gd name="connsiteY0" fmla="*/ 242888 h 485775"/>
              <a:gd name="connsiteX1" fmla="*/ 357188 w 485775"/>
              <a:gd name="connsiteY1" fmla="*/ 257175 h 485775"/>
              <a:gd name="connsiteX2" fmla="*/ 357188 w 485775"/>
              <a:gd name="connsiteY2" fmla="*/ 257175 h 485775"/>
              <a:gd name="connsiteX3" fmla="*/ 242888 w 485775"/>
              <a:gd name="connsiteY3" fmla="*/ 257080 h 485775"/>
              <a:gd name="connsiteX4" fmla="*/ 233363 w 485775"/>
              <a:gd name="connsiteY4" fmla="*/ 253365 h 485775"/>
              <a:gd name="connsiteX5" fmla="*/ 232791 w 485775"/>
              <a:gd name="connsiteY5" fmla="*/ 252889 h 485775"/>
              <a:gd name="connsiteX6" fmla="*/ 232124 w 485775"/>
              <a:gd name="connsiteY6" fmla="*/ 252031 h 485775"/>
              <a:gd name="connsiteX7" fmla="*/ 231077 w 485775"/>
              <a:gd name="connsiteY7" fmla="*/ 250698 h 485775"/>
              <a:gd name="connsiteX8" fmla="*/ 230981 w 485775"/>
              <a:gd name="connsiteY8" fmla="*/ 250508 h 485775"/>
              <a:gd name="connsiteX9" fmla="*/ 228600 w 485775"/>
              <a:gd name="connsiteY9" fmla="*/ 242792 h 485775"/>
              <a:gd name="connsiteX10" fmla="*/ 228600 w 485775"/>
              <a:gd name="connsiteY10" fmla="*/ 72390 h 485775"/>
              <a:gd name="connsiteX11" fmla="*/ 242888 w 485775"/>
              <a:gd name="connsiteY11" fmla="*/ 58103 h 485775"/>
              <a:gd name="connsiteX12" fmla="*/ 257175 w 485775"/>
              <a:gd name="connsiteY12" fmla="*/ 72390 h 485775"/>
              <a:gd name="connsiteX13" fmla="*/ 257175 w 485775"/>
              <a:gd name="connsiteY13" fmla="*/ 228505 h 485775"/>
              <a:gd name="connsiteX14" fmla="*/ 357188 w 485775"/>
              <a:gd name="connsiteY14" fmla="*/ 228600 h 485775"/>
              <a:gd name="connsiteX15" fmla="*/ 371475 w 485775"/>
              <a:gd name="connsiteY15" fmla="*/ 242888 h 485775"/>
              <a:gd name="connsiteX16" fmla="*/ 485775 w 485775"/>
              <a:gd name="connsiteY16" fmla="*/ 242888 h 485775"/>
              <a:gd name="connsiteX17" fmla="*/ 242888 w 485775"/>
              <a:gd name="connsiteY17" fmla="*/ 485775 h 485775"/>
              <a:gd name="connsiteX18" fmla="*/ 0 w 485775"/>
              <a:gd name="connsiteY18" fmla="*/ 242888 h 485775"/>
              <a:gd name="connsiteX19" fmla="*/ 242888 w 485775"/>
              <a:gd name="connsiteY19" fmla="*/ 0 h 485775"/>
              <a:gd name="connsiteX20" fmla="*/ 485775 w 485775"/>
              <a:gd name="connsiteY20" fmla="*/ 242888 h 485775"/>
              <a:gd name="connsiteX21" fmla="*/ 457200 w 485775"/>
              <a:gd name="connsiteY21" fmla="*/ 242888 h 485775"/>
              <a:gd name="connsiteX22" fmla="*/ 242888 w 485775"/>
              <a:gd name="connsiteY22" fmla="*/ 28575 h 485775"/>
              <a:gd name="connsiteX23" fmla="*/ 28575 w 485775"/>
              <a:gd name="connsiteY23" fmla="*/ 242888 h 485775"/>
              <a:gd name="connsiteX24" fmla="*/ 242888 w 485775"/>
              <a:gd name="connsiteY24" fmla="*/ 457200 h 485775"/>
              <a:gd name="connsiteX25" fmla="*/ 457200 w 485775"/>
              <a:gd name="connsiteY25" fmla="*/ 242888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5775" h="485775">
                <a:moveTo>
                  <a:pt x="371475" y="242888"/>
                </a:moveTo>
                <a:cubicBezTo>
                  <a:pt x="371475" y="250793"/>
                  <a:pt x="365093" y="257175"/>
                  <a:pt x="357188" y="257175"/>
                </a:cubicBezTo>
                <a:lnTo>
                  <a:pt x="357188" y="257175"/>
                </a:lnTo>
                <a:lnTo>
                  <a:pt x="242888" y="257080"/>
                </a:lnTo>
                <a:cubicBezTo>
                  <a:pt x="239173" y="257080"/>
                  <a:pt x="235839" y="255651"/>
                  <a:pt x="233363" y="253365"/>
                </a:cubicBezTo>
                <a:cubicBezTo>
                  <a:pt x="233172" y="253175"/>
                  <a:pt x="232981" y="253079"/>
                  <a:pt x="232791" y="252889"/>
                </a:cubicBezTo>
                <a:cubicBezTo>
                  <a:pt x="232505" y="252603"/>
                  <a:pt x="232315" y="252317"/>
                  <a:pt x="232124" y="252031"/>
                </a:cubicBezTo>
                <a:cubicBezTo>
                  <a:pt x="231743" y="251651"/>
                  <a:pt x="231362" y="251174"/>
                  <a:pt x="231077" y="250698"/>
                </a:cubicBezTo>
                <a:cubicBezTo>
                  <a:pt x="230981" y="250603"/>
                  <a:pt x="230981" y="250508"/>
                  <a:pt x="230981" y="250508"/>
                </a:cubicBezTo>
                <a:cubicBezTo>
                  <a:pt x="229457" y="248317"/>
                  <a:pt x="228600" y="245650"/>
                  <a:pt x="228600" y="242792"/>
                </a:cubicBezTo>
                <a:lnTo>
                  <a:pt x="228600" y="72390"/>
                </a:lnTo>
                <a:cubicBezTo>
                  <a:pt x="228600" y="64484"/>
                  <a:pt x="234982" y="58103"/>
                  <a:pt x="242888" y="58103"/>
                </a:cubicBezTo>
                <a:cubicBezTo>
                  <a:pt x="250793" y="58103"/>
                  <a:pt x="257175" y="64484"/>
                  <a:pt x="257175" y="72390"/>
                </a:cubicBezTo>
                <a:lnTo>
                  <a:pt x="257175" y="228505"/>
                </a:lnTo>
                <a:lnTo>
                  <a:pt x="357188" y="228600"/>
                </a:lnTo>
                <a:cubicBezTo>
                  <a:pt x="365093" y="228600"/>
                  <a:pt x="371475" y="234982"/>
                  <a:pt x="371475" y="242888"/>
                </a:cubicBezTo>
                <a:close/>
                <a:moveTo>
                  <a:pt x="485775" y="242888"/>
                </a:moveTo>
                <a:cubicBezTo>
                  <a:pt x="485775" y="376809"/>
                  <a:pt x="376809" y="485775"/>
                  <a:pt x="242888" y="485775"/>
                </a:cubicBezTo>
                <a:cubicBezTo>
                  <a:pt x="108966" y="485775"/>
                  <a:pt x="0" y="376809"/>
                  <a:pt x="0" y="242888"/>
                </a:cubicBezTo>
                <a:cubicBezTo>
                  <a:pt x="0" y="108966"/>
                  <a:pt x="108966" y="0"/>
                  <a:pt x="242888" y="0"/>
                </a:cubicBezTo>
                <a:cubicBezTo>
                  <a:pt x="376809" y="0"/>
                  <a:pt x="485775" y="108966"/>
                  <a:pt x="485775" y="242888"/>
                </a:cubicBezTo>
                <a:close/>
                <a:moveTo>
                  <a:pt x="457200" y="242888"/>
                </a:moveTo>
                <a:cubicBezTo>
                  <a:pt x="457200" y="124682"/>
                  <a:pt x="361093" y="28575"/>
                  <a:pt x="242888" y="28575"/>
                </a:cubicBezTo>
                <a:cubicBezTo>
                  <a:pt x="124682" y="28575"/>
                  <a:pt x="28575" y="124682"/>
                  <a:pt x="28575" y="242888"/>
                </a:cubicBezTo>
                <a:cubicBezTo>
                  <a:pt x="28575" y="361093"/>
                  <a:pt x="124682" y="457200"/>
                  <a:pt x="242888" y="457200"/>
                </a:cubicBezTo>
                <a:cubicBezTo>
                  <a:pt x="361093" y="457200"/>
                  <a:pt x="457200" y="361093"/>
                  <a:pt x="457200" y="242888"/>
                </a:cubicBezTo>
                <a:close/>
              </a:path>
            </a:pathLst>
          </a:custGeom>
          <a:solidFill>
            <a:srgbClr val="211452"/>
          </a:solidFill>
          <a:ln w="9525" cap="flat">
            <a:noFill/>
            <a:prstDash val="solid"/>
            <a:miter/>
          </a:ln>
        </p:spPr>
        <p:txBody>
          <a:bodyPr rtlCol="0" anchor="ctr"/>
          <a:lstStyle/>
          <a:p>
            <a:endParaRPr lang="en-US"/>
          </a:p>
        </p:txBody>
      </p:sp>
      <p:sp>
        <p:nvSpPr>
          <p:cNvPr id="331" name="Grafik 57">
            <a:extLst>
              <a:ext uri="{FF2B5EF4-FFF2-40B4-BE49-F238E27FC236}">
                <a16:creationId xmlns:a16="http://schemas.microsoft.com/office/drawing/2014/main" id="{F82A7DC2-041E-45B3-B6EC-5047A7FF6AFF}"/>
              </a:ext>
            </a:extLst>
          </p:cNvPr>
          <p:cNvSpPr/>
          <p:nvPr/>
        </p:nvSpPr>
        <p:spPr bwMode="gray">
          <a:xfrm>
            <a:off x="3251426" y="3831018"/>
            <a:ext cx="461105" cy="456247"/>
          </a:xfrm>
          <a:custGeom>
            <a:avLst/>
            <a:gdLst>
              <a:gd name="connsiteX0" fmla="*/ 112871 w 461105"/>
              <a:gd name="connsiteY0" fmla="*/ 311658 h 456247"/>
              <a:gd name="connsiteX1" fmla="*/ 112871 w 461105"/>
              <a:gd name="connsiteY1" fmla="*/ 395478 h 456247"/>
              <a:gd name="connsiteX2" fmla="*/ 98489 w 461105"/>
              <a:gd name="connsiteY2" fmla="*/ 409861 h 456247"/>
              <a:gd name="connsiteX3" fmla="*/ 14383 w 461105"/>
              <a:gd name="connsiteY3" fmla="*/ 409861 h 456247"/>
              <a:gd name="connsiteX4" fmla="*/ 0 w 461105"/>
              <a:gd name="connsiteY4" fmla="*/ 395383 h 456247"/>
              <a:gd name="connsiteX5" fmla="*/ 14383 w 461105"/>
              <a:gd name="connsiteY5" fmla="*/ 381000 h 456247"/>
              <a:gd name="connsiteX6" fmla="*/ 60389 w 461105"/>
              <a:gd name="connsiteY6" fmla="*/ 381000 h 456247"/>
              <a:gd name="connsiteX7" fmla="*/ 1524 w 461105"/>
              <a:gd name="connsiteY7" fmla="*/ 228124 h 456247"/>
              <a:gd name="connsiteX8" fmla="*/ 229743 w 461105"/>
              <a:gd name="connsiteY8" fmla="*/ 0 h 456247"/>
              <a:gd name="connsiteX9" fmla="*/ 293751 w 461105"/>
              <a:gd name="connsiteY9" fmla="*/ 9144 h 456247"/>
              <a:gd name="connsiteX10" fmla="*/ 303562 w 461105"/>
              <a:gd name="connsiteY10" fmla="*/ 27051 h 456247"/>
              <a:gd name="connsiteX11" fmla="*/ 296609 w 461105"/>
              <a:gd name="connsiteY11" fmla="*/ 35624 h 456247"/>
              <a:gd name="connsiteX12" fmla="*/ 285655 w 461105"/>
              <a:gd name="connsiteY12" fmla="*/ 36862 h 456247"/>
              <a:gd name="connsiteX13" fmla="*/ 229743 w 461105"/>
              <a:gd name="connsiteY13" fmla="*/ 28956 h 456247"/>
              <a:gd name="connsiteX14" fmla="*/ 30480 w 461105"/>
              <a:gd name="connsiteY14" fmla="*/ 228124 h 456247"/>
              <a:gd name="connsiteX15" fmla="*/ 84011 w 461105"/>
              <a:gd name="connsiteY15" fmla="*/ 363665 h 456247"/>
              <a:gd name="connsiteX16" fmla="*/ 84011 w 461105"/>
              <a:gd name="connsiteY16" fmla="*/ 311563 h 456247"/>
              <a:gd name="connsiteX17" fmla="*/ 98393 w 461105"/>
              <a:gd name="connsiteY17" fmla="*/ 297180 h 456247"/>
              <a:gd name="connsiteX18" fmla="*/ 108585 w 461105"/>
              <a:gd name="connsiteY18" fmla="*/ 301371 h 456247"/>
              <a:gd name="connsiteX19" fmla="*/ 112871 w 461105"/>
              <a:gd name="connsiteY19" fmla="*/ 311658 h 456247"/>
              <a:gd name="connsiteX20" fmla="*/ 447199 w 461105"/>
              <a:gd name="connsiteY20" fmla="*/ 75248 h 456247"/>
              <a:gd name="connsiteX21" fmla="*/ 447199 w 461105"/>
              <a:gd name="connsiteY21" fmla="*/ 75248 h 456247"/>
              <a:gd name="connsiteX22" fmla="*/ 461105 w 461105"/>
              <a:gd name="connsiteY22" fmla="*/ 60865 h 456247"/>
              <a:gd name="connsiteX23" fmla="*/ 446723 w 461105"/>
              <a:gd name="connsiteY23" fmla="*/ 46482 h 456247"/>
              <a:gd name="connsiteX24" fmla="*/ 362712 w 461105"/>
              <a:gd name="connsiteY24" fmla="*/ 46482 h 456247"/>
              <a:gd name="connsiteX25" fmla="*/ 362236 w 461105"/>
              <a:gd name="connsiteY25" fmla="*/ 46482 h 456247"/>
              <a:gd name="connsiteX26" fmla="*/ 361950 w 461105"/>
              <a:gd name="connsiteY26" fmla="*/ 46482 h 456247"/>
              <a:gd name="connsiteX27" fmla="*/ 360521 w 461105"/>
              <a:gd name="connsiteY27" fmla="*/ 46673 h 456247"/>
              <a:gd name="connsiteX28" fmla="*/ 359855 w 461105"/>
              <a:gd name="connsiteY28" fmla="*/ 46768 h 456247"/>
              <a:gd name="connsiteX29" fmla="*/ 359569 w 461105"/>
              <a:gd name="connsiteY29" fmla="*/ 46863 h 456247"/>
              <a:gd name="connsiteX30" fmla="*/ 359474 w 461105"/>
              <a:gd name="connsiteY30" fmla="*/ 46863 h 456247"/>
              <a:gd name="connsiteX31" fmla="*/ 355568 w 461105"/>
              <a:gd name="connsiteY31" fmla="*/ 48387 h 456247"/>
              <a:gd name="connsiteX32" fmla="*/ 355187 w 461105"/>
              <a:gd name="connsiteY32" fmla="*/ 48578 h 456247"/>
              <a:gd name="connsiteX33" fmla="*/ 354997 w 461105"/>
              <a:gd name="connsiteY33" fmla="*/ 48673 h 456247"/>
              <a:gd name="connsiteX34" fmla="*/ 351758 w 461105"/>
              <a:gd name="connsiteY34" fmla="*/ 51435 h 456247"/>
              <a:gd name="connsiteX35" fmla="*/ 351568 w 461105"/>
              <a:gd name="connsiteY35" fmla="*/ 51626 h 456247"/>
              <a:gd name="connsiteX36" fmla="*/ 351473 w 461105"/>
              <a:gd name="connsiteY36" fmla="*/ 51816 h 456247"/>
              <a:gd name="connsiteX37" fmla="*/ 349472 w 461105"/>
              <a:gd name="connsiteY37" fmla="*/ 55436 h 456247"/>
              <a:gd name="connsiteX38" fmla="*/ 349377 w 461105"/>
              <a:gd name="connsiteY38" fmla="*/ 55626 h 456247"/>
              <a:gd name="connsiteX39" fmla="*/ 349187 w 461105"/>
              <a:gd name="connsiteY39" fmla="*/ 56198 h 456247"/>
              <a:gd name="connsiteX40" fmla="*/ 348425 w 461105"/>
              <a:gd name="connsiteY40" fmla="*/ 60579 h 456247"/>
              <a:gd name="connsiteX41" fmla="*/ 348425 w 461105"/>
              <a:gd name="connsiteY41" fmla="*/ 60865 h 456247"/>
              <a:gd name="connsiteX42" fmla="*/ 348425 w 461105"/>
              <a:gd name="connsiteY42" fmla="*/ 144590 h 456247"/>
              <a:gd name="connsiteX43" fmla="*/ 362807 w 461105"/>
              <a:gd name="connsiteY43" fmla="*/ 158972 h 456247"/>
              <a:gd name="connsiteX44" fmla="*/ 377190 w 461105"/>
              <a:gd name="connsiteY44" fmla="*/ 144590 h 456247"/>
              <a:gd name="connsiteX45" fmla="*/ 377190 w 461105"/>
              <a:gd name="connsiteY45" fmla="*/ 94393 h 456247"/>
              <a:gd name="connsiteX46" fmla="*/ 429101 w 461105"/>
              <a:gd name="connsiteY46" fmla="*/ 228124 h 456247"/>
              <a:gd name="connsiteX47" fmla="*/ 229838 w 461105"/>
              <a:gd name="connsiteY47" fmla="*/ 427387 h 456247"/>
              <a:gd name="connsiteX48" fmla="*/ 173927 w 461105"/>
              <a:gd name="connsiteY48" fmla="*/ 419481 h 456247"/>
              <a:gd name="connsiteX49" fmla="*/ 162973 w 461105"/>
              <a:gd name="connsiteY49" fmla="*/ 420719 h 456247"/>
              <a:gd name="connsiteX50" fmla="*/ 156019 w 461105"/>
              <a:gd name="connsiteY50" fmla="*/ 429292 h 456247"/>
              <a:gd name="connsiteX51" fmla="*/ 157258 w 461105"/>
              <a:gd name="connsiteY51" fmla="*/ 440246 h 456247"/>
              <a:gd name="connsiteX52" fmla="*/ 165830 w 461105"/>
              <a:gd name="connsiteY52" fmla="*/ 447104 h 456247"/>
              <a:gd name="connsiteX53" fmla="*/ 229838 w 461105"/>
              <a:gd name="connsiteY53" fmla="*/ 456248 h 456247"/>
              <a:gd name="connsiteX54" fmla="*/ 457962 w 461105"/>
              <a:gd name="connsiteY54" fmla="*/ 228124 h 456247"/>
              <a:gd name="connsiteX55" fmla="*/ 399098 w 461105"/>
              <a:gd name="connsiteY55" fmla="*/ 75248 h 456247"/>
              <a:gd name="connsiteX56" fmla="*/ 447199 w 461105"/>
              <a:gd name="connsiteY56" fmla="*/ 75248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61105" h="456247">
                <a:moveTo>
                  <a:pt x="112871" y="311658"/>
                </a:moveTo>
                <a:lnTo>
                  <a:pt x="112871" y="395478"/>
                </a:lnTo>
                <a:cubicBezTo>
                  <a:pt x="112871" y="403384"/>
                  <a:pt x="106394" y="409861"/>
                  <a:pt x="98489" y="409861"/>
                </a:cubicBezTo>
                <a:lnTo>
                  <a:pt x="14383" y="409861"/>
                </a:lnTo>
                <a:cubicBezTo>
                  <a:pt x="6477" y="409861"/>
                  <a:pt x="0" y="403384"/>
                  <a:pt x="0" y="395383"/>
                </a:cubicBezTo>
                <a:cubicBezTo>
                  <a:pt x="0" y="387382"/>
                  <a:pt x="6477" y="381000"/>
                  <a:pt x="14383" y="381000"/>
                </a:cubicBezTo>
                <a:lnTo>
                  <a:pt x="60389" y="381000"/>
                </a:lnTo>
                <a:cubicBezTo>
                  <a:pt x="22479" y="339090"/>
                  <a:pt x="1524" y="284798"/>
                  <a:pt x="1524" y="228124"/>
                </a:cubicBezTo>
                <a:cubicBezTo>
                  <a:pt x="1619" y="102299"/>
                  <a:pt x="104013" y="0"/>
                  <a:pt x="229743" y="0"/>
                </a:cubicBezTo>
                <a:cubicBezTo>
                  <a:pt x="251460" y="0"/>
                  <a:pt x="273082" y="3048"/>
                  <a:pt x="293751" y="9144"/>
                </a:cubicBezTo>
                <a:cubicBezTo>
                  <a:pt x="301371" y="11335"/>
                  <a:pt x="305753" y="19431"/>
                  <a:pt x="303562" y="27051"/>
                </a:cubicBezTo>
                <a:cubicBezTo>
                  <a:pt x="302514" y="30766"/>
                  <a:pt x="300038" y="33814"/>
                  <a:pt x="296609" y="35624"/>
                </a:cubicBezTo>
                <a:cubicBezTo>
                  <a:pt x="293275" y="37433"/>
                  <a:pt x="289370" y="37910"/>
                  <a:pt x="285655" y="36862"/>
                </a:cubicBezTo>
                <a:cubicBezTo>
                  <a:pt x="267557" y="31623"/>
                  <a:pt x="248793" y="28956"/>
                  <a:pt x="229743" y="28956"/>
                </a:cubicBezTo>
                <a:cubicBezTo>
                  <a:pt x="119920" y="28861"/>
                  <a:pt x="30480" y="118205"/>
                  <a:pt x="30480" y="228124"/>
                </a:cubicBezTo>
                <a:cubicBezTo>
                  <a:pt x="30480" y="278511"/>
                  <a:pt x="49435" y="326708"/>
                  <a:pt x="84011" y="363665"/>
                </a:cubicBezTo>
                <a:lnTo>
                  <a:pt x="84011" y="311563"/>
                </a:lnTo>
                <a:cubicBezTo>
                  <a:pt x="84011" y="303657"/>
                  <a:pt x="90488" y="297180"/>
                  <a:pt x="98393" y="297180"/>
                </a:cubicBezTo>
                <a:cubicBezTo>
                  <a:pt x="102203" y="297180"/>
                  <a:pt x="105918" y="298704"/>
                  <a:pt x="108585" y="301371"/>
                </a:cubicBezTo>
                <a:cubicBezTo>
                  <a:pt x="111347" y="304133"/>
                  <a:pt x="112871" y="307753"/>
                  <a:pt x="112871" y="311658"/>
                </a:cubicBezTo>
                <a:close/>
                <a:moveTo>
                  <a:pt x="447199" y="75248"/>
                </a:moveTo>
                <a:lnTo>
                  <a:pt x="447199" y="75248"/>
                </a:lnTo>
                <a:cubicBezTo>
                  <a:pt x="454914" y="74962"/>
                  <a:pt x="461105" y="68580"/>
                  <a:pt x="461105" y="60865"/>
                </a:cubicBezTo>
                <a:cubicBezTo>
                  <a:pt x="461105" y="52959"/>
                  <a:pt x="454628" y="46482"/>
                  <a:pt x="446723" y="46482"/>
                </a:cubicBezTo>
                <a:lnTo>
                  <a:pt x="362712" y="46482"/>
                </a:lnTo>
                <a:cubicBezTo>
                  <a:pt x="362522" y="46482"/>
                  <a:pt x="362331" y="46482"/>
                  <a:pt x="362236" y="46482"/>
                </a:cubicBezTo>
                <a:cubicBezTo>
                  <a:pt x="362141" y="46482"/>
                  <a:pt x="362045" y="46482"/>
                  <a:pt x="361950" y="46482"/>
                </a:cubicBezTo>
                <a:cubicBezTo>
                  <a:pt x="361474" y="46482"/>
                  <a:pt x="360998" y="46577"/>
                  <a:pt x="360521" y="46673"/>
                </a:cubicBezTo>
                <a:cubicBezTo>
                  <a:pt x="360331" y="46673"/>
                  <a:pt x="360045" y="46673"/>
                  <a:pt x="359855" y="46768"/>
                </a:cubicBezTo>
                <a:cubicBezTo>
                  <a:pt x="359759" y="46768"/>
                  <a:pt x="359664" y="46863"/>
                  <a:pt x="359569" y="46863"/>
                </a:cubicBezTo>
                <a:lnTo>
                  <a:pt x="359474" y="46863"/>
                </a:lnTo>
                <a:cubicBezTo>
                  <a:pt x="358045" y="47244"/>
                  <a:pt x="356711" y="47720"/>
                  <a:pt x="355568" y="48387"/>
                </a:cubicBezTo>
                <a:cubicBezTo>
                  <a:pt x="355473" y="48482"/>
                  <a:pt x="355283" y="48578"/>
                  <a:pt x="355187" y="48578"/>
                </a:cubicBezTo>
                <a:lnTo>
                  <a:pt x="354997" y="48673"/>
                </a:lnTo>
                <a:cubicBezTo>
                  <a:pt x="353759" y="49435"/>
                  <a:pt x="352711" y="50387"/>
                  <a:pt x="351758" y="51435"/>
                </a:cubicBezTo>
                <a:cubicBezTo>
                  <a:pt x="351663" y="51530"/>
                  <a:pt x="351663" y="51530"/>
                  <a:pt x="351568" y="51626"/>
                </a:cubicBezTo>
                <a:lnTo>
                  <a:pt x="351473" y="51816"/>
                </a:lnTo>
                <a:cubicBezTo>
                  <a:pt x="350711" y="52864"/>
                  <a:pt x="350044" y="54007"/>
                  <a:pt x="349472" y="55436"/>
                </a:cubicBezTo>
                <a:lnTo>
                  <a:pt x="349377" y="55626"/>
                </a:lnTo>
                <a:cubicBezTo>
                  <a:pt x="349282" y="55817"/>
                  <a:pt x="349187" y="56007"/>
                  <a:pt x="349187" y="56198"/>
                </a:cubicBezTo>
                <a:cubicBezTo>
                  <a:pt x="348710" y="57531"/>
                  <a:pt x="348425" y="58960"/>
                  <a:pt x="348425" y="60579"/>
                </a:cubicBezTo>
                <a:cubicBezTo>
                  <a:pt x="348425" y="60674"/>
                  <a:pt x="348425" y="60770"/>
                  <a:pt x="348425" y="60865"/>
                </a:cubicBezTo>
                <a:lnTo>
                  <a:pt x="348425" y="144590"/>
                </a:lnTo>
                <a:cubicBezTo>
                  <a:pt x="348425" y="152495"/>
                  <a:pt x="354901" y="158972"/>
                  <a:pt x="362807" y="158972"/>
                </a:cubicBezTo>
                <a:cubicBezTo>
                  <a:pt x="370713" y="158972"/>
                  <a:pt x="377190" y="152495"/>
                  <a:pt x="377190" y="144590"/>
                </a:cubicBezTo>
                <a:lnTo>
                  <a:pt x="377190" y="94393"/>
                </a:lnTo>
                <a:cubicBezTo>
                  <a:pt x="410623" y="131255"/>
                  <a:pt x="429101" y="178689"/>
                  <a:pt x="429101" y="228124"/>
                </a:cubicBezTo>
                <a:cubicBezTo>
                  <a:pt x="429101" y="338042"/>
                  <a:pt x="339662" y="427387"/>
                  <a:pt x="229838" y="427387"/>
                </a:cubicBezTo>
                <a:cubicBezTo>
                  <a:pt x="210788" y="427387"/>
                  <a:pt x="192024" y="424720"/>
                  <a:pt x="173927" y="419481"/>
                </a:cubicBezTo>
                <a:cubicBezTo>
                  <a:pt x="170212" y="418433"/>
                  <a:pt x="166306" y="418814"/>
                  <a:pt x="162973" y="420719"/>
                </a:cubicBezTo>
                <a:cubicBezTo>
                  <a:pt x="159639" y="422529"/>
                  <a:pt x="157163" y="425577"/>
                  <a:pt x="156019" y="429292"/>
                </a:cubicBezTo>
                <a:cubicBezTo>
                  <a:pt x="154972" y="433007"/>
                  <a:pt x="155353" y="436912"/>
                  <a:pt x="157258" y="440246"/>
                </a:cubicBezTo>
                <a:cubicBezTo>
                  <a:pt x="159068" y="443579"/>
                  <a:pt x="162211" y="446056"/>
                  <a:pt x="165830" y="447104"/>
                </a:cubicBezTo>
                <a:cubicBezTo>
                  <a:pt x="186595" y="453104"/>
                  <a:pt x="208121" y="456248"/>
                  <a:pt x="229838" y="456248"/>
                </a:cubicBezTo>
                <a:cubicBezTo>
                  <a:pt x="355664" y="456248"/>
                  <a:pt x="457962" y="353949"/>
                  <a:pt x="457962" y="228124"/>
                </a:cubicBezTo>
                <a:cubicBezTo>
                  <a:pt x="457962" y="171450"/>
                  <a:pt x="437102" y="117158"/>
                  <a:pt x="399098" y="75248"/>
                </a:cubicBezTo>
                <a:lnTo>
                  <a:pt x="447199" y="75248"/>
                </a:lnTo>
                <a:close/>
              </a:path>
            </a:pathLst>
          </a:custGeom>
          <a:solidFill>
            <a:srgbClr val="211452"/>
          </a:solidFill>
          <a:ln w="9525" cap="flat">
            <a:noFill/>
            <a:prstDash val="solid"/>
            <a:miter/>
          </a:ln>
        </p:spPr>
        <p:txBody>
          <a:bodyPr rtlCol="0" anchor="ctr"/>
          <a:lstStyle/>
          <a:p>
            <a:endParaRPr lang="en-US"/>
          </a:p>
        </p:txBody>
      </p:sp>
      <p:sp>
        <p:nvSpPr>
          <p:cNvPr id="332" name="Grafik 58">
            <a:extLst>
              <a:ext uri="{FF2B5EF4-FFF2-40B4-BE49-F238E27FC236}">
                <a16:creationId xmlns:a16="http://schemas.microsoft.com/office/drawing/2014/main" id="{6E8892A3-6FAD-49D4-8DCE-40E7D3FA0A81}"/>
              </a:ext>
            </a:extLst>
          </p:cNvPr>
          <p:cNvSpPr/>
          <p:nvPr/>
        </p:nvSpPr>
        <p:spPr bwMode="gray">
          <a:xfrm>
            <a:off x="510325" y="3801681"/>
            <a:ext cx="485584" cy="485584"/>
          </a:xfrm>
          <a:custGeom>
            <a:avLst/>
            <a:gdLst>
              <a:gd name="connsiteX0" fmla="*/ 275558 w 485584"/>
              <a:gd name="connsiteY0" fmla="*/ 454533 h 485584"/>
              <a:gd name="connsiteX1" fmla="*/ 301943 w 485584"/>
              <a:gd name="connsiteY1" fmla="*/ 478250 h 485584"/>
              <a:gd name="connsiteX2" fmla="*/ 242697 w 485584"/>
              <a:gd name="connsiteY2" fmla="*/ 485585 h 485584"/>
              <a:gd name="connsiteX3" fmla="*/ 0 w 485584"/>
              <a:gd name="connsiteY3" fmla="*/ 242792 h 485584"/>
              <a:gd name="connsiteX4" fmla="*/ 242792 w 485584"/>
              <a:gd name="connsiteY4" fmla="*/ 0 h 485584"/>
              <a:gd name="connsiteX5" fmla="*/ 485585 w 485584"/>
              <a:gd name="connsiteY5" fmla="*/ 242792 h 485584"/>
              <a:gd name="connsiteX6" fmla="*/ 453581 w 485584"/>
              <a:gd name="connsiteY6" fmla="*/ 362998 h 485584"/>
              <a:gd name="connsiteX7" fmla="*/ 420053 w 485584"/>
              <a:gd name="connsiteY7" fmla="*/ 362998 h 485584"/>
              <a:gd name="connsiteX8" fmla="*/ 457010 w 485584"/>
              <a:gd name="connsiteY8" fmla="*/ 242792 h 485584"/>
              <a:gd name="connsiteX9" fmla="*/ 242792 w 485584"/>
              <a:gd name="connsiteY9" fmla="*/ 28575 h 485584"/>
              <a:gd name="connsiteX10" fmla="*/ 28575 w 485584"/>
              <a:gd name="connsiteY10" fmla="*/ 242792 h 485584"/>
              <a:gd name="connsiteX11" fmla="*/ 242792 w 485584"/>
              <a:gd name="connsiteY11" fmla="*/ 457010 h 485584"/>
              <a:gd name="connsiteX12" fmla="*/ 275558 w 485584"/>
              <a:gd name="connsiteY12" fmla="*/ 454533 h 485584"/>
              <a:gd name="connsiteX13" fmla="*/ 249650 w 485584"/>
              <a:gd name="connsiteY13" fmla="*/ 177451 h 485584"/>
              <a:gd name="connsiteX14" fmla="*/ 265081 w 485584"/>
              <a:gd name="connsiteY14" fmla="*/ 179642 h 485584"/>
              <a:gd name="connsiteX15" fmla="*/ 281083 w 485584"/>
              <a:gd name="connsiteY15" fmla="*/ 185642 h 485584"/>
              <a:gd name="connsiteX16" fmla="*/ 293275 w 485584"/>
              <a:gd name="connsiteY16" fmla="*/ 156972 h 485584"/>
              <a:gd name="connsiteX17" fmla="*/ 272891 w 485584"/>
              <a:gd name="connsiteY17" fmla="*/ 149447 h 485584"/>
              <a:gd name="connsiteX18" fmla="*/ 249650 w 485584"/>
              <a:gd name="connsiteY18" fmla="*/ 146780 h 485584"/>
              <a:gd name="connsiteX19" fmla="*/ 214122 w 485584"/>
              <a:gd name="connsiteY19" fmla="*/ 154496 h 485584"/>
              <a:gd name="connsiteX20" fmla="*/ 188309 w 485584"/>
              <a:gd name="connsiteY20" fmla="*/ 176689 h 485584"/>
              <a:gd name="connsiteX21" fmla="*/ 174879 w 485584"/>
              <a:gd name="connsiteY21" fmla="*/ 211455 h 485584"/>
              <a:gd name="connsiteX22" fmla="*/ 158401 w 485584"/>
              <a:gd name="connsiteY22" fmla="*/ 211455 h 485584"/>
              <a:gd name="connsiteX23" fmla="*/ 158401 w 485584"/>
              <a:gd name="connsiteY23" fmla="*/ 233267 h 485584"/>
              <a:gd name="connsiteX24" fmla="*/ 172879 w 485584"/>
              <a:gd name="connsiteY24" fmla="*/ 233267 h 485584"/>
              <a:gd name="connsiteX25" fmla="*/ 172593 w 485584"/>
              <a:gd name="connsiteY25" fmla="*/ 236030 h 485584"/>
              <a:gd name="connsiteX26" fmla="*/ 172593 w 485584"/>
              <a:gd name="connsiteY26" fmla="*/ 239840 h 485584"/>
              <a:gd name="connsiteX27" fmla="*/ 173069 w 485584"/>
              <a:gd name="connsiteY27" fmla="*/ 247460 h 485584"/>
              <a:gd name="connsiteX28" fmla="*/ 158401 w 485584"/>
              <a:gd name="connsiteY28" fmla="*/ 247460 h 485584"/>
              <a:gd name="connsiteX29" fmla="*/ 158401 w 485584"/>
              <a:gd name="connsiteY29" fmla="*/ 269558 h 485584"/>
              <a:gd name="connsiteX30" fmla="*/ 175355 w 485584"/>
              <a:gd name="connsiteY30" fmla="*/ 269558 h 485584"/>
              <a:gd name="connsiteX31" fmla="*/ 200501 w 485584"/>
              <a:gd name="connsiteY31" fmla="*/ 315563 h 485584"/>
              <a:gd name="connsiteX32" fmla="*/ 249936 w 485584"/>
              <a:gd name="connsiteY32" fmla="*/ 331661 h 485584"/>
              <a:gd name="connsiteX33" fmla="*/ 270320 w 485584"/>
              <a:gd name="connsiteY33" fmla="*/ 329756 h 485584"/>
              <a:gd name="connsiteX34" fmla="*/ 286131 w 485584"/>
              <a:gd name="connsiteY34" fmla="*/ 324326 h 485584"/>
              <a:gd name="connsiteX35" fmla="*/ 286131 w 485584"/>
              <a:gd name="connsiteY35" fmla="*/ 292608 h 485584"/>
              <a:gd name="connsiteX36" fmla="*/ 270320 w 485584"/>
              <a:gd name="connsiteY36" fmla="*/ 297847 h 485584"/>
              <a:gd name="connsiteX37" fmla="*/ 252222 w 485584"/>
              <a:gd name="connsiteY37" fmla="*/ 299752 h 485584"/>
              <a:gd name="connsiteX38" fmla="*/ 212408 w 485584"/>
              <a:gd name="connsiteY38" fmla="*/ 269558 h 485584"/>
              <a:gd name="connsiteX39" fmla="*/ 254222 w 485584"/>
              <a:gd name="connsiteY39" fmla="*/ 269558 h 485584"/>
              <a:gd name="connsiteX40" fmla="*/ 254222 w 485584"/>
              <a:gd name="connsiteY40" fmla="*/ 247460 h 485584"/>
              <a:gd name="connsiteX41" fmla="*/ 210312 w 485584"/>
              <a:gd name="connsiteY41" fmla="*/ 247460 h 485584"/>
              <a:gd name="connsiteX42" fmla="*/ 210026 w 485584"/>
              <a:gd name="connsiteY42" fmla="*/ 243650 h 485584"/>
              <a:gd name="connsiteX43" fmla="*/ 210026 w 485584"/>
              <a:gd name="connsiteY43" fmla="*/ 239840 h 485584"/>
              <a:gd name="connsiteX44" fmla="*/ 210122 w 485584"/>
              <a:gd name="connsiteY44" fmla="*/ 235934 h 485584"/>
              <a:gd name="connsiteX45" fmla="*/ 210217 w 485584"/>
              <a:gd name="connsiteY45" fmla="*/ 233267 h 485584"/>
              <a:gd name="connsiteX46" fmla="*/ 261938 w 485584"/>
              <a:gd name="connsiteY46" fmla="*/ 233267 h 485584"/>
              <a:gd name="connsiteX47" fmla="*/ 261938 w 485584"/>
              <a:gd name="connsiteY47" fmla="*/ 211455 h 485584"/>
              <a:gd name="connsiteX48" fmla="*/ 211931 w 485584"/>
              <a:gd name="connsiteY48" fmla="*/ 211455 h 485584"/>
              <a:gd name="connsiteX49" fmla="*/ 224600 w 485584"/>
              <a:gd name="connsiteY49" fmla="*/ 186214 h 485584"/>
              <a:gd name="connsiteX50" fmla="*/ 249650 w 485584"/>
              <a:gd name="connsiteY50" fmla="*/ 177451 h 485584"/>
              <a:gd name="connsiteX51" fmla="*/ 428625 w 485584"/>
              <a:gd name="connsiteY51" fmla="*/ 391573 h 485584"/>
              <a:gd name="connsiteX52" fmla="*/ 385763 w 485584"/>
              <a:gd name="connsiteY52" fmla="*/ 391478 h 485584"/>
              <a:gd name="connsiteX53" fmla="*/ 385763 w 485584"/>
              <a:gd name="connsiteY53" fmla="*/ 290703 h 485584"/>
              <a:gd name="connsiteX54" fmla="*/ 357188 w 485584"/>
              <a:gd name="connsiteY54" fmla="*/ 262128 h 485584"/>
              <a:gd name="connsiteX55" fmla="*/ 328613 w 485584"/>
              <a:gd name="connsiteY55" fmla="*/ 290703 h 485584"/>
              <a:gd name="connsiteX56" fmla="*/ 328613 w 485584"/>
              <a:gd name="connsiteY56" fmla="*/ 391382 h 485584"/>
              <a:gd name="connsiteX57" fmla="*/ 285369 w 485584"/>
              <a:gd name="connsiteY57" fmla="*/ 391287 h 485584"/>
              <a:gd name="connsiteX58" fmla="*/ 285369 w 485584"/>
              <a:gd name="connsiteY58" fmla="*/ 391287 h 485584"/>
              <a:gd name="connsiteX59" fmla="*/ 272034 w 485584"/>
              <a:gd name="connsiteY59" fmla="*/ 400431 h 485584"/>
              <a:gd name="connsiteX60" fmla="*/ 275844 w 485584"/>
              <a:gd name="connsiteY60" fmla="*/ 416147 h 485584"/>
              <a:gd name="connsiteX61" fmla="*/ 347758 w 485584"/>
              <a:gd name="connsiteY61" fmla="*/ 480727 h 485584"/>
              <a:gd name="connsiteX62" fmla="*/ 357283 w 485584"/>
              <a:gd name="connsiteY62" fmla="*/ 484346 h 485584"/>
              <a:gd name="connsiteX63" fmla="*/ 366808 w 485584"/>
              <a:gd name="connsiteY63" fmla="*/ 480727 h 485584"/>
              <a:gd name="connsiteX64" fmla="*/ 438245 w 485584"/>
              <a:gd name="connsiteY64" fmla="*/ 416433 h 485584"/>
              <a:gd name="connsiteX65" fmla="*/ 442055 w 485584"/>
              <a:gd name="connsiteY65" fmla="*/ 400717 h 485584"/>
              <a:gd name="connsiteX66" fmla="*/ 428625 w 485584"/>
              <a:gd name="connsiteY66" fmla="*/ 391573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85584" h="485584">
                <a:moveTo>
                  <a:pt x="275558" y="454533"/>
                </a:moveTo>
                <a:lnTo>
                  <a:pt x="301943" y="478250"/>
                </a:lnTo>
                <a:cubicBezTo>
                  <a:pt x="282988" y="483013"/>
                  <a:pt x="263176" y="485585"/>
                  <a:pt x="242697" y="485585"/>
                </a:cubicBezTo>
                <a:cubicBezTo>
                  <a:pt x="108871" y="485585"/>
                  <a:pt x="0" y="376619"/>
                  <a:pt x="0" y="242792"/>
                </a:cubicBezTo>
                <a:cubicBezTo>
                  <a:pt x="0" y="108871"/>
                  <a:pt x="108871" y="0"/>
                  <a:pt x="242792" y="0"/>
                </a:cubicBezTo>
                <a:cubicBezTo>
                  <a:pt x="376714" y="0"/>
                  <a:pt x="485585" y="108871"/>
                  <a:pt x="485585" y="242792"/>
                </a:cubicBezTo>
                <a:cubicBezTo>
                  <a:pt x="485585" y="286512"/>
                  <a:pt x="473869" y="327470"/>
                  <a:pt x="453581" y="362998"/>
                </a:cubicBezTo>
                <a:lnTo>
                  <a:pt x="420053" y="362998"/>
                </a:lnTo>
                <a:cubicBezTo>
                  <a:pt x="443389" y="328708"/>
                  <a:pt x="457010" y="287369"/>
                  <a:pt x="457010" y="242792"/>
                </a:cubicBezTo>
                <a:cubicBezTo>
                  <a:pt x="457010" y="124682"/>
                  <a:pt x="360902" y="28575"/>
                  <a:pt x="242792" y="28575"/>
                </a:cubicBezTo>
                <a:cubicBezTo>
                  <a:pt x="124682" y="28575"/>
                  <a:pt x="28575" y="124682"/>
                  <a:pt x="28575" y="242792"/>
                </a:cubicBezTo>
                <a:cubicBezTo>
                  <a:pt x="28575" y="360902"/>
                  <a:pt x="124682" y="457010"/>
                  <a:pt x="242792" y="457010"/>
                </a:cubicBezTo>
                <a:cubicBezTo>
                  <a:pt x="253937" y="457010"/>
                  <a:pt x="264890" y="456152"/>
                  <a:pt x="275558" y="454533"/>
                </a:cubicBezTo>
                <a:close/>
                <a:moveTo>
                  <a:pt x="249650" y="177451"/>
                </a:moveTo>
                <a:cubicBezTo>
                  <a:pt x="255080" y="177451"/>
                  <a:pt x="260223" y="178213"/>
                  <a:pt x="265081" y="179642"/>
                </a:cubicBezTo>
                <a:cubicBezTo>
                  <a:pt x="269939" y="181070"/>
                  <a:pt x="275273" y="183071"/>
                  <a:pt x="281083" y="185642"/>
                </a:cubicBezTo>
                <a:lnTo>
                  <a:pt x="293275" y="156972"/>
                </a:lnTo>
                <a:cubicBezTo>
                  <a:pt x="286703" y="153734"/>
                  <a:pt x="279845" y="151257"/>
                  <a:pt x="272891" y="149447"/>
                </a:cubicBezTo>
                <a:cubicBezTo>
                  <a:pt x="265938" y="147638"/>
                  <a:pt x="258128" y="146780"/>
                  <a:pt x="249650" y="146780"/>
                </a:cubicBezTo>
                <a:cubicBezTo>
                  <a:pt x="236506" y="146780"/>
                  <a:pt x="224600" y="149352"/>
                  <a:pt x="214122" y="154496"/>
                </a:cubicBezTo>
                <a:cubicBezTo>
                  <a:pt x="203644" y="159639"/>
                  <a:pt x="194977" y="167069"/>
                  <a:pt x="188309" y="176689"/>
                </a:cubicBezTo>
                <a:cubicBezTo>
                  <a:pt x="181547" y="186309"/>
                  <a:pt x="177070" y="197930"/>
                  <a:pt x="174879" y="211455"/>
                </a:cubicBezTo>
                <a:lnTo>
                  <a:pt x="158401" y="211455"/>
                </a:lnTo>
                <a:lnTo>
                  <a:pt x="158401" y="233267"/>
                </a:lnTo>
                <a:lnTo>
                  <a:pt x="172879" y="233267"/>
                </a:lnTo>
                <a:cubicBezTo>
                  <a:pt x="172688" y="233934"/>
                  <a:pt x="172593" y="234887"/>
                  <a:pt x="172593" y="236030"/>
                </a:cubicBezTo>
                <a:cubicBezTo>
                  <a:pt x="172593" y="237268"/>
                  <a:pt x="172593" y="238506"/>
                  <a:pt x="172593" y="239840"/>
                </a:cubicBezTo>
                <a:cubicBezTo>
                  <a:pt x="172593" y="242506"/>
                  <a:pt x="172784" y="245078"/>
                  <a:pt x="173069" y="247460"/>
                </a:cubicBezTo>
                <a:lnTo>
                  <a:pt x="158401" y="247460"/>
                </a:lnTo>
                <a:lnTo>
                  <a:pt x="158401" y="269558"/>
                </a:lnTo>
                <a:lnTo>
                  <a:pt x="175355" y="269558"/>
                </a:lnTo>
                <a:cubicBezTo>
                  <a:pt x="178880" y="289465"/>
                  <a:pt x="187262" y="304895"/>
                  <a:pt x="200501" y="315563"/>
                </a:cubicBezTo>
                <a:cubicBezTo>
                  <a:pt x="213646" y="326326"/>
                  <a:pt x="230219" y="331661"/>
                  <a:pt x="249936" y="331661"/>
                </a:cubicBezTo>
                <a:cubicBezTo>
                  <a:pt x="257747" y="331661"/>
                  <a:pt x="264509" y="330994"/>
                  <a:pt x="270320" y="329756"/>
                </a:cubicBezTo>
                <a:cubicBezTo>
                  <a:pt x="276130" y="328517"/>
                  <a:pt x="281464" y="326708"/>
                  <a:pt x="286131" y="324326"/>
                </a:cubicBezTo>
                <a:lnTo>
                  <a:pt x="286131" y="292608"/>
                </a:lnTo>
                <a:cubicBezTo>
                  <a:pt x="281273" y="294799"/>
                  <a:pt x="275939" y="296513"/>
                  <a:pt x="270320" y="297847"/>
                </a:cubicBezTo>
                <a:cubicBezTo>
                  <a:pt x="264700" y="299180"/>
                  <a:pt x="258604" y="299752"/>
                  <a:pt x="252222" y="299752"/>
                </a:cubicBezTo>
                <a:cubicBezTo>
                  <a:pt x="229743" y="299752"/>
                  <a:pt x="216503" y="289655"/>
                  <a:pt x="212408" y="269558"/>
                </a:cubicBezTo>
                <a:lnTo>
                  <a:pt x="254222" y="269558"/>
                </a:lnTo>
                <a:lnTo>
                  <a:pt x="254222" y="247460"/>
                </a:lnTo>
                <a:lnTo>
                  <a:pt x="210312" y="247460"/>
                </a:lnTo>
                <a:cubicBezTo>
                  <a:pt x="210122" y="246126"/>
                  <a:pt x="210026" y="244888"/>
                  <a:pt x="210026" y="243650"/>
                </a:cubicBezTo>
                <a:cubicBezTo>
                  <a:pt x="210026" y="242506"/>
                  <a:pt x="210026" y="241173"/>
                  <a:pt x="210026" y="239840"/>
                </a:cubicBezTo>
                <a:cubicBezTo>
                  <a:pt x="210026" y="238316"/>
                  <a:pt x="210026" y="236982"/>
                  <a:pt x="210122" y="235934"/>
                </a:cubicBezTo>
                <a:cubicBezTo>
                  <a:pt x="210217" y="234791"/>
                  <a:pt x="210217" y="233934"/>
                  <a:pt x="210217" y="233267"/>
                </a:cubicBezTo>
                <a:lnTo>
                  <a:pt x="261938" y="233267"/>
                </a:lnTo>
                <a:lnTo>
                  <a:pt x="261938" y="211455"/>
                </a:lnTo>
                <a:lnTo>
                  <a:pt x="211931" y="211455"/>
                </a:lnTo>
                <a:cubicBezTo>
                  <a:pt x="213836" y="200501"/>
                  <a:pt x="218027" y="192024"/>
                  <a:pt x="224600" y="186214"/>
                </a:cubicBezTo>
                <a:cubicBezTo>
                  <a:pt x="231458" y="180404"/>
                  <a:pt x="239744" y="177451"/>
                  <a:pt x="249650" y="177451"/>
                </a:cubicBezTo>
                <a:close/>
                <a:moveTo>
                  <a:pt x="428625" y="391573"/>
                </a:moveTo>
                <a:lnTo>
                  <a:pt x="385763" y="391478"/>
                </a:lnTo>
                <a:lnTo>
                  <a:pt x="385763" y="290703"/>
                </a:lnTo>
                <a:cubicBezTo>
                  <a:pt x="385763" y="274892"/>
                  <a:pt x="372999" y="262128"/>
                  <a:pt x="357188" y="262128"/>
                </a:cubicBezTo>
                <a:cubicBezTo>
                  <a:pt x="341376" y="262128"/>
                  <a:pt x="328613" y="274892"/>
                  <a:pt x="328613" y="290703"/>
                </a:cubicBezTo>
                <a:lnTo>
                  <a:pt x="328613" y="391382"/>
                </a:lnTo>
                <a:lnTo>
                  <a:pt x="285369" y="391287"/>
                </a:lnTo>
                <a:cubicBezTo>
                  <a:pt x="285369" y="391287"/>
                  <a:pt x="285369" y="391287"/>
                  <a:pt x="285369" y="391287"/>
                </a:cubicBezTo>
                <a:cubicBezTo>
                  <a:pt x="279464" y="391287"/>
                  <a:pt x="274130" y="394907"/>
                  <a:pt x="272034" y="400431"/>
                </a:cubicBezTo>
                <a:cubicBezTo>
                  <a:pt x="269939" y="405956"/>
                  <a:pt x="271463" y="412242"/>
                  <a:pt x="275844" y="416147"/>
                </a:cubicBezTo>
                <a:lnTo>
                  <a:pt x="347758" y="480727"/>
                </a:lnTo>
                <a:cubicBezTo>
                  <a:pt x="350520" y="483203"/>
                  <a:pt x="353854" y="484346"/>
                  <a:pt x="357283" y="484346"/>
                </a:cubicBezTo>
                <a:cubicBezTo>
                  <a:pt x="360712" y="484346"/>
                  <a:pt x="364141" y="483108"/>
                  <a:pt x="366808" y="480727"/>
                </a:cubicBezTo>
                <a:lnTo>
                  <a:pt x="438245" y="416433"/>
                </a:lnTo>
                <a:cubicBezTo>
                  <a:pt x="442627" y="412433"/>
                  <a:pt x="444151" y="406241"/>
                  <a:pt x="442055" y="400717"/>
                </a:cubicBezTo>
                <a:cubicBezTo>
                  <a:pt x="439769" y="395192"/>
                  <a:pt x="434531" y="391573"/>
                  <a:pt x="428625" y="391573"/>
                </a:cubicBezTo>
                <a:close/>
              </a:path>
            </a:pathLst>
          </a:custGeom>
          <a:solidFill>
            <a:srgbClr val="211452"/>
          </a:solidFill>
          <a:ln w="9525" cap="flat">
            <a:noFill/>
            <a:prstDash val="solid"/>
            <a:miter/>
          </a:ln>
        </p:spPr>
        <p:txBody>
          <a:bodyPr rtlCol="0" anchor="ctr"/>
          <a:lstStyle/>
          <a:p>
            <a:endParaRPr lang="en-US"/>
          </a:p>
        </p:txBody>
      </p:sp>
      <p:sp>
        <p:nvSpPr>
          <p:cNvPr id="333" name="Grafik 60">
            <a:extLst>
              <a:ext uri="{FF2B5EF4-FFF2-40B4-BE49-F238E27FC236}">
                <a16:creationId xmlns:a16="http://schemas.microsoft.com/office/drawing/2014/main" id="{782DE44B-558D-4C59-9EFE-8F8565F92ED8}"/>
              </a:ext>
            </a:extLst>
          </p:cNvPr>
          <p:cNvSpPr/>
          <p:nvPr/>
        </p:nvSpPr>
        <p:spPr bwMode="gray">
          <a:xfrm>
            <a:off x="2323181" y="3831869"/>
            <a:ext cx="457207" cy="455396"/>
          </a:xfrm>
          <a:custGeom>
            <a:avLst/>
            <a:gdLst>
              <a:gd name="connsiteX0" fmla="*/ 27578 w 457207"/>
              <a:gd name="connsiteY0" fmla="*/ 401072 h 455396"/>
              <a:gd name="connsiteX1" fmla="*/ 39389 w 457207"/>
              <a:gd name="connsiteY1" fmla="*/ 353828 h 455396"/>
              <a:gd name="connsiteX2" fmla="*/ 173787 w 457207"/>
              <a:gd name="connsiteY2" fmla="*/ 448601 h 455396"/>
              <a:gd name="connsiteX3" fmla="*/ 449726 w 457207"/>
              <a:gd name="connsiteY3" fmla="*/ 282771 h 455396"/>
              <a:gd name="connsiteX4" fmla="*/ 456394 w 457207"/>
              <a:gd name="connsiteY4" fmla="*/ 218573 h 455396"/>
              <a:gd name="connsiteX5" fmla="*/ 441916 w 457207"/>
              <a:gd name="connsiteY5" fmla="*/ 205142 h 455396"/>
              <a:gd name="connsiteX6" fmla="*/ 428581 w 457207"/>
              <a:gd name="connsiteY6" fmla="*/ 219620 h 455396"/>
              <a:gd name="connsiteX7" fmla="*/ 422771 w 457207"/>
              <a:gd name="connsiteY7" fmla="*/ 275913 h 455396"/>
              <a:gd name="connsiteX8" fmla="*/ 180645 w 457207"/>
              <a:gd name="connsiteY8" fmla="*/ 421455 h 455396"/>
              <a:gd name="connsiteX9" fmla="*/ 62440 w 457207"/>
              <a:gd name="connsiteY9" fmla="*/ 337540 h 455396"/>
              <a:gd name="connsiteX10" fmla="*/ 112351 w 457207"/>
              <a:gd name="connsiteY10" fmla="*/ 350018 h 455396"/>
              <a:gd name="connsiteX11" fmla="*/ 129210 w 457207"/>
              <a:gd name="connsiteY11" fmla="*/ 339826 h 455396"/>
              <a:gd name="connsiteX12" fmla="*/ 119018 w 457207"/>
              <a:gd name="connsiteY12" fmla="*/ 322967 h 455396"/>
              <a:gd name="connsiteX13" fmla="*/ 37675 w 457207"/>
              <a:gd name="connsiteY13" fmla="*/ 302678 h 455396"/>
              <a:gd name="connsiteX14" fmla="*/ 37389 w 457207"/>
              <a:gd name="connsiteY14" fmla="*/ 302678 h 455396"/>
              <a:gd name="connsiteX15" fmla="*/ 33198 w 457207"/>
              <a:gd name="connsiteY15" fmla="*/ 302393 h 455396"/>
              <a:gd name="connsiteX16" fmla="*/ 32436 w 457207"/>
              <a:gd name="connsiteY16" fmla="*/ 302488 h 455396"/>
              <a:gd name="connsiteX17" fmla="*/ 28531 w 457207"/>
              <a:gd name="connsiteY17" fmla="*/ 303536 h 455396"/>
              <a:gd name="connsiteX18" fmla="*/ 28340 w 457207"/>
              <a:gd name="connsiteY18" fmla="*/ 303631 h 455396"/>
              <a:gd name="connsiteX19" fmla="*/ 28055 w 457207"/>
              <a:gd name="connsiteY19" fmla="*/ 303821 h 455396"/>
              <a:gd name="connsiteX20" fmla="*/ 24816 w 457207"/>
              <a:gd name="connsiteY20" fmla="*/ 306107 h 455396"/>
              <a:gd name="connsiteX21" fmla="*/ 24340 w 457207"/>
              <a:gd name="connsiteY21" fmla="*/ 306584 h 455396"/>
              <a:gd name="connsiteX22" fmla="*/ 21959 w 457207"/>
              <a:gd name="connsiteY22" fmla="*/ 309917 h 455396"/>
              <a:gd name="connsiteX23" fmla="*/ 21673 w 457207"/>
              <a:gd name="connsiteY23" fmla="*/ 310298 h 455396"/>
              <a:gd name="connsiteX24" fmla="*/ 21482 w 457207"/>
              <a:gd name="connsiteY24" fmla="*/ 310870 h 455396"/>
              <a:gd name="connsiteX25" fmla="*/ 21006 w 457207"/>
              <a:gd name="connsiteY25" fmla="*/ 312108 h 455396"/>
              <a:gd name="connsiteX26" fmla="*/ 20720 w 457207"/>
              <a:gd name="connsiteY26" fmla="*/ 312870 h 455396"/>
              <a:gd name="connsiteX27" fmla="*/ 432 w 457207"/>
              <a:gd name="connsiteY27" fmla="*/ 394404 h 455396"/>
              <a:gd name="connsiteX28" fmla="*/ 10624 w 457207"/>
              <a:gd name="connsiteY28" fmla="*/ 411263 h 455396"/>
              <a:gd name="connsiteX29" fmla="*/ 27578 w 457207"/>
              <a:gd name="connsiteY29" fmla="*/ 401072 h 455396"/>
              <a:gd name="connsiteX30" fmla="*/ 27578 w 457207"/>
              <a:gd name="connsiteY30" fmla="*/ 401072 h 455396"/>
              <a:gd name="connsiteX31" fmla="*/ 338284 w 457207"/>
              <a:gd name="connsiteY31" fmla="*/ 133895 h 455396"/>
              <a:gd name="connsiteX32" fmla="*/ 419532 w 457207"/>
              <a:gd name="connsiteY32" fmla="*/ 154184 h 455396"/>
              <a:gd name="connsiteX33" fmla="*/ 436391 w 457207"/>
              <a:gd name="connsiteY33" fmla="*/ 143992 h 455396"/>
              <a:gd name="connsiteX34" fmla="*/ 456775 w 457207"/>
              <a:gd name="connsiteY34" fmla="*/ 62553 h 455396"/>
              <a:gd name="connsiteX35" fmla="*/ 446583 w 457207"/>
              <a:gd name="connsiteY35" fmla="*/ 45694 h 455396"/>
              <a:gd name="connsiteX36" fmla="*/ 429724 w 457207"/>
              <a:gd name="connsiteY36" fmla="*/ 55886 h 455396"/>
              <a:gd name="connsiteX37" fmla="*/ 418294 w 457207"/>
              <a:gd name="connsiteY37" fmla="*/ 101606 h 455396"/>
              <a:gd name="connsiteX38" fmla="*/ 283896 w 457207"/>
              <a:gd name="connsiteY38" fmla="*/ 6832 h 455396"/>
              <a:gd name="connsiteX39" fmla="*/ 7957 w 457207"/>
              <a:gd name="connsiteY39" fmla="*/ 172567 h 455396"/>
              <a:gd name="connsiteX40" fmla="*/ 1289 w 457207"/>
              <a:gd name="connsiteY40" fmla="*/ 236765 h 455396"/>
              <a:gd name="connsiteX41" fmla="*/ 15767 w 457207"/>
              <a:gd name="connsiteY41" fmla="*/ 250100 h 455396"/>
              <a:gd name="connsiteX42" fmla="*/ 29198 w 457207"/>
              <a:gd name="connsiteY42" fmla="*/ 235622 h 455396"/>
              <a:gd name="connsiteX43" fmla="*/ 35008 w 457207"/>
              <a:gd name="connsiteY43" fmla="*/ 179330 h 455396"/>
              <a:gd name="connsiteX44" fmla="*/ 277133 w 457207"/>
              <a:gd name="connsiteY44" fmla="*/ 33788 h 455396"/>
              <a:gd name="connsiteX45" fmla="*/ 396672 w 457207"/>
              <a:gd name="connsiteY45" fmla="*/ 119703 h 455396"/>
              <a:gd name="connsiteX46" fmla="*/ 344951 w 457207"/>
              <a:gd name="connsiteY46" fmla="*/ 106844 h 455396"/>
              <a:gd name="connsiteX47" fmla="*/ 328092 w 457207"/>
              <a:gd name="connsiteY47" fmla="*/ 117036 h 455396"/>
              <a:gd name="connsiteX48" fmla="*/ 338284 w 457207"/>
              <a:gd name="connsiteY48" fmla="*/ 133895 h 455396"/>
              <a:gd name="connsiteX49" fmla="*/ 179978 w 457207"/>
              <a:gd name="connsiteY49" fmla="*/ 356685 h 455396"/>
              <a:gd name="connsiteX50" fmla="*/ 165691 w 457207"/>
              <a:gd name="connsiteY50" fmla="*/ 342398 h 455396"/>
              <a:gd name="connsiteX51" fmla="*/ 165691 w 457207"/>
              <a:gd name="connsiteY51" fmla="*/ 170948 h 455396"/>
              <a:gd name="connsiteX52" fmla="*/ 179978 w 457207"/>
              <a:gd name="connsiteY52" fmla="*/ 156660 h 455396"/>
              <a:gd name="connsiteX53" fmla="*/ 194266 w 457207"/>
              <a:gd name="connsiteY53" fmla="*/ 170948 h 455396"/>
              <a:gd name="connsiteX54" fmla="*/ 194266 w 457207"/>
              <a:gd name="connsiteY54" fmla="*/ 342398 h 455396"/>
              <a:gd name="connsiteX55" fmla="*/ 179978 w 457207"/>
              <a:gd name="connsiteY55" fmla="*/ 356685 h 455396"/>
              <a:gd name="connsiteX56" fmla="*/ 237795 w 457207"/>
              <a:gd name="connsiteY56" fmla="*/ 356685 h 455396"/>
              <a:gd name="connsiteX57" fmla="*/ 223508 w 457207"/>
              <a:gd name="connsiteY57" fmla="*/ 342398 h 455396"/>
              <a:gd name="connsiteX58" fmla="*/ 223508 w 457207"/>
              <a:gd name="connsiteY58" fmla="*/ 115226 h 455396"/>
              <a:gd name="connsiteX59" fmla="*/ 237795 w 457207"/>
              <a:gd name="connsiteY59" fmla="*/ 100939 h 455396"/>
              <a:gd name="connsiteX60" fmla="*/ 252083 w 457207"/>
              <a:gd name="connsiteY60" fmla="*/ 115226 h 455396"/>
              <a:gd name="connsiteX61" fmla="*/ 252083 w 457207"/>
              <a:gd name="connsiteY61" fmla="*/ 342398 h 455396"/>
              <a:gd name="connsiteX62" fmla="*/ 237795 w 457207"/>
              <a:gd name="connsiteY62" fmla="*/ 356685 h 455396"/>
              <a:gd name="connsiteX63" fmla="*/ 294469 w 457207"/>
              <a:gd name="connsiteY63" fmla="*/ 356685 h 455396"/>
              <a:gd name="connsiteX64" fmla="*/ 280181 w 457207"/>
              <a:gd name="connsiteY64" fmla="*/ 342398 h 455396"/>
              <a:gd name="connsiteX65" fmla="*/ 280181 w 457207"/>
              <a:gd name="connsiteY65" fmla="*/ 228860 h 455396"/>
              <a:gd name="connsiteX66" fmla="*/ 294469 w 457207"/>
              <a:gd name="connsiteY66" fmla="*/ 214572 h 455396"/>
              <a:gd name="connsiteX67" fmla="*/ 308756 w 457207"/>
              <a:gd name="connsiteY67" fmla="*/ 228860 h 455396"/>
              <a:gd name="connsiteX68" fmla="*/ 308756 w 457207"/>
              <a:gd name="connsiteY68" fmla="*/ 342398 h 455396"/>
              <a:gd name="connsiteX69" fmla="*/ 294469 w 457207"/>
              <a:gd name="connsiteY69" fmla="*/ 356685 h 45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57207" h="455396">
                <a:moveTo>
                  <a:pt x="27578" y="401072"/>
                </a:moveTo>
                <a:lnTo>
                  <a:pt x="39389" y="353828"/>
                </a:lnTo>
                <a:cubicBezTo>
                  <a:pt x="70917" y="401262"/>
                  <a:pt x="118256" y="434695"/>
                  <a:pt x="173787" y="448601"/>
                </a:cubicBezTo>
                <a:cubicBezTo>
                  <a:pt x="295612" y="478986"/>
                  <a:pt x="419342" y="404596"/>
                  <a:pt x="449726" y="282771"/>
                </a:cubicBezTo>
                <a:cubicBezTo>
                  <a:pt x="454965" y="261721"/>
                  <a:pt x="457251" y="240099"/>
                  <a:pt x="456394" y="218573"/>
                </a:cubicBezTo>
                <a:cubicBezTo>
                  <a:pt x="456108" y="210857"/>
                  <a:pt x="449631" y="204857"/>
                  <a:pt x="441916" y="205142"/>
                </a:cubicBezTo>
                <a:cubicBezTo>
                  <a:pt x="434201" y="205428"/>
                  <a:pt x="428200" y="211905"/>
                  <a:pt x="428581" y="219620"/>
                </a:cubicBezTo>
                <a:cubicBezTo>
                  <a:pt x="429343" y="238480"/>
                  <a:pt x="427343" y="257435"/>
                  <a:pt x="422771" y="275913"/>
                </a:cubicBezTo>
                <a:cubicBezTo>
                  <a:pt x="396101" y="382784"/>
                  <a:pt x="287516" y="448030"/>
                  <a:pt x="180645" y="421455"/>
                </a:cubicBezTo>
                <a:cubicBezTo>
                  <a:pt x="131591" y="409263"/>
                  <a:pt x="90062" y="379450"/>
                  <a:pt x="62440" y="337540"/>
                </a:cubicBezTo>
                <a:lnTo>
                  <a:pt x="112351" y="350018"/>
                </a:lnTo>
                <a:cubicBezTo>
                  <a:pt x="119780" y="351923"/>
                  <a:pt x="127400" y="347351"/>
                  <a:pt x="129210" y="339826"/>
                </a:cubicBezTo>
                <a:cubicBezTo>
                  <a:pt x="131115" y="332396"/>
                  <a:pt x="126543" y="324776"/>
                  <a:pt x="119018" y="322967"/>
                </a:cubicBezTo>
                <a:lnTo>
                  <a:pt x="37675" y="302678"/>
                </a:lnTo>
                <a:cubicBezTo>
                  <a:pt x="37580" y="302678"/>
                  <a:pt x="37484" y="302678"/>
                  <a:pt x="37389" y="302678"/>
                </a:cubicBezTo>
                <a:cubicBezTo>
                  <a:pt x="36056" y="302393"/>
                  <a:pt x="34627" y="302297"/>
                  <a:pt x="33198" y="302393"/>
                </a:cubicBezTo>
                <a:cubicBezTo>
                  <a:pt x="32912" y="302393"/>
                  <a:pt x="32722" y="302488"/>
                  <a:pt x="32436" y="302488"/>
                </a:cubicBezTo>
                <a:cubicBezTo>
                  <a:pt x="31103" y="302678"/>
                  <a:pt x="29769" y="302964"/>
                  <a:pt x="28531" y="303536"/>
                </a:cubicBezTo>
                <a:cubicBezTo>
                  <a:pt x="28436" y="303536"/>
                  <a:pt x="28436" y="303631"/>
                  <a:pt x="28340" y="303631"/>
                </a:cubicBezTo>
                <a:cubicBezTo>
                  <a:pt x="28245" y="303631"/>
                  <a:pt x="28150" y="303726"/>
                  <a:pt x="28055" y="303821"/>
                </a:cubicBezTo>
                <a:cubicBezTo>
                  <a:pt x="26816" y="304488"/>
                  <a:pt x="25769" y="305250"/>
                  <a:pt x="24816" y="306107"/>
                </a:cubicBezTo>
                <a:cubicBezTo>
                  <a:pt x="24626" y="306298"/>
                  <a:pt x="24530" y="306393"/>
                  <a:pt x="24340" y="306584"/>
                </a:cubicBezTo>
                <a:cubicBezTo>
                  <a:pt x="23387" y="307536"/>
                  <a:pt x="22625" y="308679"/>
                  <a:pt x="21959" y="309917"/>
                </a:cubicBezTo>
                <a:cubicBezTo>
                  <a:pt x="21863" y="310013"/>
                  <a:pt x="21768" y="310108"/>
                  <a:pt x="21673" y="310298"/>
                </a:cubicBezTo>
                <a:cubicBezTo>
                  <a:pt x="21578" y="310489"/>
                  <a:pt x="21578" y="310679"/>
                  <a:pt x="21482" y="310870"/>
                </a:cubicBezTo>
                <a:cubicBezTo>
                  <a:pt x="21292" y="311251"/>
                  <a:pt x="21197" y="311727"/>
                  <a:pt x="21006" y="312108"/>
                </a:cubicBezTo>
                <a:cubicBezTo>
                  <a:pt x="20911" y="312394"/>
                  <a:pt x="20816" y="312584"/>
                  <a:pt x="20720" y="312870"/>
                </a:cubicBezTo>
                <a:lnTo>
                  <a:pt x="432" y="394404"/>
                </a:lnTo>
                <a:cubicBezTo>
                  <a:pt x="-1473" y="401834"/>
                  <a:pt x="3099" y="409454"/>
                  <a:pt x="10624" y="411263"/>
                </a:cubicBezTo>
                <a:cubicBezTo>
                  <a:pt x="18149" y="413073"/>
                  <a:pt x="25673" y="408596"/>
                  <a:pt x="27578" y="401072"/>
                </a:cubicBezTo>
                <a:lnTo>
                  <a:pt x="27578" y="401072"/>
                </a:lnTo>
                <a:close/>
                <a:moveTo>
                  <a:pt x="338284" y="133895"/>
                </a:moveTo>
                <a:lnTo>
                  <a:pt x="419532" y="154184"/>
                </a:lnTo>
                <a:cubicBezTo>
                  <a:pt x="426962" y="156089"/>
                  <a:pt x="434582" y="151517"/>
                  <a:pt x="436391" y="143992"/>
                </a:cubicBezTo>
                <a:lnTo>
                  <a:pt x="456775" y="62553"/>
                </a:lnTo>
                <a:cubicBezTo>
                  <a:pt x="458680" y="55028"/>
                  <a:pt x="454108" y="47504"/>
                  <a:pt x="446583" y="45694"/>
                </a:cubicBezTo>
                <a:cubicBezTo>
                  <a:pt x="439058" y="43884"/>
                  <a:pt x="431534" y="48361"/>
                  <a:pt x="429724" y="55886"/>
                </a:cubicBezTo>
                <a:lnTo>
                  <a:pt x="418294" y="101606"/>
                </a:lnTo>
                <a:cubicBezTo>
                  <a:pt x="386861" y="54171"/>
                  <a:pt x="339427" y="20738"/>
                  <a:pt x="283896" y="6832"/>
                </a:cubicBezTo>
                <a:cubicBezTo>
                  <a:pt x="162071" y="-23648"/>
                  <a:pt x="38342" y="50742"/>
                  <a:pt x="7957" y="172567"/>
                </a:cubicBezTo>
                <a:cubicBezTo>
                  <a:pt x="2718" y="193617"/>
                  <a:pt x="432" y="215239"/>
                  <a:pt x="1289" y="236765"/>
                </a:cubicBezTo>
                <a:cubicBezTo>
                  <a:pt x="1575" y="244481"/>
                  <a:pt x="8052" y="250481"/>
                  <a:pt x="15767" y="250100"/>
                </a:cubicBezTo>
                <a:cubicBezTo>
                  <a:pt x="23483" y="249815"/>
                  <a:pt x="29483" y="243338"/>
                  <a:pt x="29198" y="235622"/>
                </a:cubicBezTo>
                <a:cubicBezTo>
                  <a:pt x="28436" y="216763"/>
                  <a:pt x="30436" y="197808"/>
                  <a:pt x="35008" y="179330"/>
                </a:cubicBezTo>
                <a:cubicBezTo>
                  <a:pt x="61678" y="72459"/>
                  <a:pt x="170263" y="7213"/>
                  <a:pt x="277133" y="33788"/>
                </a:cubicBezTo>
                <a:cubicBezTo>
                  <a:pt x="326949" y="46170"/>
                  <a:pt x="369050" y="76745"/>
                  <a:pt x="396672" y="119703"/>
                </a:cubicBezTo>
                <a:lnTo>
                  <a:pt x="344951" y="106844"/>
                </a:lnTo>
                <a:cubicBezTo>
                  <a:pt x="337522" y="104939"/>
                  <a:pt x="329902" y="109511"/>
                  <a:pt x="328092" y="117036"/>
                </a:cubicBezTo>
                <a:cubicBezTo>
                  <a:pt x="326282" y="124466"/>
                  <a:pt x="330759" y="132086"/>
                  <a:pt x="338284" y="133895"/>
                </a:cubicBezTo>
                <a:close/>
                <a:moveTo>
                  <a:pt x="179978" y="356685"/>
                </a:moveTo>
                <a:cubicBezTo>
                  <a:pt x="172073" y="356685"/>
                  <a:pt x="165691" y="350303"/>
                  <a:pt x="165691" y="342398"/>
                </a:cubicBezTo>
                <a:lnTo>
                  <a:pt x="165691" y="170948"/>
                </a:lnTo>
                <a:cubicBezTo>
                  <a:pt x="165691" y="163042"/>
                  <a:pt x="172073" y="156660"/>
                  <a:pt x="179978" y="156660"/>
                </a:cubicBezTo>
                <a:cubicBezTo>
                  <a:pt x="187884" y="156660"/>
                  <a:pt x="194266" y="163042"/>
                  <a:pt x="194266" y="170948"/>
                </a:cubicBezTo>
                <a:lnTo>
                  <a:pt x="194266" y="342398"/>
                </a:lnTo>
                <a:cubicBezTo>
                  <a:pt x="194266" y="350303"/>
                  <a:pt x="187884" y="356685"/>
                  <a:pt x="179978" y="356685"/>
                </a:cubicBezTo>
                <a:close/>
                <a:moveTo>
                  <a:pt x="237795" y="356685"/>
                </a:moveTo>
                <a:cubicBezTo>
                  <a:pt x="229889" y="356685"/>
                  <a:pt x="223508" y="350303"/>
                  <a:pt x="223508" y="342398"/>
                </a:cubicBezTo>
                <a:lnTo>
                  <a:pt x="223508" y="115226"/>
                </a:lnTo>
                <a:cubicBezTo>
                  <a:pt x="223508" y="107321"/>
                  <a:pt x="229889" y="100939"/>
                  <a:pt x="237795" y="100939"/>
                </a:cubicBezTo>
                <a:cubicBezTo>
                  <a:pt x="245701" y="100939"/>
                  <a:pt x="252083" y="107321"/>
                  <a:pt x="252083" y="115226"/>
                </a:cubicBezTo>
                <a:lnTo>
                  <a:pt x="252083" y="342398"/>
                </a:lnTo>
                <a:cubicBezTo>
                  <a:pt x="252083" y="350303"/>
                  <a:pt x="245701" y="356685"/>
                  <a:pt x="237795" y="356685"/>
                </a:cubicBezTo>
                <a:close/>
                <a:moveTo>
                  <a:pt x="294469" y="356685"/>
                </a:moveTo>
                <a:cubicBezTo>
                  <a:pt x="286563" y="356685"/>
                  <a:pt x="280181" y="350303"/>
                  <a:pt x="280181" y="342398"/>
                </a:cubicBezTo>
                <a:lnTo>
                  <a:pt x="280181" y="228860"/>
                </a:lnTo>
                <a:cubicBezTo>
                  <a:pt x="280181" y="220954"/>
                  <a:pt x="286563" y="214572"/>
                  <a:pt x="294469" y="214572"/>
                </a:cubicBezTo>
                <a:cubicBezTo>
                  <a:pt x="302375" y="214572"/>
                  <a:pt x="308756" y="220954"/>
                  <a:pt x="308756" y="228860"/>
                </a:cubicBezTo>
                <a:lnTo>
                  <a:pt x="308756" y="342398"/>
                </a:lnTo>
                <a:cubicBezTo>
                  <a:pt x="308756" y="350303"/>
                  <a:pt x="302375" y="356685"/>
                  <a:pt x="294469" y="356685"/>
                </a:cubicBezTo>
                <a:close/>
              </a:path>
            </a:pathLst>
          </a:custGeom>
          <a:solidFill>
            <a:srgbClr val="211452"/>
          </a:solidFill>
          <a:ln w="953" cap="flat">
            <a:solidFill>
              <a:srgbClr val="211452"/>
            </a:solidFill>
            <a:prstDash val="solid"/>
            <a:miter/>
          </a:ln>
        </p:spPr>
        <p:txBody>
          <a:bodyPr rtlCol="0" anchor="ctr"/>
          <a:lstStyle/>
          <a:p>
            <a:endParaRPr lang="en-US"/>
          </a:p>
        </p:txBody>
      </p:sp>
      <p:sp>
        <p:nvSpPr>
          <p:cNvPr id="334" name="Grafik 65">
            <a:extLst>
              <a:ext uri="{FF2B5EF4-FFF2-40B4-BE49-F238E27FC236}">
                <a16:creationId xmlns:a16="http://schemas.microsoft.com/office/drawing/2014/main" id="{A15D71D4-D5AA-46D3-BD45-18E4600BB0B3}"/>
              </a:ext>
            </a:extLst>
          </p:cNvPr>
          <p:cNvSpPr/>
          <p:nvPr/>
        </p:nvSpPr>
        <p:spPr bwMode="gray">
          <a:xfrm>
            <a:off x="5805462" y="3801681"/>
            <a:ext cx="482090" cy="485584"/>
          </a:xfrm>
          <a:custGeom>
            <a:avLst/>
            <a:gdLst>
              <a:gd name="connsiteX0" fmla="*/ 241569 w 482090"/>
              <a:gd name="connsiteY0" fmla="*/ 114205 h 485584"/>
              <a:gd name="connsiteX1" fmla="*/ 112981 w 482090"/>
              <a:gd name="connsiteY1" fmla="*/ 242792 h 485584"/>
              <a:gd name="connsiteX2" fmla="*/ 241569 w 482090"/>
              <a:gd name="connsiteY2" fmla="*/ 371380 h 485584"/>
              <a:gd name="connsiteX3" fmla="*/ 370156 w 482090"/>
              <a:gd name="connsiteY3" fmla="*/ 242792 h 485584"/>
              <a:gd name="connsiteX4" fmla="*/ 241569 w 482090"/>
              <a:gd name="connsiteY4" fmla="*/ 114205 h 485584"/>
              <a:gd name="connsiteX5" fmla="*/ 241569 w 482090"/>
              <a:gd name="connsiteY5" fmla="*/ 342805 h 485584"/>
              <a:gd name="connsiteX6" fmla="*/ 141556 w 482090"/>
              <a:gd name="connsiteY6" fmla="*/ 242792 h 485584"/>
              <a:gd name="connsiteX7" fmla="*/ 241569 w 482090"/>
              <a:gd name="connsiteY7" fmla="*/ 142780 h 485584"/>
              <a:gd name="connsiteX8" fmla="*/ 341581 w 482090"/>
              <a:gd name="connsiteY8" fmla="*/ 242792 h 485584"/>
              <a:gd name="connsiteX9" fmla="*/ 241569 w 482090"/>
              <a:gd name="connsiteY9" fmla="*/ 342805 h 485584"/>
              <a:gd name="connsiteX10" fmla="*/ 468835 w 482090"/>
              <a:gd name="connsiteY10" fmla="*/ 276035 h 485584"/>
              <a:gd name="connsiteX11" fmla="*/ 448833 w 482090"/>
              <a:gd name="connsiteY11" fmla="*/ 266129 h 485584"/>
              <a:gd name="connsiteX12" fmla="*/ 450357 w 482090"/>
              <a:gd name="connsiteY12" fmla="*/ 242506 h 485584"/>
              <a:gd name="connsiteX13" fmla="*/ 448833 w 482090"/>
              <a:gd name="connsiteY13" fmla="*/ 218885 h 485584"/>
              <a:gd name="connsiteX14" fmla="*/ 468835 w 482090"/>
              <a:gd name="connsiteY14" fmla="*/ 208979 h 485584"/>
              <a:gd name="connsiteX15" fmla="*/ 480837 w 482090"/>
              <a:gd name="connsiteY15" fmla="*/ 195263 h 485584"/>
              <a:gd name="connsiteX16" fmla="*/ 479599 w 482090"/>
              <a:gd name="connsiteY16" fmla="*/ 177070 h 485584"/>
              <a:gd name="connsiteX17" fmla="*/ 437498 w 482090"/>
              <a:gd name="connsiteY17" fmla="*/ 92202 h 485584"/>
              <a:gd name="connsiteX18" fmla="*/ 423782 w 482090"/>
              <a:gd name="connsiteY18" fmla="*/ 80201 h 485584"/>
              <a:gd name="connsiteX19" fmla="*/ 405589 w 482090"/>
              <a:gd name="connsiteY19" fmla="*/ 81439 h 485584"/>
              <a:gd name="connsiteX20" fmla="*/ 385587 w 482090"/>
              <a:gd name="connsiteY20" fmla="*/ 91345 h 485584"/>
              <a:gd name="connsiteX21" fmla="*/ 311673 w 482090"/>
              <a:gd name="connsiteY21" fmla="*/ 45434 h 485584"/>
              <a:gd name="connsiteX22" fmla="*/ 311673 w 482090"/>
              <a:gd name="connsiteY22" fmla="*/ 23813 h 485584"/>
              <a:gd name="connsiteX23" fmla="*/ 287860 w 482090"/>
              <a:gd name="connsiteY23" fmla="*/ 0 h 485584"/>
              <a:gd name="connsiteX24" fmla="*/ 193087 w 482090"/>
              <a:gd name="connsiteY24" fmla="*/ 0 h 485584"/>
              <a:gd name="connsiteX25" fmla="*/ 169274 w 482090"/>
              <a:gd name="connsiteY25" fmla="*/ 23813 h 485584"/>
              <a:gd name="connsiteX26" fmla="*/ 169274 w 482090"/>
              <a:gd name="connsiteY26" fmla="*/ 45911 h 485584"/>
              <a:gd name="connsiteX27" fmla="*/ 96598 w 482090"/>
              <a:gd name="connsiteY27" fmla="*/ 91345 h 485584"/>
              <a:gd name="connsiteX28" fmla="*/ 76596 w 482090"/>
              <a:gd name="connsiteY28" fmla="*/ 81439 h 485584"/>
              <a:gd name="connsiteX29" fmla="*/ 44592 w 482090"/>
              <a:gd name="connsiteY29" fmla="*/ 92202 h 485584"/>
              <a:gd name="connsiteX30" fmla="*/ 2491 w 482090"/>
              <a:gd name="connsiteY30" fmla="*/ 177070 h 485584"/>
              <a:gd name="connsiteX31" fmla="*/ 1253 w 482090"/>
              <a:gd name="connsiteY31" fmla="*/ 195263 h 485584"/>
              <a:gd name="connsiteX32" fmla="*/ 13255 w 482090"/>
              <a:gd name="connsiteY32" fmla="*/ 208979 h 485584"/>
              <a:gd name="connsiteX33" fmla="*/ 33257 w 482090"/>
              <a:gd name="connsiteY33" fmla="*/ 218885 h 485584"/>
              <a:gd name="connsiteX34" fmla="*/ 31733 w 482090"/>
              <a:gd name="connsiteY34" fmla="*/ 242506 h 485584"/>
              <a:gd name="connsiteX35" fmla="*/ 33257 w 482090"/>
              <a:gd name="connsiteY35" fmla="*/ 266129 h 485584"/>
              <a:gd name="connsiteX36" fmla="*/ 13255 w 482090"/>
              <a:gd name="connsiteY36" fmla="*/ 276035 h 485584"/>
              <a:gd name="connsiteX37" fmla="*/ 1253 w 482090"/>
              <a:gd name="connsiteY37" fmla="*/ 289751 h 485584"/>
              <a:gd name="connsiteX38" fmla="*/ 2491 w 482090"/>
              <a:gd name="connsiteY38" fmla="*/ 307943 h 485584"/>
              <a:gd name="connsiteX39" fmla="*/ 44592 w 482090"/>
              <a:gd name="connsiteY39" fmla="*/ 392811 h 485584"/>
              <a:gd name="connsiteX40" fmla="*/ 58308 w 482090"/>
              <a:gd name="connsiteY40" fmla="*/ 404813 h 485584"/>
              <a:gd name="connsiteX41" fmla="*/ 76501 w 482090"/>
              <a:gd name="connsiteY41" fmla="*/ 403574 h 485584"/>
              <a:gd name="connsiteX42" fmla="*/ 96503 w 482090"/>
              <a:gd name="connsiteY42" fmla="*/ 393668 h 485584"/>
              <a:gd name="connsiteX43" fmla="*/ 169179 w 482090"/>
              <a:gd name="connsiteY43" fmla="*/ 439103 h 485584"/>
              <a:gd name="connsiteX44" fmla="*/ 169179 w 482090"/>
              <a:gd name="connsiteY44" fmla="*/ 461772 h 485584"/>
              <a:gd name="connsiteX45" fmla="*/ 192991 w 482090"/>
              <a:gd name="connsiteY45" fmla="*/ 485585 h 485584"/>
              <a:gd name="connsiteX46" fmla="*/ 287765 w 482090"/>
              <a:gd name="connsiteY46" fmla="*/ 485585 h 485584"/>
              <a:gd name="connsiteX47" fmla="*/ 311578 w 482090"/>
              <a:gd name="connsiteY47" fmla="*/ 461772 h 485584"/>
              <a:gd name="connsiteX48" fmla="*/ 311578 w 482090"/>
              <a:gd name="connsiteY48" fmla="*/ 439579 h 485584"/>
              <a:gd name="connsiteX49" fmla="*/ 385492 w 482090"/>
              <a:gd name="connsiteY49" fmla="*/ 393668 h 485584"/>
              <a:gd name="connsiteX50" fmla="*/ 405494 w 482090"/>
              <a:gd name="connsiteY50" fmla="*/ 403574 h 485584"/>
              <a:gd name="connsiteX51" fmla="*/ 423687 w 482090"/>
              <a:gd name="connsiteY51" fmla="*/ 404813 h 485584"/>
              <a:gd name="connsiteX52" fmla="*/ 437403 w 482090"/>
              <a:gd name="connsiteY52" fmla="*/ 392811 h 485584"/>
              <a:gd name="connsiteX53" fmla="*/ 479503 w 482090"/>
              <a:gd name="connsiteY53" fmla="*/ 307943 h 485584"/>
              <a:gd name="connsiteX54" fmla="*/ 480742 w 482090"/>
              <a:gd name="connsiteY54" fmla="*/ 289751 h 485584"/>
              <a:gd name="connsiteX55" fmla="*/ 468835 w 482090"/>
              <a:gd name="connsiteY55" fmla="*/ 276035 h 485584"/>
              <a:gd name="connsiteX56" fmla="*/ 413971 w 482090"/>
              <a:gd name="connsiteY56" fmla="*/ 375857 h 485584"/>
              <a:gd name="connsiteX57" fmla="*/ 395112 w 482090"/>
              <a:gd name="connsiteY57" fmla="*/ 366522 h 485584"/>
              <a:gd name="connsiteX58" fmla="*/ 367775 w 482090"/>
              <a:gd name="connsiteY58" fmla="*/ 370999 h 485584"/>
              <a:gd name="connsiteX59" fmla="*/ 299195 w 482090"/>
              <a:gd name="connsiteY59" fmla="*/ 413575 h 485584"/>
              <a:gd name="connsiteX60" fmla="*/ 283003 w 482090"/>
              <a:gd name="connsiteY60" fmla="*/ 436055 h 485584"/>
              <a:gd name="connsiteX61" fmla="*/ 283003 w 482090"/>
              <a:gd name="connsiteY61" fmla="*/ 457010 h 485584"/>
              <a:gd name="connsiteX62" fmla="*/ 197754 w 482090"/>
              <a:gd name="connsiteY62" fmla="*/ 457010 h 485584"/>
              <a:gd name="connsiteX63" fmla="*/ 197754 w 482090"/>
              <a:gd name="connsiteY63" fmla="*/ 435769 h 485584"/>
              <a:gd name="connsiteX64" fmla="*/ 181657 w 482090"/>
              <a:gd name="connsiteY64" fmla="*/ 413290 h 485584"/>
              <a:gd name="connsiteX65" fmla="*/ 114220 w 482090"/>
              <a:gd name="connsiteY65" fmla="*/ 371094 h 485584"/>
              <a:gd name="connsiteX66" fmla="*/ 86883 w 482090"/>
              <a:gd name="connsiteY66" fmla="*/ 366617 h 485584"/>
              <a:gd name="connsiteX67" fmla="*/ 68023 w 482090"/>
              <a:gd name="connsiteY67" fmla="*/ 375952 h 485584"/>
              <a:gd name="connsiteX68" fmla="*/ 30209 w 482090"/>
              <a:gd name="connsiteY68" fmla="*/ 299657 h 485584"/>
              <a:gd name="connsiteX69" fmla="*/ 48973 w 482090"/>
              <a:gd name="connsiteY69" fmla="*/ 290322 h 485584"/>
              <a:gd name="connsiteX70" fmla="*/ 61927 w 482090"/>
              <a:gd name="connsiteY70" fmla="*/ 265652 h 485584"/>
              <a:gd name="connsiteX71" fmla="*/ 60308 w 482090"/>
              <a:gd name="connsiteY71" fmla="*/ 242602 h 485584"/>
              <a:gd name="connsiteX72" fmla="*/ 61927 w 482090"/>
              <a:gd name="connsiteY72" fmla="*/ 219551 h 485584"/>
              <a:gd name="connsiteX73" fmla="*/ 48973 w 482090"/>
              <a:gd name="connsiteY73" fmla="*/ 194881 h 485584"/>
              <a:gd name="connsiteX74" fmla="*/ 30209 w 482090"/>
              <a:gd name="connsiteY74" fmla="*/ 185547 h 485584"/>
              <a:gd name="connsiteX75" fmla="*/ 68023 w 482090"/>
              <a:gd name="connsiteY75" fmla="*/ 109252 h 485584"/>
              <a:gd name="connsiteX76" fmla="*/ 86883 w 482090"/>
              <a:gd name="connsiteY76" fmla="*/ 118586 h 485584"/>
              <a:gd name="connsiteX77" fmla="*/ 114220 w 482090"/>
              <a:gd name="connsiteY77" fmla="*/ 114109 h 485584"/>
              <a:gd name="connsiteX78" fmla="*/ 181657 w 482090"/>
              <a:gd name="connsiteY78" fmla="*/ 71914 h 485584"/>
              <a:gd name="connsiteX79" fmla="*/ 197754 w 482090"/>
              <a:gd name="connsiteY79" fmla="*/ 49435 h 485584"/>
              <a:gd name="connsiteX80" fmla="*/ 197754 w 482090"/>
              <a:gd name="connsiteY80" fmla="*/ 28575 h 485584"/>
              <a:gd name="connsiteX81" fmla="*/ 283003 w 482090"/>
              <a:gd name="connsiteY81" fmla="*/ 28575 h 485584"/>
              <a:gd name="connsiteX82" fmla="*/ 283003 w 482090"/>
              <a:gd name="connsiteY82" fmla="*/ 48959 h 485584"/>
              <a:gd name="connsiteX83" fmla="*/ 299290 w 482090"/>
              <a:gd name="connsiteY83" fmla="*/ 71438 h 485584"/>
              <a:gd name="connsiteX84" fmla="*/ 367870 w 482090"/>
              <a:gd name="connsiteY84" fmla="*/ 114014 h 485584"/>
              <a:gd name="connsiteX85" fmla="*/ 395207 w 482090"/>
              <a:gd name="connsiteY85" fmla="*/ 118491 h 485584"/>
              <a:gd name="connsiteX86" fmla="*/ 414067 w 482090"/>
              <a:gd name="connsiteY86" fmla="*/ 109157 h 485584"/>
              <a:gd name="connsiteX87" fmla="*/ 451881 w 482090"/>
              <a:gd name="connsiteY87" fmla="*/ 185452 h 485584"/>
              <a:gd name="connsiteX88" fmla="*/ 433117 w 482090"/>
              <a:gd name="connsiteY88" fmla="*/ 194786 h 485584"/>
              <a:gd name="connsiteX89" fmla="*/ 420163 w 482090"/>
              <a:gd name="connsiteY89" fmla="*/ 219456 h 485584"/>
              <a:gd name="connsiteX90" fmla="*/ 421782 w 482090"/>
              <a:gd name="connsiteY90" fmla="*/ 242506 h 485584"/>
              <a:gd name="connsiteX91" fmla="*/ 420163 w 482090"/>
              <a:gd name="connsiteY91" fmla="*/ 265557 h 485584"/>
              <a:gd name="connsiteX92" fmla="*/ 433117 w 482090"/>
              <a:gd name="connsiteY92" fmla="*/ 290227 h 485584"/>
              <a:gd name="connsiteX93" fmla="*/ 451881 w 482090"/>
              <a:gd name="connsiteY93" fmla="*/ 299561 h 485584"/>
              <a:gd name="connsiteX94" fmla="*/ 413971 w 482090"/>
              <a:gd name="connsiteY94" fmla="*/ 375857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82090" h="485584">
                <a:moveTo>
                  <a:pt x="241569" y="114205"/>
                </a:moveTo>
                <a:cubicBezTo>
                  <a:pt x="170703" y="114205"/>
                  <a:pt x="112981" y="171926"/>
                  <a:pt x="112981" y="242792"/>
                </a:cubicBezTo>
                <a:cubicBezTo>
                  <a:pt x="112981" y="313658"/>
                  <a:pt x="170703" y="371380"/>
                  <a:pt x="241569" y="371380"/>
                </a:cubicBezTo>
                <a:cubicBezTo>
                  <a:pt x="312435" y="371380"/>
                  <a:pt x="370156" y="313658"/>
                  <a:pt x="370156" y="242792"/>
                </a:cubicBezTo>
                <a:cubicBezTo>
                  <a:pt x="370156" y="171926"/>
                  <a:pt x="312435" y="114205"/>
                  <a:pt x="241569" y="114205"/>
                </a:cubicBezTo>
                <a:close/>
                <a:moveTo>
                  <a:pt x="241569" y="342805"/>
                </a:moveTo>
                <a:cubicBezTo>
                  <a:pt x="186419" y="342805"/>
                  <a:pt x="141556" y="297942"/>
                  <a:pt x="141556" y="242792"/>
                </a:cubicBezTo>
                <a:cubicBezTo>
                  <a:pt x="141556" y="187643"/>
                  <a:pt x="186419" y="142780"/>
                  <a:pt x="241569" y="142780"/>
                </a:cubicBezTo>
                <a:cubicBezTo>
                  <a:pt x="296719" y="142780"/>
                  <a:pt x="341581" y="187643"/>
                  <a:pt x="341581" y="242792"/>
                </a:cubicBezTo>
                <a:cubicBezTo>
                  <a:pt x="341581" y="297942"/>
                  <a:pt x="296719" y="342805"/>
                  <a:pt x="241569" y="342805"/>
                </a:cubicBezTo>
                <a:close/>
                <a:moveTo>
                  <a:pt x="468835" y="276035"/>
                </a:moveTo>
                <a:lnTo>
                  <a:pt x="448833" y="266129"/>
                </a:lnTo>
                <a:cubicBezTo>
                  <a:pt x="449881" y="257842"/>
                  <a:pt x="450357" y="250127"/>
                  <a:pt x="450357" y="242506"/>
                </a:cubicBezTo>
                <a:cubicBezTo>
                  <a:pt x="450357" y="234887"/>
                  <a:pt x="449881" y="227171"/>
                  <a:pt x="448833" y="218885"/>
                </a:cubicBezTo>
                <a:lnTo>
                  <a:pt x="468835" y="208979"/>
                </a:lnTo>
                <a:cubicBezTo>
                  <a:pt x="474550" y="206121"/>
                  <a:pt x="478837" y="201263"/>
                  <a:pt x="480837" y="195263"/>
                </a:cubicBezTo>
                <a:cubicBezTo>
                  <a:pt x="482837" y="189262"/>
                  <a:pt x="482456" y="182785"/>
                  <a:pt x="479599" y="177070"/>
                </a:cubicBezTo>
                <a:lnTo>
                  <a:pt x="437498" y="92202"/>
                </a:lnTo>
                <a:cubicBezTo>
                  <a:pt x="434641" y="86487"/>
                  <a:pt x="429783" y="82201"/>
                  <a:pt x="423782" y="80201"/>
                </a:cubicBezTo>
                <a:cubicBezTo>
                  <a:pt x="417781" y="78200"/>
                  <a:pt x="411304" y="78581"/>
                  <a:pt x="405589" y="81439"/>
                </a:cubicBezTo>
                <a:lnTo>
                  <a:pt x="385587" y="91345"/>
                </a:lnTo>
                <a:cubicBezTo>
                  <a:pt x="364346" y="71057"/>
                  <a:pt x="338914" y="55245"/>
                  <a:pt x="311673" y="45434"/>
                </a:cubicBezTo>
                <a:lnTo>
                  <a:pt x="311673" y="23813"/>
                </a:lnTo>
                <a:cubicBezTo>
                  <a:pt x="311673" y="10668"/>
                  <a:pt x="301005" y="0"/>
                  <a:pt x="287860" y="0"/>
                </a:cubicBezTo>
                <a:lnTo>
                  <a:pt x="193087" y="0"/>
                </a:lnTo>
                <a:cubicBezTo>
                  <a:pt x="179942" y="0"/>
                  <a:pt x="169274" y="10668"/>
                  <a:pt x="169274" y="23813"/>
                </a:cubicBezTo>
                <a:lnTo>
                  <a:pt x="169274" y="45911"/>
                </a:lnTo>
                <a:cubicBezTo>
                  <a:pt x="142509" y="55721"/>
                  <a:pt x="117458" y="71342"/>
                  <a:pt x="96598" y="91345"/>
                </a:cubicBezTo>
                <a:lnTo>
                  <a:pt x="76596" y="81439"/>
                </a:lnTo>
                <a:cubicBezTo>
                  <a:pt x="64785" y="75629"/>
                  <a:pt x="50402" y="80486"/>
                  <a:pt x="44592" y="92202"/>
                </a:cubicBezTo>
                <a:lnTo>
                  <a:pt x="2491" y="177070"/>
                </a:lnTo>
                <a:cubicBezTo>
                  <a:pt x="-366" y="182785"/>
                  <a:pt x="-747" y="189262"/>
                  <a:pt x="1253" y="195263"/>
                </a:cubicBezTo>
                <a:cubicBezTo>
                  <a:pt x="3253" y="201263"/>
                  <a:pt x="7540" y="206216"/>
                  <a:pt x="13255" y="208979"/>
                </a:cubicBezTo>
                <a:lnTo>
                  <a:pt x="33257" y="218885"/>
                </a:lnTo>
                <a:cubicBezTo>
                  <a:pt x="32209" y="227171"/>
                  <a:pt x="31733" y="234887"/>
                  <a:pt x="31733" y="242506"/>
                </a:cubicBezTo>
                <a:cubicBezTo>
                  <a:pt x="31733" y="250127"/>
                  <a:pt x="32209" y="257842"/>
                  <a:pt x="33257" y="266129"/>
                </a:cubicBezTo>
                <a:lnTo>
                  <a:pt x="13255" y="276035"/>
                </a:lnTo>
                <a:cubicBezTo>
                  <a:pt x="7540" y="278892"/>
                  <a:pt x="3253" y="283750"/>
                  <a:pt x="1253" y="289751"/>
                </a:cubicBezTo>
                <a:cubicBezTo>
                  <a:pt x="-747" y="295751"/>
                  <a:pt x="-366" y="302228"/>
                  <a:pt x="2491" y="307943"/>
                </a:cubicBezTo>
                <a:lnTo>
                  <a:pt x="44592" y="392811"/>
                </a:lnTo>
                <a:cubicBezTo>
                  <a:pt x="47449" y="398526"/>
                  <a:pt x="52307" y="402812"/>
                  <a:pt x="58308" y="404813"/>
                </a:cubicBezTo>
                <a:cubicBezTo>
                  <a:pt x="64309" y="406908"/>
                  <a:pt x="70786" y="406432"/>
                  <a:pt x="76501" y="403574"/>
                </a:cubicBezTo>
                <a:lnTo>
                  <a:pt x="96503" y="393668"/>
                </a:lnTo>
                <a:cubicBezTo>
                  <a:pt x="117363" y="413671"/>
                  <a:pt x="142414" y="429292"/>
                  <a:pt x="169179" y="439103"/>
                </a:cubicBezTo>
                <a:lnTo>
                  <a:pt x="169179" y="461772"/>
                </a:lnTo>
                <a:cubicBezTo>
                  <a:pt x="169179" y="474917"/>
                  <a:pt x="179847" y="485585"/>
                  <a:pt x="192991" y="485585"/>
                </a:cubicBezTo>
                <a:lnTo>
                  <a:pt x="287765" y="485585"/>
                </a:lnTo>
                <a:cubicBezTo>
                  <a:pt x="300910" y="485585"/>
                  <a:pt x="311578" y="474917"/>
                  <a:pt x="311578" y="461772"/>
                </a:cubicBezTo>
                <a:lnTo>
                  <a:pt x="311578" y="439579"/>
                </a:lnTo>
                <a:cubicBezTo>
                  <a:pt x="338914" y="429768"/>
                  <a:pt x="364346" y="413957"/>
                  <a:pt x="385492" y="393668"/>
                </a:cubicBezTo>
                <a:lnTo>
                  <a:pt x="405494" y="403574"/>
                </a:lnTo>
                <a:cubicBezTo>
                  <a:pt x="411209" y="406432"/>
                  <a:pt x="417686" y="406908"/>
                  <a:pt x="423687" y="404813"/>
                </a:cubicBezTo>
                <a:cubicBezTo>
                  <a:pt x="429688" y="402812"/>
                  <a:pt x="434641" y="398526"/>
                  <a:pt x="437403" y="392811"/>
                </a:cubicBezTo>
                <a:lnTo>
                  <a:pt x="479503" y="307943"/>
                </a:lnTo>
                <a:cubicBezTo>
                  <a:pt x="482361" y="302228"/>
                  <a:pt x="482742" y="295751"/>
                  <a:pt x="480742" y="289751"/>
                </a:cubicBezTo>
                <a:cubicBezTo>
                  <a:pt x="478837" y="283750"/>
                  <a:pt x="474550" y="278892"/>
                  <a:pt x="468835" y="276035"/>
                </a:cubicBezTo>
                <a:close/>
                <a:moveTo>
                  <a:pt x="413971" y="375857"/>
                </a:moveTo>
                <a:lnTo>
                  <a:pt x="395112" y="366522"/>
                </a:lnTo>
                <a:cubicBezTo>
                  <a:pt x="386063" y="362045"/>
                  <a:pt x="375014" y="363855"/>
                  <a:pt x="367775" y="370999"/>
                </a:cubicBezTo>
                <a:cubicBezTo>
                  <a:pt x="348344" y="390144"/>
                  <a:pt x="324627" y="404908"/>
                  <a:pt x="299195" y="413575"/>
                </a:cubicBezTo>
                <a:cubicBezTo>
                  <a:pt x="289480" y="416909"/>
                  <a:pt x="283003" y="425958"/>
                  <a:pt x="283003" y="436055"/>
                </a:cubicBezTo>
                <a:lnTo>
                  <a:pt x="283003" y="457010"/>
                </a:lnTo>
                <a:lnTo>
                  <a:pt x="197754" y="457010"/>
                </a:lnTo>
                <a:lnTo>
                  <a:pt x="197754" y="435769"/>
                </a:lnTo>
                <a:cubicBezTo>
                  <a:pt x="197754" y="425672"/>
                  <a:pt x="191277" y="416624"/>
                  <a:pt x="181657" y="413290"/>
                </a:cubicBezTo>
                <a:cubicBezTo>
                  <a:pt x="156606" y="404622"/>
                  <a:pt x="133365" y="389954"/>
                  <a:pt x="114220" y="371094"/>
                </a:cubicBezTo>
                <a:cubicBezTo>
                  <a:pt x="106981" y="363950"/>
                  <a:pt x="95932" y="362045"/>
                  <a:pt x="86883" y="366617"/>
                </a:cubicBezTo>
                <a:lnTo>
                  <a:pt x="68023" y="375952"/>
                </a:lnTo>
                <a:lnTo>
                  <a:pt x="30209" y="299657"/>
                </a:lnTo>
                <a:lnTo>
                  <a:pt x="48973" y="290322"/>
                </a:lnTo>
                <a:cubicBezTo>
                  <a:pt x="58117" y="285750"/>
                  <a:pt x="63356" y="275844"/>
                  <a:pt x="61927" y="265652"/>
                </a:cubicBezTo>
                <a:cubicBezTo>
                  <a:pt x="60784" y="257461"/>
                  <a:pt x="60308" y="249841"/>
                  <a:pt x="60308" y="242602"/>
                </a:cubicBezTo>
                <a:cubicBezTo>
                  <a:pt x="60308" y="235363"/>
                  <a:pt x="60880" y="227743"/>
                  <a:pt x="61927" y="219551"/>
                </a:cubicBezTo>
                <a:cubicBezTo>
                  <a:pt x="63356" y="209360"/>
                  <a:pt x="58117" y="199454"/>
                  <a:pt x="48973" y="194881"/>
                </a:cubicBezTo>
                <a:lnTo>
                  <a:pt x="30209" y="185547"/>
                </a:lnTo>
                <a:lnTo>
                  <a:pt x="68023" y="109252"/>
                </a:lnTo>
                <a:lnTo>
                  <a:pt x="86883" y="118586"/>
                </a:lnTo>
                <a:cubicBezTo>
                  <a:pt x="95932" y="123063"/>
                  <a:pt x="106981" y="121253"/>
                  <a:pt x="114220" y="114109"/>
                </a:cubicBezTo>
                <a:cubicBezTo>
                  <a:pt x="133365" y="95155"/>
                  <a:pt x="156701" y="80582"/>
                  <a:pt x="181657" y="71914"/>
                </a:cubicBezTo>
                <a:cubicBezTo>
                  <a:pt x="191277" y="68580"/>
                  <a:pt x="197754" y="59531"/>
                  <a:pt x="197754" y="49435"/>
                </a:cubicBezTo>
                <a:lnTo>
                  <a:pt x="197754" y="28575"/>
                </a:lnTo>
                <a:lnTo>
                  <a:pt x="283003" y="28575"/>
                </a:lnTo>
                <a:lnTo>
                  <a:pt x="283003" y="48959"/>
                </a:lnTo>
                <a:cubicBezTo>
                  <a:pt x="283003" y="59150"/>
                  <a:pt x="289480" y="68104"/>
                  <a:pt x="299290" y="71438"/>
                </a:cubicBezTo>
                <a:cubicBezTo>
                  <a:pt x="324722" y="80105"/>
                  <a:pt x="348439" y="94774"/>
                  <a:pt x="367870" y="114014"/>
                </a:cubicBezTo>
                <a:cubicBezTo>
                  <a:pt x="375109" y="121158"/>
                  <a:pt x="386158" y="123063"/>
                  <a:pt x="395207" y="118491"/>
                </a:cubicBezTo>
                <a:lnTo>
                  <a:pt x="414067" y="109157"/>
                </a:lnTo>
                <a:lnTo>
                  <a:pt x="451881" y="185452"/>
                </a:lnTo>
                <a:lnTo>
                  <a:pt x="433117" y="194786"/>
                </a:lnTo>
                <a:cubicBezTo>
                  <a:pt x="423973" y="199358"/>
                  <a:pt x="418734" y="209264"/>
                  <a:pt x="420163" y="219456"/>
                </a:cubicBezTo>
                <a:cubicBezTo>
                  <a:pt x="421306" y="227648"/>
                  <a:pt x="421782" y="235268"/>
                  <a:pt x="421782" y="242506"/>
                </a:cubicBezTo>
                <a:cubicBezTo>
                  <a:pt x="421782" y="249746"/>
                  <a:pt x="421210" y="257366"/>
                  <a:pt x="420163" y="265557"/>
                </a:cubicBezTo>
                <a:cubicBezTo>
                  <a:pt x="418734" y="275749"/>
                  <a:pt x="423973" y="285655"/>
                  <a:pt x="433117" y="290227"/>
                </a:cubicBezTo>
                <a:lnTo>
                  <a:pt x="451881" y="299561"/>
                </a:lnTo>
                <a:lnTo>
                  <a:pt x="413971" y="375857"/>
                </a:lnTo>
                <a:close/>
              </a:path>
            </a:pathLst>
          </a:custGeom>
          <a:solidFill>
            <a:srgbClr val="211452"/>
          </a:solidFill>
          <a:ln w="9525" cap="flat">
            <a:noFill/>
            <a:prstDash val="solid"/>
            <a:miter/>
          </a:ln>
        </p:spPr>
        <p:txBody>
          <a:bodyPr rtlCol="0" anchor="ctr"/>
          <a:lstStyle/>
          <a:p>
            <a:endParaRPr lang="en-US"/>
          </a:p>
        </p:txBody>
      </p:sp>
      <p:sp>
        <p:nvSpPr>
          <p:cNvPr id="335" name="Grafik 66">
            <a:extLst>
              <a:ext uri="{FF2B5EF4-FFF2-40B4-BE49-F238E27FC236}">
                <a16:creationId xmlns:a16="http://schemas.microsoft.com/office/drawing/2014/main" id="{D67AF4A1-07E8-4643-B21E-D6F69E2CC150}"/>
              </a:ext>
            </a:extLst>
          </p:cNvPr>
          <p:cNvSpPr/>
          <p:nvPr/>
        </p:nvSpPr>
        <p:spPr bwMode="gray">
          <a:xfrm>
            <a:off x="10203734" y="3782932"/>
            <a:ext cx="457575" cy="457304"/>
          </a:xfrm>
          <a:custGeom>
            <a:avLst/>
            <a:gdLst>
              <a:gd name="connsiteX0" fmla="*/ 457280 w 457575"/>
              <a:gd name="connsiteY0" fmla="*/ 75924 h 457304"/>
              <a:gd name="connsiteX1" fmla="*/ 433087 w 457575"/>
              <a:gd name="connsiteY1" fmla="*/ 24489 h 457304"/>
              <a:gd name="connsiteX2" fmla="*/ 381652 w 457575"/>
              <a:gd name="connsiteY2" fmla="*/ 295 h 457304"/>
              <a:gd name="connsiteX3" fmla="*/ 330598 w 457575"/>
              <a:gd name="connsiteY3" fmla="*/ 18393 h 457304"/>
              <a:gd name="connsiteX4" fmla="*/ 36085 w 457575"/>
              <a:gd name="connsiteY4" fmla="*/ 312715 h 457304"/>
              <a:gd name="connsiteX5" fmla="*/ 25607 w 457575"/>
              <a:gd name="connsiteY5" fmla="*/ 332051 h 457304"/>
              <a:gd name="connsiteX6" fmla="*/ 366 w 457575"/>
              <a:gd name="connsiteY6" fmla="*/ 440160 h 457304"/>
              <a:gd name="connsiteX7" fmla="*/ 2176 w 457575"/>
              <a:gd name="connsiteY7" fmla="*/ 450732 h 457304"/>
              <a:gd name="connsiteX8" fmla="*/ 10939 w 457575"/>
              <a:gd name="connsiteY8" fmla="*/ 456924 h 457304"/>
              <a:gd name="connsiteX9" fmla="*/ 14273 w 457575"/>
              <a:gd name="connsiteY9" fmla="*/ 457305 h 457304"/>
              <a:gd name="connsiteX10" fmla="*/ 17321 w 457575"/>
              <a:gd name="connsiteY10" fmla="*/ 456924 h 457304"/>
              <a:gd name="connsiteX11" fmla="*/ 125429 w 457575"/>
              <a:gd name="connsiteY11" fmla="*/ 431682 h 457304"/>
              <a:gd name="connsiteX12" fmla="*/ 144765 w 457575"/>
              <a:gd name="connsiteY12" fmla="*/ 421205 h 457304"/>
              <a:gd name="connsiteX13" fmla="*/ 439278 w 457575"/>
              <a:gd name="connsiteY13" fmla="*/ 126978 h 457304"/>
              <a:gd name="connsiteX14" fmla="*/ 457280 w 457575"/>
              <a:gd name="connsiteY14" fmla="*/ 75924 h 457304"/>
              <a:gd name="connsiteX15" fmla="*/ 44276 w 457575"/>
              <a:gd name="connsiteY15" fmla="*/ 376533 h 457304"/>
              <a:gd name="connsiteX16" fmla="*/ 53039 w 457575"/>
              <a:gd name="connsiteY16" fmla="*/ 338623 h 457304"/>
              <a:gd name="connsiteX17" fmla="*/ 53325 w 457575"/>
              <a:gd name="connsiteY17" fmla="*/ 337766 h 457304"/>
              <a:gd name="connsiteX18" fmla="*/ 119810 w 457575"/>
              <a:gd name="connsiteY18" fmla="*/ 404536 h 457304"/>
              <a:gd name="connsiteX19" fmla="*/ 119524 w 457575"/>
              <a:gd name="connsiteY19" fmla="*/ 404631 h 457304"/>
              <a:gd name="connsiteX20" fmla="*/ 32846 w 457575"/>
              <a:gd name="connsiteY20" fmla="*/ 424729 h 457304"/>
              <a:gd name="connsiteX21" fmla="*/ 37323 w 457575"/>
              <a:gd name="connsiteY21" fmla="*/ 405203 h 457304"/>
              <a:gd name="connsiteX22" fmla="*/ 37418 w 457575"/>
              <a:gd name="connsiteY22" fmla="*/ 405298 h 457304"/>
              <a:gd name="connsiteX23" fmla="*/ 44276 w 457575"/>
              <a:gd name="connsiteY23" fmla="*/ 376533 h 457304"/>
              <a:gd name="connsiteX24" fmla="*/ 44276 w 457575"/>
              <a:gd name="connsiteY24" fmla="*/ 376533 h 457304"/>
              <a:gd name="connsiteX25" fmla="*/ 346314 w 457575"/>
              <a:gd name="connsiteY25" fmla="*/ 180127 h 457304"/>
              <a:gd name="connsiteX26" fmla="*/ 143146 w 457575"/>
              <a:gd name="connsiteY26" fmla="*/ 383391 h 457304"/>
              <a:gd name="connsiteX27" fmla="*/ 137717 w 457575"/>
              <a:gd name="connsiteY27" fmla="*/ 370818 h 457304"/>
              <a:gd name="connsiteX28" fmla="*/ 116285 w 457575"/>
              <a:gd name="connsiteY28" fmla="*/ 342243 h 457304"/>
              <a:gd name="connsiteX29" fmla="*/ 115523 w 457575"/>
              <a:gd name="connsiteY29" fmla="*/ 341481 h 457304"/>
              <a:gd name="connsiteX30" fmla="*/ 86853 w 457575"/>
              <a:gd name="connsiteY30" fmla="*/ 320049 h 457304"/>
              <a:gd name="connsiteX31" fmla="*/ 74375 w 457575"/>
              <a:gd name="connsiteY31" fmla="*/ 314620 h 457304"/>
              <a:gd name="connsiteX32" fmla="*/ 277544 w 457575"/>
              <a:gd name="connsiteY32" fmla="*/ 111357 h 457304"/>
              <a:gd name="connsiteX33" fmla="*/ 320025 w 457575"/>
              <a:gd name="connsiteY33" fmla="*/ 134217 h 457304"/>
              <a:gd name="connsiteX34" fmla="*/ 322311 w 457575"/>
              <a:gd name="connsiteY34" fmla="*/ 136503 h 457304"/>
              <a:gd name="connsiteX35" fmla="*/ 343076 w 457575"/>
              <a:gd name="connsiteY35" fmla="*/ 168126 h 457304"/>
              <a:gd name="connsiteX36" fmla="*/ 346314 w 457575"/>
              <a:gd name="connsiteY36" fmla="*/ 180127 h 457304"/>
              <a:gd name="connsiteX37" fmla="*/ 386510 w 457575"/>
              <a:gd name="connsiteY37" fmla="*/ 139932 h 457304"/>
              <a:gd name="connsiteX38" fmla="*/ 368984 w 457575"/>
              <a:gd name="connsiteY38" fmla="*/ 157458 h 457304"/>
              <a:gd name="connsiteX39" fmla="*/ 300213 w 457575"/>
              <a:gd name="connsiteY39" fmla="*/ 88687 h 457304"/>
              <a:gd name="connsiteX40" fmla="*/ 317739 w 457575"/>
              <a:gd name="connsiteY40" fmla="*/ 71161 h 457304"/>
              <a:gd name="connsiteX41" fmla="*/ 386510 w 457575"/>
              <a:gd name="connsiteY41" fmla="*/ 139932 h 45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57575" h="457304">
                <a:moveTo>
                  <a:pt x="457280" y="75924"/>
                </a:moveTo>
                <a:cubicBezTo>
                  <a:pt x="455661" y="56397"/>
                  <a:pt x="446993" y="38205"/>
                  <a:pt x="433087" y="24489"/>
                </a:cubicBezTo>
                <a:cubicBezTo>
                  <a:pt x="419371" y="10582"/>
                  <a:pt x="401083" y="2010"/>
                  <a:pt x="381652" y="295"/>
                </a:cubicBezTo>
                <a:cubicBezTo>
                  <a:pt x="362697" y="-1515"/>
                  <a:pt x="344123" y="5058"/>
                  <a:pt x="330598" y="18393"/>
                </a:cubicBezTo>
                <a:lnTo>
                  <a:pt x="36085" y="312715"/>
                </a:lnTo>
                <a:cubicBezTo>
                  <a:pt x="30846" y="318049"/>
                  <a:pt x="27227" y="324717"/>
                  <a:pt x="25607" y="332051"/>
                </a:cubicBezTo>
                <a:lnTo>
                  <a:pt x="366" y="440160"/>
                </a:lnTo>
                <a:cubicBezTo>
                  <a:pt x="-491" y="443779"/>
                  <a:pt x="176" y="447589"/>
                  <a:pt x="2176" y="450732"/>
                </a:cubicBezTo>
                <a:cubicBezTo>
                  <a:pt x="4176" y="453876"/>
                  <a:pt x="7319" y="456162"/>
                  <a:pt x="10939" y="456924"/>
                </a:cubicBezTo>
                <a:cubicBezTo>
                  <a:pt x="11987" y="457209"/>
                  <a:pt x="13225" y="457305"/>
                  <a:pt x="14273" y="457305"/>
                </a:cubicBezTo>
                <a:cubicBezTo>
                  <a:pt x="15320" y="457305"/>
                  <a:pt x="16273" y="457209"/>
                  <a:pt x="17321" y="456924"/>
                </a:cubicBezTo>
                <a:lnTo>
                  <a:pt x="125429" y="431682"/>
                </a:lnTo>
                <a:cubicBezTo>
                  <a:pt x="132764" y="430063"/>
                  <a:pt x="139431" y="426444"/>
                  <a:pt x="144765" y="421205"/>
                </a:cubicBezTo>
                <a:lnTo>
                  <a:pt x="439278" y="126978"/>
                </a:lnTo>
                <a:cubicBezTo>
                  <a:pt x="452518" y="113452"/>
                  <a:pt x="459090" y="94878"/>
                  <a:pt x="457280" y="75924"/>
                </a:cubicBezTo>
                <a:close/>
                <a:moveTo>
                  <a:pt x="44276" y="376533"/>
                </a:moveTo>
                <a:lnTo>
                  <a:pt x="53039" y="338623"/>
                </a:lnTo>
                <a:cubicBezTo>
                  <a:pt x="53135" y="338337"/>
                  <a:pt x="53230" y="338052"/>
                  <a:pt x="53325" y="337766"/>
                </a:cubicBezTo>
                <a:cubicBezTo>
                  <a:pt x="86948" y="344910"/>
                  <a:pt x="112856" y="370913"/>
                  <a:pt x="119810" y="404536"/>
                </a:cubicBezTo>
                <a:cubicBezTo>
                  <a:pt x="119714" y="404536"/>
                  <a:pt x="119619" y="404631"/>
                  <a:pt x="119524" y="404631"/>
                </a:cubicBezTo>
                <a:lnTo>
                  <a:pt x="32846" y="424729"/>
                </a:lnTo>
                <a:lnTo>
                  <a:pt x="37323" y="405203"/>
                </a:lnTo>
                <a:lnTo>
                  <a:pt x="37418" y="405298"/>
                </a:lnTo>
                <a:lnTo>
                  <a:pt x="44276" y="376533"/>
                </a:lnTo>
                <a:lnTo>
                  <a:pt x="44276" y="376533"/>
                </a:lnTo>
                <a:close/>
                <a:moveTo>
                  <a:pt x="346314" y="180127"/>
                </a:moveTo>
                <a:lnTo>
                  <a:pt x="143146" y="383391"/>
                </a:lnTo>
                <a:cubicBezTo>
                  <a:pt x="141622" y="379104"/>
                  <a:pt x="139812" y="374913"/>
                  <a:pt x="137717" y="370818"/>
                </a:cubicBezTo>
                <a:cubicBezTo>
                  <a:pt x="132859" y="361102"/>
                  <a:pt x="125810" y="351768"/>
                  <a:pt x="116285" y="342243"/>
                </a:cubicBezTo>
                <a:lnTo>
                  <a:pt x="115523" y="341481"/>
                </a:lnTo>
                <a:cubicBezTo>
                  <a:pt x="105998" y="331956"/>
                  <a:pt x="96569" y="324907"/>
                  <a:pt x="86853" y="320049"/>
                </a:cubicBezTo>
                <a:cubicBezTo>
                  <a:pt x="82853" y="318049"/>
                  <a:pt x="78662" y="316239"/>
                  <a:pt x="74375" y="314620"/>
                </a:cubicBezTo>
                <a:lnTo>
                  <a:pt x="277544" y="111357"/>
                </a:lnTo>
                <a:cubicBezTo>
                  <a:pt x="293736" y="114595"/>
                  <a:pt x="308405" y="122501"/>
                  <a:pt x="320025" y="134217"/>
                </a:cubicBezTo>
                <a:lnTo>
                  <a:pt x="322311" y="136503"/>
                </a:lnTo>
                <a:cubicBezTo>
                  <a:pt x="332122" y="146409"/>
                  <a:pt x="339170" y="156981"/>
                  <a:pt x="343076" y="168126"/>
                </a:cubicBezTo>
                <a:cubicBezTo>
                  <a:pt x="344314" y="172031"/>
                  <a:pt x="345457" y="176031"/>
                  <a:pt x="346314" y="180127"/>
                </a:cubicBezTo>
                <a:close/>
                <a:moveTo>
                  <a:pt x="386510" y="139932"/>
                </a:moveTo>
                <a:lnTo>
                  <a:pt x="368984" y="157458"/>
                </a:lnTo>
                <a:cubicBezTo>
                  <a:pt x="357173" y="125358"/>
                  <a:pt x="332312" y="100498"/>
                  <a:pt x="300213" y="88687"/>
                </a:cubicBezTo>
                <a:lnTo>
                  <a:pt x="317739" y="71161"/>
                </a:lnTo>
                <a:cubicBezTo>
                  <a:pt x="352601" y="78210"/>
                  <a:pt x="379461" y="105070"/>
                  <a:pt x="386510" y="139932"/>
                </a:cubicBezTo>
                <a:close/>
              </a:path>
            </a:pathLst>
          </a:custGeom>
          <a:solidFill>
            <a:srgbClr val="211452"/>
          </a:solidFill>
          <a:ln w="9525" cap="flat">
            <a:noFill/>
            <a:prstDash val="solid"/>
            <a:miter/>
          </a:ln>
        </p:spPr>
        <p:txBody>
          <a:bodyPr rtlCol="0" anchor="ctr"/>
          <a:lstStyle/>
          <a:p>
            <a:endParaRPr lang="en-US"/>
          </a:p>
        </p:txBody>
      </p:sp>
      <p:sp>
        <p:nvSpPr>
          <p:cNvPr id="336" name="Grafik 69">
            <a:extLst>
              <a:ext uri="{FF2B5EF4-FFF2-40B4-BE49-F238E27FC236}">
                <a16:creationId xmlns:a16="http://schemas.microsoft.com/office/drawing/2014/main" id="{CBE7A5B9-F17F-45A4-BB96-EED2751E21F1}"/>
              </a:ext>
            </a:extLst>
          </p:cNvPr>
          <p:cNvSpPr/>
          <p:nvPr/>
        </p:nvSpPr>
        <p:spPr bwMode="gray">
          <a:xfrm>
            <a:off x="4988787" y="3828236"/>
            <a:ext cx="437673" cy="458533"/>
          </a:xfrm>
          <a:custGeom>
            <a:avLst/>
            <a:gdLst>
              <a:gd name="connsiteX0" fmla="*/ 219075 w 437673"/>
              <a:gd name="connsiteY0" fmla="*/ 0 h 458533"/>
              <a:gd name="connsiteX1" fmla="*/ 0 w 437673"/>
              <a:gd name="connsiteY1" fmla="*/ 214789 h 458533"/>
              <a:gd name="connsiteX2" fmla="*/ 33052 w 437673"/>
              <a:gd name="connsiteY2" fmla="*/ 328422 h 458533"/>
              <a:gd name="connsiteX3" fmla="*/ 0 w 437673"/>
              <a:gd name="connsiteY3" fmla="*/ 458534 h 458533"/>
              <a:gd name="connsiteX4" fmla="*/ 118205 w 437673"/>
              <a:gd name="connsiteY4" fmla="*/ 405670 h 458533"/>
              <a:gd name="connsiteX5" fmla="*/ 219075 w 437673"/>
              <a:gd name="connsiteY5" fmla="*/ 430054 h 458533"/>
              <a:gd name="connsiteX6" fmla="*/ 437674 w 437673"/>
              <a:gd name="connsiteY6" fmla="*/ 214789 h 458533"/>
              <a:gd name="connsiteX7" fmla="*/ 219075 w 437673"/>
              <a:gd name="connsiteY7" fmla="*/ 0 h 458533"/>
              <a:gd name="connsiteX8" fmla="*/ 329756 w 437673"/>
              <a:gd name="connsiteY8" fmla="*/ 286703 h 458533"/>
              <a:gd name="connsiteX9" fmla="*/ 291370 w 437673"/>
              <a:gd name="connsiteY9" fmla="*/ 317183 h 458533"/>
              <a:gd name="connsiteX10" fmla="*/ 175641 w 437673"/>
              <a:gd name="connsiteY10" fmla="*/ 268891 h 458533"/>
              <a:gd name="connsiteX11" fmla="*/ 116491 w 437673"/>
              <a:gd name="connsiteY11" fmla="*/ 160115 h 458533"/>
              <a:gd name="connsiteX12" fmla="*/ 143732 w 437673"/>
              <a:gd name="connsiteY12" fmla="*/ 119444 h 458533"/>
              <a:gd name="connsiteX13" fmla="*/ 157734 w 437673"/>
              <a:gd name="connsiteY13" fmla="*/ 118586 h 458533"/>
              <a:gd name="connsiteX14" fmla="*/ 170117 w 437673"/>
              <a:gd name="connsiteY14" fmla="*/ 122587 h 458533"/>
              <a:gd name="connsiteX15" fmla="*/ 188690 w 437673"/>
              <a:gd name="connsiteY15" fmla="*/ 170117 h 458533"/>
              <a:gd name="connsiteX16" fmla="*/ 183261 w 437673"/>
              <a:gd name="connsiteY16" fmla="*/ 182309 h 458533"/>
              <a:gd name="connsiteX17" fmla="*/ 172117 w 437673"/>
              <a:gd name="connsiteY17" fmla="*/ 195263 h 458533"/>
              <a:gd name="connsiteX18" fmla="*/ 172117 w 437673"/>
              <a:gd name="connsiteY18" fmla="*/ 204216 h 458533"/>
              <a:gd name="connsiteX19" fmla="*/ 201073 w 437673"/>
              <a:gd name="connsiteY19" fmla="*/ 241173 h 458533"/>
              <a:gd name="connsiteX20" fmla="*/ 241173 w 437673"/>
              <a:gd name="connsiteY20" fmla="*/ 266795 h 458533"/>
              <a:gd name="connsiteX21" fmla="*/ 250698 w 437673"/>
              <a:gd name="connsiteY21" fmla="*/ 268034 h 458533"/>
              <a:gd name="connsiteX22" fmla="*/ 258985 w 437673"/>
              <a:gd name="connsiteY22" fmla="*/ 261556 h 458533"/>
              <a:gd name="connsiteX23" fmla="*/ 270986 w 437673"/>
              <a:gd name="connsiteY23" fmla="*/ 246507 h 458533"/>
              <a:gd name="connsiteX24" fmla="*/ 282131 w 437673"/>
              <a:gd name="connsiteY24" fmla="*/ 242506 h 458533"/>
              <a:gd name="connsiteX25" fmla="*/ 324231 w 437673"/>
              <a:gd name="connsiteY25" fmla="*/ 261652 h 458533"/>
              <a:gd name="connsiteX26" fmla="*/ 329184 w 437673"/>
              <a:gd name="connsiteY26" fmla="*/ 272987 h 458533"/>
              <a:gd name="connsiteX27" fmla="*/ 329756 w 437673"/>
              <a:gd name="connsiteY27" fmla="*/ 286703 h 45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673" h="458533">
                <a:moveTo>
                  <a:pt x="219075" y="0"/>
                </a:moveTo>
                <a:cubicBezTo>
                  <a:pt x="97917" y="0"/>
                  <a:pt x="0" y="96203"/>
                  <a:pt x="0" y="214789"/>
                </a:cubicBezTo>
                <a:cubicBezTo>
                  <a:pt x="0" y="256604"/>
                  <a:pt x="12383" y="295561"/>
                  <a:pt x="33052" y="328422"/>
                </a:cubicBezTo>
                <a:lnTo>
                  <a:pt x="0" y="458534"/>
                </a:lnTo>
                <a:lnTo>
                  <a:pt x="118205" y="405670"/>
                </a:lnTo>
                <a:cubicBezTo>
                  <a:pt x="148304" y="421100"/>
                  <a:pt x="182594" y="430054"/>
                  <a:pt x="219075" y="430054"/>
                </a:cubicBezTo>
                <a:cubicBezTo>
                  <a:pt x="339757" y="430054"/>
                  <a:pt x="437674" y="333756"/>
                  <a:pt x="437674" y="214789"/>
                </a:cubicBezTo>
                <a:cubicBezTo>
                  <a:pt x="437579" y="96203"/>
                  <a:pt x="339757" y="0"/>
                  <a:pt x="219075" y="0"/>
                </a:cubicBezTo>
                <a:close/>
                <a:moveTo>
                  <a:pt x="329756" y="286703"/>
                </a:moveTo>
                <a:cubicBezTo>
                  <a:pt x="328041" y="295180"/>
                  <a:pt x="307467" y="313563"/>
                  <a:pt x="291370" y="317183"/>
                </a:cubicBezTo>
                <a:cubicBezTo>
                  <a:pt x="256699" y="324898"/>
                  <a:pt x="207550" y="297656"/>
                  <a:pt x="175641" y="268891"/>
                </a:cubicBezTo>
                <a:cubicBezTo>
                  <a:pt x="143828" y="240411"/>
                  <a:pt x="111919" y="194596"/>
                  <a:pt x="116491" y="160115"/>
                </a:cubicBezTo>
                <a:cubicBezTo>
                  <a:pt x="118586" y="144304"/>
                  <a:pt x="135446" y="122301"/>
                  <a:pt x="143732" y="119444"/>
                </a:cubicBezTo>
                <a:cubicBezTo>
                  <a:pt x="147447" y="118586"/>
                  <a:pt x="152876" y="118586"/>
                  <a:pt x="157734" y="118586"/>
                </a:cubicBezTo>
                <a:cubicBezTo>
                  <a:pt x="163544" y="118967"/>
                  <a:pt x="168497" y="119444"/>
                  <a:pt x="170117" y="122587"/>
                </a:cubicBezTo>
                <a:lnTo>
                  <a:pt x="188690" y="170117"/>
                </a:lnTo>
                <a:cubicBezTo>
                  <a:pt x="189833" y="173736"/>
                  <a:pt x="186976" y="177832"/>
                  <a:pt x="183261" y="182309"/>
                </a:cubicBezTo>
                <a:cubicBezTo>
                  <a:pt x="177832" y="188405"/>
                  <a:pt x="177070" y="188786"/>
                  <a:pt x="172117" y="195263"/>
                </a:cubicBezTo>
                <a:cubicBezTo>
                  <a:pt x="169640" y="198406"/>
                  <a:pt x="171260" y="202597"/>
                  <a:pt x="172117" y="204216"/>
                </a:cubicBezTo>
                <a:cubicBezTo>
                  <a:pt x="177546" y="216884"/>
                  <a:pt x="189929" y="231077"/>
                  <a:pt x="201073" y="241173"/>
                </a:cubicBezTo>
                <a:cubicBezTo>
                  <a:pt x="212598" y="251365"/>
                  <a:pt x="227933" y="262319"/>
                  <a:pt x="241173" y="266795"/>
                </a:cubicBezTo>
                <a:cubicBezTo>
                  <a:pt x="242030" y="266795"/>
                  <a:pt x="246888" y="268796"/>
                  <a:pt x="250698" y="268034"/>
                </a:cubicBezTo>
                <a:cubicBezTo>
                  <a:pt x="254032" y="267653"/>
                  <a:pt x="256032" y="265271"/>
                  <a:pt x="258985" y="261556"/>
                </a:cubicBezTo>
                <a:cubicBezTo>
                  <a:pt x="264414" y="255080"/>
                  <a:pt x="266414" y="252603"/>
                  <a:pt x="270986" y="246507"/>
                </a:cubicBezTo>
                <a:cubicBezTo>
                  <a:pt x="274701" y="242030"/>
                  <a:pt x="278416" y="240316"/>
                  <a:pt x="282131" y="242506"/>
                </a:cubicBezTo>
                <a:lnTo>
                  <a:pt x="324231" y="261652"/>
                </a:lnTo>
                <a:cubicBezTo>
                  <a:pt x="327565" y="263271"/>
                  <a:pt x="328803" y="267367"/>
                  <a:pt x="329184" y="272987"/>
                </a:cubicBezTo>
                <a:cubicBezTo>
                  <a:pt x="330137" y="277749"/>
                  <a:pt x="330613" y="283083"/>
                  <a:pt x="329756" y="286703"/>
                </a:cubicBezTo>
                <a:close/>
              </a:path>
            </a:pathLst>
          </a:custGeom>
          <a:solidFill>
            <a:srgbClr val="211452"/>
          </a:solidFill>
          <a:ln w="9525" cap="flat">
            <a:noFill/>
            <a:prstDash val="solid"/>
            <a:miter/>
          </a:ln>
        </p:spPr>
        <p:txBody>
          <a:bodyPr rtlCol="0" anchor="ctr"/>
          <a:lstStyle/>
          <a:p>
            <a:endParaRPr lang="en-US"/>
          </a:p>
        </p:txBody>
      </p:sp>
      <p:sp>
        <p:nvSpPr>
          <p:cNvPr id="337" name="Grafik 77">
            <a:extLst>
              <a:ext uri="{FF2B5EF4-FFF2-40B4-BE49-F238E27FC236}">
                <a16:creationId xmlns:a16="http://schemas.microsoft.com/office/drawing/2014/main" id="{73397D59-0F45-4DF3-8CBD-0D61E6731774}"/>
              </a:ext>
            </a:extLst>
          </p:cNvPr>
          <p:cNvSpPr/>
          <p:nvPr/>
        </p:nvSpPr>
        <p:spPr bwMode="gray">
          <a:xfrm>
            <a:off x="9278457" y="3785533"/>
            <a:ext cx="457973" cy="458057"/>
          </a:xfrm>
          <a:custGeom>
            <a:avLst/>
            <a:gdLst>
              <a:gd name="connsiteX0" fmla="*/ 207074 w 457973"/>
              <a:gd name="connsiteY0" fmla="*/ 98012 h 458057"/>
              <a:gd name="connsiteX1" fmla="*/ 207169 w 457973"/>
              <a:gd name="connsiteY1" fmla="*/ 116967 h 458057"/>
              <a:gd name="connsiteX2" fmla="*/ 197453 w 457973"/>
              <a:gd name="connsiteY2" fmla="*/ 121634 h 458057"/>
              <a:gd name="connsiteX3" fmla="*/ 187262 w 457973"/>
              <a:gd name="connsiteY3" fmla="*/ 118015 h 458057"/>
              <a:gd name="connsiteX4" fmla="*/ 97727 w 457973"/>
              <a:gd name="connsiteY4" fmla="*/ 28575 h 458057"/>
              <a:gd name="connsiteX5" fmla="*/ 28480 w 457973"/>
              <a:gd name="connsiteY5" fmla="*/ 97822 h 458057"/>
              <a:gd name="connsiteX6" fmla="*/ 47625 w 457973"/>
              <a:gd name="connsiteY6" fmla="*/ 116967 h 458057"/>
              <a:gd name="connsiteX7" fmla="*/ 70771 w 457973"/>
              <a:gd name="connsiteY7" fmla="*/ 93821 h 458057"/>
              <a:gd name="connsiteX8" fmla="*/ 90773 w 457973"/>
              <a:gd name="connsiteY8" fmla="*/ 93821 h 458057"/>
              <a:gd name="connsiteX9" fmla="*/ 90773 w 457973"/>
              <a:gd name="connsiteY9" fmla="*/ 113824 h 458057"/>
              <a:gd name="connsiteX10" fmla="*/ 67532 w 457973"/>
              <a:gd name="connsiteY10" fmla="*/ 136970 h 458057"/>
              <a:gd name="connsiteX11" fmla="*/ 83153 w 457973"/>
              <a:gd name="connsiteY11" fmla="*/ 152591 h 458057"/>
              <a:gd name="connsiteX12" fmla="*/ 106299 w 457973"/>
              <a:gd name="connsiteY12" fmla="*/ 129445 h 458057"/>
              <a:gd name="connsiteX13" fmla="*/ 126302 w 457973"/>
              <a:gd name="connsiteY13" fmla="*/ 129445 h 458057"/>
              <a:gd name="connsiteX14" fmla="*/ 130493 w 457973"/>
              <a:gd name="connsiteY14" fmla="*/ 139446 h 458057"/>
              <a:gd name="connsiteX15" fmla="*/ 126302 w 457973"/>
              <a:gd name="connsiteY15" fmla="*/ 149447 h 458057"/>
              <a:gd name="connsiteX16" fmla="*/ 103156 w 457973"/>
              <a:gd name="connsiteY16" fmla="*/ 172593 h 458057"/>
              <a:gd name="connsiteX17" fmla="*/ 117824 w 457973"/>
              <a:gd name="connsiteY17" fmla="*/ 187262 h 458057"/>
              <a:gd name="connsiteX18" fmla="*/ 122015 w 457973"/>
              <a:gd name="connsiteY18" fmla="*/ 197263 h 458057"/>
              <a:gd name="connsiteX19" fmla="*/ 107918 w 457973"/>
              <a:gd name="connsiteY19" fmla="*/ 211360 h 458057"/>
              <a:gd name="connsiteX20" fmla="*/ 107918 w 457973"/>
              <a:gd name="connsiteY20" fmla="*/ 211360 h 458057"/>
              <a:gd name="connsiteX21" fmla="*/ 107918 w 457973"/>
              <a:gd name="connsiteY21" fmla="*/ 211360 h 458057"/>
              <a:gd name="connsiteX22" fmla="*/ 98012 w 457973"/>
              <a:gd name="connsiteY22" fmla="*/ 207169 h 458057"/>
              <a:gd name="connsiteX23" fmla="*/ 8001 w 457973"/>
              <a:gd name="connsiteY23" fmla="*/ 117253 h 458057"/>
              <a:gd name="connsiteX24" fmla="*/ 8001 w 457973"/>
              <a:gd name="connsiteY24" fmla="*/ 78581 h 458057"/>
              <a:gd name="connsiteX25" fmla="*/ 78581 w 457973"/>
              <a:gd name="connsiteY25" fmla="*/ 8001 h 458057"/>
              <a:gd name="connsiteX26" fmla="*/ 117253 w 457973"/>
              <a:gd name="connsiteY26" fmla="*/ 8001 h 458057"/>
              <a:gd name="connsiteX27" fmla="*/ 207074 w 457973"/>
              <a:gd name="connsiteY27" fmla="*/ 98012 h 458057"/>
              <a:gd name="connsiteX28" fmla="*/ 449961 w 457973"/>
              <a:gd name="connsiteY28" fmla="*/ 340805 h 458057"/>
              <a:gd name="connsiteX29" fmla="*/ 359950 w 457973"/>
              <a:gd name="connsiteY29" fmla="*/ 250889 h 458057"/>
              <a:gd name="connsiteX30" fmla="*/ 339947 w 457973"/>
              <a:gd name="connsiteY30" fmla="*/ 250889 h 458057"/>
              <a:gd name="connsiteX31" fmla="*/ 335756 w 457973"/>
              <a:gd name="connsiteY31" fmla="*/ 260890 h 458057"/>
              <a:gd name="connsiteX32" fmla="*/ 339947 w 457973"/>
              <a:gd name="connsiteY32" fmla="*/ 270891 h 458057"/>
              <a:gd name="connsiteX33" fmla="*/ 429387 w 457973"/>
              <a:gd name="connsiteY33" fmla="*/ 360236 h 458057"/>
              <a:gd name="connsiteX34" fmla="*/ 360140 w 457973"/>
              <a:gd name="connsiteY34" fmla="*/ 429482 h 458057"/>
              <a:gd name="connsiteX35" fmla="*/ 340995 w 457973"/>
              <a:gd name="connsiteY35" fmla="*/ 410337 h 458057"/>
              <a:gd name="connsiteX36" fmla="*/ 364141 w 457973"/>
              <a:gd name="connsiteY36" fmla="*/ 387191 h 458057"/>
              <a:gd name="connsiteX37" fmla="*/ 364141 w 457973"/>
              <a:gd name="connsiteY37" fmla="*/ 367189 h 458057"/>
              <a:gd name="connsiteX38" fmla="*/ 344138 w 457973"/>
              <a:gd name="connsiteY38" fmla="*/ 367189 h 458057"/>
              <a:gd name="connsiteX39" fmla="*/ 320993 w 457973"/>
              <a:gd name="connsiteY39" fmla="*/ 390335 h 458057"/>
              <a:gd name="connsiteX40" fmla="*/ 305372 w 457973"/>
              <a:gd name="connsiteY40" fmla="*/ 374714 h 458057"/>
              <a:gd name="connsiteX41" fmla="*/ 328517 w 457973"/>
              <a:gd name="connsiteY41" fmla="*/ 351568 h 458057"/>
              <a:gd name="connsiteX42" fmla="*/ 328517 w 457973"/>
              <a:gd name="connsiteY42" fmla="*/ 331565 h 458057"/>
              <a:gd name="connsiteX43" fmla="*/ 308515 w 457973"/>
              <a:gd name="connsiteY43" fmla="*/ 331565 h 458057"/>
              <a:gd name="connsiteX44" fmla="*/ 285369 w 457973"/>
              <a:gd name="connsiteY44" fmla="*/ 354711 h 458057"/>
              <a:gd name="connsiteX45" fmla="*/ 270701 w 457973"/>
              <a:gd name="connsiteY45" fmla="*/ 340043 h 458057"/>
              <a:gd name="connsiteX46" fmla="*/ 260509 w 457973"/>
              <a:gd name="connsiteY46" fmla="*/ 336423 h 458057"/>
              <a:gd name="connsiteX47" fmla="*/ 250793 w 457973"/>
              <a:gd name="connsiteY47" fmla="*/ 341090 h 458057"/>
              <a:gd name="connsiteX48" fmla="*/ 250889 w 457973"/>
              <a:gd name="connsiteY48" fmla="*/ 360045 h 458057"/>
              <a:gd name="connsiteX49" fmla="*/ 340805 w 457973"/>
              <a:gd name="connsiteY49" fmla="*/ 450056 h 458057"/>
              <a:gd name="connsiteX50" fmla="*/ 360140 w 457973"/>
              <a:gd name="connsiteY50" fmla="*/ 458057 h 458057"/>
              <a:gd name="connsiteX51" fmla="*/ 379476 w 457973"/>
              <a:gd name="connsiteY51" fmla="*/ 450056 h 458057"/>
              <a:gd name="connsiteX52" fmla="*/ 450056 w 457973"/>
              <a:gd name="connsiteY52" fmla="*/ 379476 h 458057"/>
              <a:gd name="connsiteX53" fmla="*/ 449961 w 457973"/>
              <a:gd name="connsiteY53" fmla="*/ 340805 h 458057"/>
              <a:gd name="connsiteX54" fmla="*/ 456057 w 457973"/>
              <a:gd name="connsiteY54" fmla="*/ 77438 h 458057"/>
              <a:gd name="connsiteX55" fmla="*/ 432054 w 457973"/>
              <a:gd name="connsiteY55" fmla="*/ 26289 h 458057"/>
              <a:gd name="connsiteX56" fmla="*/ 380905 w 457973"/>
              <a:gd name="connsiteY56" fmla="*/ 2286 h 458057"/>
              <a:gd name="connsiteX57" fmla="*/ 330136 w 457973"/>
              <a:gd name="connsiteY57" fmla="*/ 20193 h 458057"/>
              <a:gd name="connsiteX58" fmla="*/ 37433 w 457973"/>
              <a:gd name="connsiteY58" fmla="*/ 312801 h 458057"/>
              <a:gd name="connsiteX59" fmla="*/ 27051 w 457973"/>
              <a:gd name="connsiteY59" fmla="*/ 332042 h 458057"/>
              <a:gd name="connsiteX60" fmla="*/ 1905 w 457973"/>
              <a:gd name="connsiteY60" fmla="*/ 439484 h 458057"/>
              <a:gd name="connsiteX61" fmla="*/ 3715 w 457973"/>
              <a:gd name="connsiteY61" fmla="*/ 450056 h 458057"/>
              <a:gd name="connsiteX62" fmla="*/ 12382 w 457973"/>
              <a:gd name="connsiteY62" fmla="*/ 456248 h 458057"/>
              <a:gd name="connsiteX63" fmla="*/ 15621 w 457973"/>
              <a:gd name="connsiteY63" fmla="*/ 456629 h 458057"/>
              <a:gd name="connsiteX64" fmla="*/ 18669 w 457973"/>
              <a:gd name="connsiteY64" fmla="*/ 456248 h 458057"/>
              <a:gd name="connsiteX65" fmla="*/ 126111 w 457973"/>
              <a:gd name="connsiteY65" fmla="*/ 431101 h 458057"/>
              <a:gd name="connsiteX66" fmla="*/ 145352 w 457973"/>
              <a:gd name="connsiteY66" fmla="*/ 420624 h 458057"/>
              <a:gd name="connsiteX67" fmla="*/ 438150 w 457973"/>
              <a:gd name="connsiteY67" fmla="*/ 128207 h 458057"/>
              <a:gd name="connsiteX68" fmla="*/ 456057 w 457973"/>
              <a:gd name="connsiteY68" fmla="*/ 77438 h 458057"/>
              <a:gd name="connsiteX69" fmla="*/ 45625 w 457973"/>
              <a:gd name="connsiteY69" fmla="*/ 376238 h 458057"/>
              <a:gd name="connsiteX70" fmla="*/ 54388 w 457973"/>
              <a:gd name="connsiteY70" fmla="*/ 338519 h 458057"/>
              <a:gd name="connsiteX71" fmla="*/ 54674 w 457973"/>
              <a:gd name="connsiteY71" fmla="*/ 337661 h 458057"/>
              <a:gd name="connsiteX72" fmla="*/ 120777 w 457973"/>
              <a:gd name="connsiteY72" fmla="*/ 403955 h 458057"/>
              <a:gd name="connsiteX73" fmla="*/ 120491 w 457973"/>
              <a:gd name="connsiteY73" fmla="*/ 404050 h 458057"/>
              <a:gd name="connsiteX74" fmla="*/ 34385 w 457973"/>
              <a:gd name="connsiteY74" fmla="*/ 423958 h 458057"/>
              <a:gd name="connsiteX75" fmla="*/ 38862 w 457973"/>
              <a:gd name="connsiteY75" fmla="*/ 404622 h 458057"/>
              <a:gd name="connsiteX76" fmla="*/ 38957 w 457973"/>
              <a:gd name="connsiteY76" fmla="*/ 404717 h 458057"/>
              <a:gd name="connsiteX77" fmla="*/ 45625 w 457973"/>
              <a:gd name="connsiteY77" fmla="*/ 376238 h 458057"/>
              <a:gd name="connsiteX78" fmla="*/ 45625 w 457973"/>
              <a:gd name="connsiteY78" fmla="*/ 376238 h 458057"/>
              <a:gd name="connsiteX79" fmla="*/ 345758 w 457973"/>
              <a:gd name="connsiteY79" fmla="*/ 181070 h 458057"/>
              <a:gd name="connsiteX80" fmla="*/ 143732 w 457973"/>
              <a:gd name="connsiteY80" fmla="*/ 383000 h 458057"/>
              <a:gd name="connsiteX81" fmla="*/ 138303 w 457973"/>
              <a:gd name="connsiteY81" fmla="*/ 370523 h 458057"/>
              <a:gd name="connsiteX82" fmla="*/ 116967 w 457973"/>
              <a:gd name="connsiteY82" fmla="*/ 342138 h 458057"/>
              <a:gd name="connsiteX83" fmla="*/ 116205 w 457973"/>
              <a:gd name="connsiteY83" fmla="*/ 341376 h 458057"/>
              <a:gd name="connsiteX84" fmla="*/ 87725 w 457973"/>
              <a:gd name="connsiteY84" fmla="*/ 320040 h 458057"/>
              <a:gd name="connsiteX85" fmla="*/ 75248 w 457973"/>
              <a:gd name="connsiteY85" fmla="*/ 314706 h 458057"/>
              <a:gd name="connsiteX86" fmla="*/ 277178 w 457973"/>
              <a:gd name="connsiteY86" fmla="*/ 112681 h 458057"/>
              <a:gd name="connsiteX87" fmla="*/ 319373 w 457973"/>
              <a:gd name="connsiteY87" fmla="*/ 135446 h 458057"/>
              <a:gd name="connsiteX88" fmla="*/ 321659 w 457973"/>
              <a:gd name="connsiteY88" fmla="*/ 137732 h 458057"/>
              <a:gd name="connsiteX89" fmla="*/ 342329 w 457973"/>
              <a:gd name="connsiteY89" fmla="*/ 169164 h 458057"/>
              <a:gd name="connsiteX90" fmla="*/ 345758 w 457973"/>
              <a:gd name="connsiteY90" fmla="*/ 181070 h 458057"/>
              <a:gd name="connsiteX91" fmla="*/ 385762 w 457973"/>
              <a:gd name="connsiteY91" fmla="*/ 141065 h 458057"/>
              <a:gd name="connsiteX92" fmla="*/ 368332 w 457973"/>
              <a:gd name="connsiteY92" fmla="*/ 158496 h 458057"/>
              <a:gd name="connsiteX93" fmla="*/ 299942 w 457973"/>
              <a:gd name="connsiteY93" fmla="*/ 90107 h 458057"/>
              <a:gd name="connsiteX94" fmla="*/ 317373 w 457973"/>
              <a:gd name="connsiteY94" fmla="*/ 72676 h 458057"/>
              <a:gd name="connsiteX95" fmla="*/ 385762 w 457973"/>
              <a:gd name="connsiteY95" fmla="*/ 141065 h 45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57973" h="458057">
                <a:moveTo>
                  <a:pt x="207074" y="98012"/>
                </a:moveTo>
                <a:cubicBezTo>
                  <a:pt x="211931" y="103442"/>
                  <a:pt x="211931" y="111538"/>
                  <a:pt x="207169" y="116967"/>
                </a:cubicBezTo>
                <a:cubicBezTo>
                  <a:pt x="204692" y="119729"/>
                  <a:pt x="201168" y="121444"/>
                  <a:pt x="197453" y="121634"/>
                </a:cubicBezTo>
                <a:cubicBezTo>
                  <a:pt x="193643" y="121825"/>
                  <a:pt x="190024" y="120587"/>
                  <a:pt x="187262" y="118015"/>
                </a:cubicBezTo>
                <a:lnTo>
                  <a:pt x="97727" y="28575"/>
                </a:lnTo>
                <a:lnTo>
                  <a:pt x="28480" y="97822"/>
                </a:lnTo>
                <a:lnTo>
                  <a:pt x="47625" y="116967"/>
                </a:lnTo>
                <a:lnTo>
                  <a:pt x="70771" y="93821"/>
                </a:lnTo>
                <a:cubicBezTo>
                  <a:pt x="76105" y="88487"/>
                  <a:pt x="85439" y="88487"/>
                  <a:pt x="90773" y="93821"/>
                </a:cubicBezTo>
                <a:cubicBezTo>
                  <a:pt x="96298" y="99346"/>
                  <a:pt x="96298" y="108299"/>
                  <a:pt x="90773" y="113824"/>
                </a:cubicBezTo>
                <a:lnTo>
                  <a:pt x="67532" y="136970"/>
                </a:lnTo>
                <a:lnTo>
                  <a:pt x="83153" y="152591"/>
                </a:lnTo>
                <a:lnTo>
                  <a:pt x="106299" y="129445"/>
                </a:lnTo>
                <a:cubicBezTo>
                  <a:pt x="111824" y="123920"/>
                  <a:pt x="120777" y="123920"/>
                  <a:pt x="126302" y="129445"/>
                </a:cubicBezTo>
                <a:cubicBezTo>
                  <a:pt x="128969" y="132112"/>
                  <a:pt x="130493" y="135636"/>
                  <a:pt x="130493" y="139446"/>
                </a:cubicBezTo>
                <a:cubicBezTo>
                  <a:pt x="130493" y="143256"/>
                  <a:pt x="128969" y="146780"/>
                  <a:pt x="126302" y="149447"/>
                </a:cubicBezTo>
                <a:lnTo>
                  <a:pt x="103156" y="172593"/>
                </a:lnTo>
                <a:lnTo>
                  <a:pt x="117824" y="187262"/>
                </a:lnTo>
                <a:cubicBezTo>
                  <a:pt x="120491" y="189929"/>
                  <a:pt x="122015" y="193548"/>
                  <a:pt x="122015" y="197263"/>
                </a:cubicBezTo>
                <a:cubicBezTo>
                  <a:pt x="122015" y="205073"/>
                  <a:pt x="115634" y="211360"/>
                  <a:pt x="107918" y="211360"/>
                </a:cubicBezTo>
                <a:cubicBezTo>
                  <a:pt x="107918" y="211360"/>
                  <a:pt x="107918" y="211360"/>
                  <a:pt x="107918" y="211360"/>
                </a:cubicBezTo>
                <a:lnTo>
                  <a:pt x="107918" y="211360"/>
                </a:lnTo>
                <a:cubicBezTo>
                  <a:pt x="104108" y="211360"/>
                  <a:pt x="100584" y="209836"/>
                  <a:pt x="98012" y="207169"/>
                </a:cubicBezTo>
                <a:lnTo>
                  <a:pt x="8001" y="117253"/>
                </a:lnTo>
                <a:cubicBezTo>
                  <a:pt x="-2667" y="106585"/>
                  <a:pt x="-2667" y="89249"/>
                  <a:pt x="8001" y="78581"/>
                </a:cubicBezTo>
                <a:lnTo>
                  <a:pt x="78581" y="8001"/>
                </a:lnTo>
                <a:cubicBezTo>
                  <a:pt x="89249" y="-2667"/>
                  <a:pt x="106585" y="-2667"/>
                  <a:pt x="117253" y="8001"/>
                </a:cubicBezTo>
                <a:lnTo>
                  <a:pt x="207074" y="98012"/>
                </a:lnTo>
                <a:close/>
                <a:moveTo>
                  <a:pt x="449961" y="340805"/>
                </a:moveTo>
                <a:lnTo>
                  <a:pt x="359950" y="250889"/>
                </a:lnTo>
                <a:cubicBezTo>
                  <a:pt x="354425" y="245364"/>
                  <a:pt x="345472" y="245364"/>
                  <a:pt x="339947" y="250889"/>
                </a:cubicBezTo>
                <a:cubicBezTo>
                  <a:pt x="337280" y="253556"/>
                  <a:pt x="335756" y="257080"/>
                  <a:pt x="335756" y="260890"/>
                </a:cubicBezTo>
                <a:cubicBezTo>
                  <a:pt x="335756" y="264700"/>
                  <a:pt x="337280" y="268224"/>
                  <a:pt x="339947" y="270891"/>
                </a:cubicBezTo>
                <a:lnTo>
                  <a:pt x="429387" y="360236"/>
                </a:lnTo>
                <a:lnTo>
                  <a:pt x="360140" y="429482"/>
                </a:lnTo>
                <a:lnTo>
                  <a:pt x="340995" y="410337"/>
                </a:lnTo>
                <a:lnTo>
                  <a:pt x="364141" y="387191"/>
                </a:lnTo>
                <a:cubicBezTo>
                  <a:pt x="369665" y="381667"/>
                  <a:pt x="369665" y="372713"/>
                  <a:pt x="364141" y="367189"/>
                </a:cubicBezTo>
                <a:cubicBezTo>
                  <a:pt x="358616" y="361664"/>
                  <a:pt x="349663" y="361664"/>
                  <a:pt x="344138" y="367189"/>
                </a:cubicBezTo>
                <a:lnTo>
                  <a:pt x="320993" y="390335"/>
                </a:lnTo>
                <a:lnTo>
                  <a:pt x="305372" y="374714"/>
                </a:lnTo>
                <a:lnTo>
                  <a:pt x="328517" y="351568"/>
                </a:lnTo>
                <a:cubicBezTo>
                  <a:pt x="334042" y="346043"/>
                  <a:pt x="334042" y="337090"/>
                  <a:pt x="328517" y="331565"/>
                </a:cubicBezTo>
                <a:cubicBezTo>
                  <a:pt x="323183" y="326231"/>
                  <a:pt x="313849" y="326231"/>
                  <a:pt x="308515" y="331565"/>
                </a:cubicBezTo>
                <a:lnTo>
                  <a:pt x="285369" y="354711"/>
                </a:lnTo>
                <a:lnTo>
                  <a:pt x="270701" y="340043"/>
                </a:lnTo>
                <a:cubicBezTo>
                  <a:pt x="267843" y="337566"/>
                  <a:pt x="264224" y="336233"/>
                  <a:pt x="260509" y="336423"/>
                </a:cubicBezTo>
                <a:cubicBezTo>
                  <a:pt x="256699" y="336614"/>
                  <a:pt x="253270" y="338328"/>
                  <a:pt x="250793" y="341090"/>
                </a:cubicBezTo>
                <a:cubicBezTo>
                  <a:pt x="246031" y="346424"/>
                  <a:pt x="246031" y="354521"/>
                  <a:pt x="250889" y="360045"/>
                </a:cubicBezTo>
                <a:lnTo>
                  <a:pt x="340805" y="450056"/>
                </a:lnTo>
                <a:cubicBezTo>
                  <a:pt x="346139" y="455390"/>
                  <a:pt x="353092" y="458057"/>
                  <a:pt x="360140" y="458057"/>
                </a:cubicBezTo>
                <a:cubicBezTo>
                  <a:pt x="367189" y="458057"/>
                  <a:pt x="374142" y="455390"/>
                  <a:pt x="379476" y="450056"/>
                </a:cubicBezTo>
                <a:lnTo>
                  <a:pt x="450056" y="379476"/>
                </a:lnTo>
                <a:cubicBezTo>
                  <a:pt x="460629" y="368808"/>
                  <a:pt x="460629" y="351473"/>
                  <a:pt x="449961" y="340805"/>
                </a:cubicBezTo>
                <a:close/>
                <a:moveTo>
                  <a:pt x="456057" y="77438"/>
                </a:moveTo>
                <a:cubicBezTo>
                  <a:pt x="454438" y="58103"/>
                  <a:pt x="445865" y="39910"/>
                  <a:pt x="432054" y="26289"/>
                </a:cubicBezTo>
                <a:cubicBezTo>
                  <a:pt x="418433" y="12478"/>
                  <a:pt x="400241" y="3905"/>
                  <a:pt x="380905" y="2286"/>
                </a:cubicBezTo>
                <a:cubicBezTo>
                  <a:pt x="362141" y="476"/>
                  <a:pt x="343662" y="6953"/>
                  <a:pt x="330136" y="20193"/>
                </a:cubicBezTo>
                <a:lnTo>
                  <a:pt x="37433" y="312801"/>
                </a:lnTo>
                <a:cubicBezTo>
                  <a:pt x="32195" y="318135"/>
                  <a:pt x="28670" y="324803"/>
                  <a:pt x="27051" y="332042"/>
                </a:cubicBezTo>
                <a:lnTo>
                  <a:pt x="1905" y="439484"/>
                </a:lnTo>
                <a:cubicBezTo>
                  <a:pt x="1048" y="443103"/>
                  <a:pt x="1715" y="446913"/>
                  <a:pt x="3715" y="450056"/>
                </a:cubicBezTo>
                <a:cubicBezTo>
                  <a:pt x="5715" y="453200"/>
                  <a:pt x="8763" y="455390"/>
                  <a:pt x="12382" y="456248"/>
                </a:cubicBezTo>
                <a:cubicBezTo>
                  <a:pt x="13430" y="456533"/>
                  <a:pt x="14669" y="456629"/>
                  <a:pt x="15621" y="456629"/>
                </a:cubicBezTo>
                <a:cubicBezTo>
                  <a:pt x="16669" y="456629"/>
                  <a:pt x="17621" y="456533"/>
                  <a:pt x="18669" y="456248"/>
                </a:cubicBezTo>
                <a:lnTo>
                  <a:pt x="126111" y="431101"/>
                </a:lnTo>
                <a:cubicBezTo>
                  <a:pt x="133350" y="429482"/>
                  <a:pt x="140018" y="425863"/>
                  <a:pt x="145352" y="420624"/>
                </a:cubicBezTo>
                <a:lnTo>
                  <a:pt x="438150" y="128207"/>
                </a:lnTo>
                <a:cubicBezTo>
                  <a:pt x="451295" y="114776"/>
                  <a:pt x="457867" y="96203"/>
                  <a:pt x="456057" y="77438"/>
                </a:cubicBezTo>
                <a:close/>
                <a:moveTo>
                  <a:pt x="45625" y="376238"/>
                </a:moveTo>
                <a:lnTo>
                  <a:pt x="54388" y="338519"/>
                </a:lnTo>
                <a:cubicBezTo>
                  <a:pt x="54483" y="338233"/>
                  <a:pt x="54578" y="337947"/>
                  <a:pt x="54674" y="337661"/>
                </a:cubicBezTo>
                <a:cubicBezTo>
                  <a:pt x="88011" y="344710"/>
                  <a:pt x="113824" y="370618"/>
                  <a:pt x="120777" y="403955"/>
                </a:cubicBezTo>
                <a:cubicBezTo>
                  <a:pt x="120682" y="403955"/>
                  <a:pt x="120587" y="404050"/>
                  <a:pt x="120491" y="404050"/>
                </a:cubicBezTo>
                <a:lnTo>
                  <a:pt x="34385" y="423958"/>
                </a:lnTo>
                <a:lnTo>
                  <a:pt x="38862" y="404622"/>
                </a:lnTo>
                <a:lnTo>
                  <a:pt x="38957" y="404717"/>
                </a:lnTo>
                <a:lnTo>
                  <a:pt x="45625" y="376238"/>
                </a:lnTo>
                <a:lnTo>
                  <a:pt x="45625" y="376238"/>
                </a:lnTo>
                <a:close/>
                <a:moveTo>
                  <a:pt x="345758" y="181070"/>
                </a:moveTo>
                <a:lnTo>
                  <a:pt x="143732" y="383000"/>
                </a:lnTo>
                <a:cubicBezTo>
                  <a:pt x="142208" y="378714"/>
                  <a:pt x="140399" y="374523"/>
                  <a:pt x="138303" y="370523"/>
                </a:cubicBezTo>
                <a:cubicBezTo>
                  <a:pt x="133445" y="360902"/>
                  <a:pt x="126492" y="351568"/>
                  <a:pt x="116967" y="342138"/>
                </a:cubicBezTo>
                <a:lnTo>
                  <a:pt x="116205" y="341376"/>
                </a:lnTo>
                <a:cubicBezTo>
                  <a:pt x="106680" y="331851"/>
                  <a:pt x="97441" y="324898"/>
                  <a:pt x="87725" y="320040"/>
                </a:cubicBezTo>
                <a:cubicBezTo>
                  <a:pt x="83725" y="318040"/>
                  <a:pt x="79534" y="316230"/>
                  <a:pt x="75248" y="314706"/>
                </a:cubicBezTo>
                <a:lnTo>
                  <a:pt x="277178" y="112681"/>
                </a:lnTo>
                <a:cubicBezTo>
                  <a:pt x="293275" y="115919"/>
                  <a:pt x="307848" y="123825"/>
                  <a:pt x="319373" y="135446"/>
                </a:cubicBezTo>
                <a:lnTo>
                  <a:pt x="321659" y="137732"/>
                </a:lnTo>
                <a:cubicBezTo>
                  <a:pt x="331470" y="147542"/>
                  <a:pt x="338328" y="158115"/>
                  <a:pt x="342329" y="169164"/>
                </a:cubicBezTo>
                <a:cubicBezTo>
                  <a:pt x="343853" y="172974"/>
                  <a:pt x="344900" y="176975"/>
                  <a:pt x="345758" y="181070"/>
                </a:cubicBezTo>
                <a:close/>
                <a:moveTo>
                  <a:pt x="385762" y="141065"/>
                </a:moveTo>
                <a:lnTo>
                  <a:pt x="368332" y="158496"/>
                </a:lnTo>
                <a:cubicBezTo>
                  <a:pt x="356616" y="126587"/>
                  <a:pt x="331851" y="101822"/>
                  <a:pt x="299942" y="90107"/>
                </a:cubicBezTo>
                <a:lnTo>
                  <a:pt x="317373" y="72676"/>
                </a:lnTo>
                <a:cubicBezTo>
                  <a:pt x="352044" y="79724"/>
                  <a:pt x="378714" y="106394"/>
                  <a:pt x="385762" y="141065"/>
                </a:cubicBezTo>
                <a:close/>
              </a:path>
            </a:pathLst>
          </a:custGeom>
          <a:solidFill>
            <a:srgbClr val="211452"/>
          </a:solidFill>
          <a:ln w="9525" cap="flat">
            <a:noFill/>
            <a:prstDash val="solid"/>
            <a:miter/>
          </a:ln>
        </p:spPr>
        <p:txBody>
          <a:bodyPr rtlCol="0" anchor="ctr"/>
          <a:lstStyle/>
          <a:p>
            <a:endParaRPr lang="en-US"/>
          </a:p>
        </p:txBody>
      </p:sp>
      <p:sp>
        <p:nvSpPr>
          <p:cNvPr id="235" name="Grafik 9">
            <a:extLst>
              <a:ext uri="{FF2B5EF4-FFF2-40B4-BE49-F238E27FC236}">
                <a16:creationId xmlns:a16="http://schemas.microsoft.com/office/drawing/2014/main" id="{787D7B14-EF9C-4F4C-822C-329E59FBC6C7}"/>
              </a:ext>
            </a:extLst>
          </p:cNvPr>
          <p:cNvSpPr/>
          <p:nvPr/>
        </p:nvSpPr>
        <p:spPr bwMode="gray">
          <a:xfrm>
            <a:off x="6671532" y="1920454"/>
            <a:ext cx="371284" cy="485584"/>
          </a:xfrm>
          <a:custGeom>
            <a:avLst/>
            <a:gdLst>
              <a:gd name="connsiteX0" fmla="*/ 364426 w 371284"/>
              <a:gd name="connsiteY0" fmla="*/ 116777 h 485584"/>
              <a:gd name="connsiteX1" fmla="*/ 256699 w 371284"/>
              <a:gd name="connsiteY1" fmla="*/ 7144 h 485584"/>
              <a:gd name="connsiteX2" fmla="*/ 239744 w 371284"/>
              <a:gd name="connsiteY2" fmla="*/ 0 h 485584"/>
              <a:gd name="connsiteX3" fmla="*/ 23813 w 371284"/>
              <a:gd name="connsiteY3" fmla="*/ 0 h 485584"/>
              <a:gd name="connsiteX4" fmla="*/ 0 w 371284"/>
              <a:gd name="connsiteY4" fmla="*/ 23813 h 485584"/>
              <a:gd name="connsiteX5" fmla="*/ 0 w 371284"/>
              <a:gd name="connsiteY5" fmla="*/ 461772 h 485584"/>
              <a:gd name="connsiteX6" fmla="*/ 23813 w 371284"/>
              <a:gd name="connsiteY6" fmla="*/ 485585 h 485584"/>
              <a:gd name="connsiteX7" fmla="*/ 347472 w 371284"/>
              <a:gd name="connsiteY7" fmla="*/ 485585 h 485584"/>
              <a:gd name="connsiteX8" fmla="*/ 371285 w 371284"/>
              <a:gd name="connsiteY8" fmla="*/ 461772 h 485584"/>
              <a:gd name="connsiteX9" fmla="*/ 371285 w 371284"/>
              <a:gd name="connsiteY9" fmla="*/ 133445 h 485584"/>
              <a:gd name="connsiteX10" fmla="*/ 364426 w 371284"/>
              <a:gd name="connsiteY10" fmla="*/ 116777 h 485584"/>
              <a:gd name="connsiteX11" fmla="*/ 28575 w 371284"/>
              <a:gd name="connsiteY11" fmla="*/ 457010 h 485584"/>
              <a:gd name="connsiteX12" fmla="*/ 28575 w 371284"/>
              <a:gd name="connsiteY12" fmla="*/ 28575 h 485584"/>
              <a:gd name="connsiteX13" fmla="*/ 227838 w 371284"/>
              <a:gd name="connsiteY13" fmla="*/ 28575 h 485584"/>
              <a:gd name="connsiteX14" fmla="*/ 227838 w 371284"/>
              <a:gd name="connsiteY14" fmla="*/ 128492 h 485584"/>
              <a:gd name="connsiteX15" fmla="*/ 242126 w 371284"/>
              <a:gd name="connsiteY15" fmla="*/ 142780 h 485584"/>
              <a:gd name="connsiteX16" fmla="*/ 342614 w 371284"/>
              <a:gd name="connsiteY16" fmla="*/ 142780 h 485584"/>
              <a:gd name="connsiteX17" fmla="*/ 342614 w 371284"/>
              <a:gd name="connsiteY17" fmla="*/ 457010 h 485584"/>
              <a:gd name="connsiteX18" fmla="*/ 28575 w 371284"/>
              <a:gd name="connsiteY18" fmla="*/ 457010 h 485584"/>
              <a:gd name="connsiteX19" fmla="*/ 104013 w 371284"/>
              <a:gd name="connsiteY19" fmla="*/ 336423 h 485584"/>
              <a:gd name="connsiteX20" fmla="*/ 145256 w 371284"/>
              <a:gd name="connsiteY20" fmla="*/ 336423 h 485584"/>
              <a:gd name="connsiteX21" fmla="*/ 145256 w 371284"/>
              <a:gd name="connsiteY21" fmla="*/ 354901 h 485584"/>
              <a:gd name="connsiteX22" fmla="*/ 75533 w 371284"/>
              <a:gd name="connsiteY22" fmla="*/ 354901 h 485584"/>
              <a:gd name="connsiteX23" fmla="*/ 75533 w 371284"/>
              <a:gd name="connsiteY23" fmla="*/ 340614 h 485584"/>
              <a:gd name="connsiteX24" fmla="*/ 116491 w 371284"/>
              <a:gd name="connsiteY24" fmla="*/ 284893 h 485584"/>
              <a:gd name="connsiteX25" fmla="*/ 77915 w 371284"/>
              <a:gd name="connsiteY25" fmla="*/ 284893 h 485584"/>
              <a:gd name="connsiteX26" fmla="*/ 77915 w 371284"/>
              <a:gd name="connsiteY26" fmla="*/ 266414 h 485584"/>
              <a:gd name="connsiteX27" fmla="*/ 143828 w 371284"/>
              <a:gd name="connsiteY27" fmla="*/ 266414 h 485584"/>
              <a:gd name="connsiteX28" fmla="*/ 143828 w 371284"/>
              <a:gd name="connsiteY28" fmla="*/ 282131 h 485584"/>
              <a:gd name="connsiteX29" fmla="*/ 104013 w 371284"/>
              <a:gd name="connsiteY29" fmla="*/ 336423 h 485584"/>
              <a:gd name="connsiteX30" fmla="*/ 162782 w 371284"/>
              <a:gd name="connsiteY30" fmla="*/ 266414 h 485584"/>
              <a:gd name="connsiteX31" fmla="*/ 186881 w 371284"/>
              <a:gd name="connsiteY31" fmla="*/ 266414 h 485584"/>
              <a:gd name="connsiteX32" fmla="*/ 186881 w 371284"/>
              <a:gd name="connsiteY32" fmla="*/ 354806 h 485584"/>
              <a:gd name="connsiteX33" fmla="*/ 162782 w 371284"/>
              <a:gd name="connsiteY33" fmla="*/ 354806 h 485584"/>
              <a:gd name="connsiteX34" fmla="*/ 162782 w 371284"/>
              <a:gd name="connsiteY34" fmla="*/ 266414 h 485584"/>
              <a:gd name="connsiteX35" fmla="*/ 184118 w 371284"/>
              <a:gd name="connsiteY35" fmla="*/ 234315 h 485584"/>
              <a:gd name="connsiteX36" fmla="*/ 188024 w 371284"/>
              <a:gd name="connsiteY36" fmla="*/ 243650 h 485584"/>
              <a:gd name="connsiteX37" fmla="*/ 184118 w 371284"/>
              <a:gd name="connsiteY37" fmla="*/ 252889 h 485584"/>
              <a:gd name="connsiteX38" fmla="*/ 174879 w 371284"/>
              <a:gd name="connsiteY38" fmla="*/ 255461 h 485584"/>
              <a:gd name="connsiteX39" fmla="*/ 165544 w 371284"/>
              <a:gd name="connsiteY39" fmla="*/ 252889 h 485584"/>
              <a:gd name="connsiteX40" fmla="*/ 161735 w 371284"/>
              <a:gd name="connsiteY40" fmla="*/ 243650 h 485584"/>
              <a:gd name="connsiteX41" fmla="*/ 165544 w 371284"/>
              <a:gd name="connsiteY41" fmla="*/ 234315 h 485584"/>
              <a:gd name="connsiteX42" fmla="*/ 174879 w 371284"/>
              <a:gd name="connsiteY42" fmla="*/ 231839 h 485584"/>
              <a:gd name="connsiteX43" fmla="*/ 184118 w 371284"/>
              <a:gd name="connsiteY43" fmla="*/ 234315 h 485584"/>
              <a:gd name="connsiteX44" fmla="*/ 261366 w 371284"/>
              <a:gd name="connsiteY44" fmla="*/ 264795 h 485584"/>
              <a:gd name="connsiteX45" fmla="*/ 245840 w 371284"/>
              <a:gd name="connsiteY45" fmla="*/ 268700 h 485584"/>
              <a:gd name="connsiteX46" fmla="*/ 236315 w 371284"/>
              <a:gd name="connsiteY46" fmla="*/ 277940 h 485584"/>
              <a:gd name="connsiteX47" fmla="*/ 235172 w 371284"/>
              <a:gd name="connsiteY47" fmla="*/ 277940 h 485584"/>
              <a:gd name="connsiteX48" fmla="*/ 231743 w 371284"/>
              <a:gd name="connsiteY48" fmla="*/ 266414 h 485584"/>
              <a:gd name="connsiteX49" fmla="*/ 212122 w 371284"/>
              <a:gd name="connsiteY49" fmla="*/ 266414 h 485584"/>
              <a:gd name="connsiteX50" fmla="*/ 212122 w 371284"/>
              <a:gd name="connsiteY50" fmla="*/ 393668 h 485584"/>
              <a:gd name="connsiteX51" fmla="*/ 236220 w 371284"/>
              <a:gd name="connsiteY51" fmla="*/ 393668 h 485584"/>
              <a:gd name="connsiteX52" fmla="*/ 236220 w 371284"/>
              <a:gd name="connsiteY52" fmla="*/ 358045 h 485584"/>
              <a:gd name="connsiteX53" fmla="*/ 234887 w 371284"/>
              <a:gd name="connsiteY53" fmla="*/ 345091 h 485584"/>
              <a:gd name="connsiteX54" fmla="*/ 236220 w 371284"/>
              <a:gd name="connsiteY54" fmla="*/ 345091 h 485584"/>
              <a:gd name="connsiteX55" fmla="*/ 245459 w 371284"/>
              <a:gd name="connsiteY55" fmla="*/ 352901 h 485584"/>
              <a:gd name="connsiteX56" fmla="*/ 260699 w 371284"/>
              <a:gd name="connsiteY56" fmla="*/ 356425 h 485584"/>
              <a:gd name="connsiteX57" fmla="*/ 285179 w 371284"/>
              <a:gd name="connsiteY57" fmla="*/ 344805 h 485584"/>
              <a:gd name="connsiteX58" fmla="*/ 294704 w 371284"/>
              <a:gd name="connsiteY58" fmla="*/ 310515 h 485584"/>
              <a:gd name="connsiteX59" fmla="*/ 285464 w 371284"/>
              <a:gd name="connsiteY59" fmla="*/ 276416 h 485584"/>
              <a:gd name="connsiteX60" fmla="*/ 261366 w 371284"/>
              <a:gd name="connsiteY60" fmla="*/ 264795 h 485584"/>
              <a:gd name="connsiteX61" fmla="*/ 266129 w 371284"/>
              <a:gd name="connsiteY61" fmla="*/ 330041 h 485584"/>
              <a:gd name="connsiteX62" fmla="*/ 253937 w 371284"/>
              <a:gd name="connsiteY62" fmla="*/ 336899 h 485584"/>
              <a:gd name="connsiteX63" fmla="*/ 240125 w 371284"/>
              <a:gd name="connsiteY63" fmla="*/ 330041 h 485584"/>
              <a:gd name="connsiteX64" fmla="*/ 236315 w 371284"/>
              <a:gd name="connsiteY64" fmla="*/ 310325 h 485584"/>
              <a:gd name="connsiteX65" fmla="*/ 236315 w 371284"/>
              <a:gd name="connsiteY65" fmla="*/ 307753 h 485584"/>
              <a:gd name="connsiteX66" fmla="*/ 240316 w 371284"/>
              <a:gd name="connsiteY66" fmla="*/ 290036 h 485584"/>
              <a:gd name="connsiteX67" fmla="*/ 253556 w 371284"/>
              <a:gd name="connsiteY67" fmla="*/ 284131 h 485584"/>
              <a:gd name="connsiteX68" fmla="*/ 270034 w 371284"/>
              <a:gd name="connsiteY68" fmla="*/ 310229 h 485584"/>
              <a:gd name="connsiteX69" fmla="*/ 266129 w 371284"/>
              <a:gd name="connsiteY69" fmla="*/ 330041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71284" h="485584">
                <a:moveTo>
                  <a:pt x="364426" y="116777"/>
                </a:move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133445"/>
                </a:lnTo>
                <a:cubicBezTo>
                  <a:pt x="371285" y="127159"/>
                  <a:pt x="368808" y="121253"/>
                  <a:pt x="364426" y="116777"/>
                </a:cubicBezTo>
                <a:close/>
                <a:moveTo>
                  <a:pt x="28575" y="457010"/>
                </a:moveTo>
                <a:lnTo>
                  <a:pt x="28575" y="28575"/>
                </a:lnTo>
                <a:lnTo>
                  <a:pt x="227838" y="28575"/>
                </a:lnTo>
                <a:lnTo>
                  <a:pt x="227838" y="128492"/>
                </a:lnTo>
                <a:cubicBezTo>
                  <a:pt x="227838" y="136398"/>
                  <a:pt x="234220" y="142780"/>
                  <a:pt x="242126" y="142780"/>
                </a:cubicBezTo>
                <a:lnTo>
                  <a:pt x="342614" y="142780"/>
                </a:lnTo>
                <a:lnTo>
                  <a:pt x="342614" y="457010"/>
                </a:lnTo>
                <a:lnTo>
                  <a:pt x="28575" y="457010"/>
                </a:lnTo>
                <a:close/>
                <a:moveTo>
                  <a:pt x="104013" y="336423"/>
                </a:moveTo>
                <a:lnTo>
                  <a:pt x="145256" y="336423"/>
                </a:lnTo>
                <a:lnTo>
                  <a:pt x="145256" y="354901"/>
                </a:lnTo>
                <a:lnTo>
                  <a:pt x="75533" y="354901"/>
                </a:lnTo>
                <a:lnTo>
                  <a:pt x="75533" y="340614"/>
                </a:lnTo>
                <a:lnTo>
                  <a:pt x="116491" y="284893"/>
                </a:lnTo>
                <a:lnTo>
                  <a:pt x="77915" y="284893"/>
                </a:lnTo>
                <a:lnTo>
                  <a:pt x="77915" y="266414"/>
                </a:lnTo>
                <a:lnTo>
                  <a:pt x="143828" y="266414"/>
                </a:lnTo>
                <a:lnTo>
                  <a:pt x="143828" y="282131"/>
                </a:lnTo>
                <a:lnTo>
                  <a:pt x="104013" y="336423"/>
                </a:lnTo>
                <a:close/>
                <a:moveTo>
                  <a:pt x="162782" y="266414"/>
                </a:moveTo>
                <a:lnTo>
                  <a:pt x="186881" y="266414"/>
                </a:lnTo>
                <a:lnTo>
                  <a:pt x="186881" y="354806"/>
                </a:lnTo>
                <a:lnTo>
                  <a:pt x="162782" y="354806"/>
                </a:lnTo>
                <a:lnTo>
                  <a:pt x="162782" y="266414"/>
                </a:lnTo>
                <a:close/>
                <a:moveTo>
                  <a:pt x="184118" y="234315"/>
                </a:moveTo>
                <a:cubicBezTo>
                  <a:pt x="186690" y="236030"/>
                  <a:pt x="188024" y="239078"/>
                  <a:pt x="188024" y="243650"/>
                </a:cubicBezTo>
                <a:cubicBezTo>
                  <a:pt x="188024" y="248031"/>
                  <a:pt x="186690" y="251174"/>
                  <a:pt x="184118" y="252889"/>
                </a:cubicBezTo>
                <a:cubicBezTo>
                  <a:pt x="181547" y="254603"/>
                  <a:pt x="178403" y="255461"/>
                  <a:pt x="174879" y="255461"/>
                </a:cubicBezTo>
                <a:cubicBezTo>
                  <a:pt x="171260" y="255461"/>
                  <a:pt x="168116" y="254603"/>
                  <a:pt x="165544" y="252889"/>
                </a:cubicBezTo>
                <a:cubicBezTo>
                  <a:pt x="162973" y="251174"/>
                  <a:pt x="161735" y="248126"/>
                  <a:pt x="161735" y="243650"/>
                </a:cubicBezTo>
                <a:cubicBezTo>
                  <a:pt x="161735" y="239078"/>
                  <a:pt x="162973" y="236030"/>
                  <a:pt x="165544" y="234315"/>
                </a:cubicBezTo>
                <a:cubicBezTo>
                  <a:pt x="168116" y="232601"/>
                  <a:pt x="171164" y="231839"/>
                  <a:pt x="174879" y="231839"/>
                </a:cubicBezTo>
                <a:cubicBezTo>
                  <a:pt x="178499" y="231743"/>
                  <a:pt x="181547" y="232601"/>
                  <a:pt x="184118" y="234315"/>
                </a:cubicBezTo>
                <a:close/>
                <a:moveTo>
                  <a:pt x="261366" y="264795"/>
                </a:moveTo>
                <a:cubicBezTo>
                  <a:pt x="254984" y="264795"/>
                  <a:pt x="249841" y="266129"/>
                  <a:pt x="245840" y="268700"/>
                </a:cubicBezTo>
                <a:cubicBezTo>
                  <a:pt x="241840" y="271272"/>
                  <a:pt x="238697" y="274320"/>
                  <a:pt x="236315" y="277940"/>
                </a:cubicBezTo>
                <a:lnTo>
                  <a:pt x="235172" y="277940"/>
                </a:lnTo>
                <a:lnTo>
                  <a:pt x="231743" y="266414"/>
                </a:lnTo>
                <a:lnTo>
                  <a:pt x="212122" y="266414"/>
                </a:lnTo>
                <a:lnTo>
                  <a:pt x="212122" y="393668"/>
                </a:lnTo>
                <a:lnTo>
                  <a:pt x="236220" y="393668"/>
                </a:lnTo>
                <a:lnTo>
                  <a:pt x="236220" y="358045"/>
                </a:lnTo>
                <a:cubicBezTo>
                  <a:pt x="236220" y="353949"/>
                  <a:pt x="235744" y="349663"/>
                  <a:pt x="234887" y="345091"/>
                </a:cubicBezTo>
                <a:lnTo>
                  <a:pt x="236220" y="345091"/>
                </a:lnTo>
                <a:cubicBezTo>
                  <a:pt x="238601" y="348044"/>
                  <a:pt x="241649" y="350615"/>
                  <a:pt x="245459" y="352901"/>
                </a:cubicBezTo>
                <a:cubicBezTo>
                  <a:pt x="249269" y="355187"/>
                  <a:pt x="254318" y="356425"/>
                  <a:pt x="260699" y="356425"/>
                </a:cubicBezTo>
                <a:cubicBezTo>
                  <a:pt x="270605" y="356425"/>
                  <a:pt x="278797" y="352520"/>
                  <a:pt x="285179" y="344805"/>
                </a:cubicBezTo>
                <a:cubicBezTo>
                  <a:pt x="291560" y="336995"/>
                  <a:pt x="294704" y="325565"/>
                  <a:pt x="294704" y="310515"/>
                </a:cubicBezTo>
                <a:cubicBezTo>
                  <a:pt x="294704" y="295466"/>
                  <a:pt x="291656" y="284131"/>
                  <a:pt x="285464" y="276416"/>
                </a:cubicBezTo>
                <a:cubicBezTo>
                  <a:pt x="279368" y="268700"/>
                  <a:pt x="271272" y="264795"/>
                  <a:pt x="261366" y="264795"/>
                </a:cubicBezTo>
                <a:close/>
                <a:moveTo>
                  <a:pt x="266129" y="330041"/>
                </a:moveTo>
                <a:cubicBezTo>
                  <a:pt x="263462" y="334613"/>
                  <a:pt x="259366" y="336899"/>
                  <a:pt x="253937" y="336899"/>
                </a:cubicBezTo>
                <a:cubicBezTo>
                  <a:pt x="247269" y="336899"/>
                  <a:pt x="242602" y="334613"/>
                  <a:pt x="240125" y="330041"/>
                </a:cubicBezTo>
                <a:cubicBezTo>
                  <a:pt x="237554" y="325469"/>
                  <a:pt x="236315" y="318897"/>
                  <a:pt x="236315" y="310325"/>
                </a:cubicBezTo>
                <a:lnTo>
                  <a:pt x="236315" y="307753"/>
                </a:lnTo>
                <a:cubicBezTo>
                  <a:pt x="236411" y="299847"/>
                  <a:pt x="237744" y="293942"/>
                  <a:pt x="240316" y="290036"/>
                </a:cubicBezTo>
                <a:cubicBezTo>
                  <a:pt x="242888" y="286131"/>
                  <a:pt x="247364" y="284131"/>
                  <a:pt x="253556" y="284131"/>
                </a:cubicBezTo>
                <a:cubicBezTo>
                  <a:pt x="264605" y="284131"/>
                  <a:pt x="270034" y="292799"/>
                  <a:pt x="270034" y="310229"/>
                </a:cubicBezTo>
                <a:cubicBezTo>
                  <a:pt x="270129" y="318802"/>
                  <a:pt x="268796" y="325374"/>
                  <a:pt x="266129" y="330041"/>
                </a:cubicBezTo>
                <a:close/>
              </a:path>
            </a:pathLst>
          </a:custGeom>
          <a:solidFill>
            <a:srgbClr val="211452"/>
          </a:solidFill>
          <a:ln w="9525" cap="flat">
            <a:noFill/>
            <a:prstDash val="solid"/>
            <a:miter/>
          </a:ln>
        </p:spPr>
        <p:txBody>
          <a:bodyPr rtlCol="0" anchor="ctr"/>
          <a:lstStyle/>
          <a:p>
            <a:endParaRPr lang="en-US"/>
          </a:p>
        </p:txBody>
      </p:sp>
      <p:sp>
        <p:nvSpPr>
          <p:cNvPr id="238" name="Grafik 16">
            <a:extLst>
              <a:ext uri="{FF2B5EF4-FFF2-40B4-BE49-F238E27FC236}">
                <a16:creationId xmlns:a16="http://schemas.microsoft.com/office/drawing/2014/main" id="{4D20BC16-A711-44D6-9781-9A60E7A123C4}"/>
              </a:ext>
            </a:extLst>
          </p:cNvPr>
          <p:cNvSpPr/>
          <p:nvPr/>
        </p:nvSpPr>
        <p:spPr bwMode="gray">
          <a:xfrm>
            <a:off x="2365824" y="1916832"/>
            <a:ext cx="486441" cy="485584"/>
          </a:xfrm>
          <a:custGeom>
            <a:avLst/>
            <a:gdLst>
              <a:gd name="connsiteX0" fmla="*/ 208502 w 486441"/>
              <a:gd name="connsiteY0" fmla="*/ 157353 h 485584"/>
              <a:gd name="connsiteX1" fmla="*/ 127540 w 486441"/>
              <a:gd name="connsiteY1" fmla="*/ 76391 h 485584"/>
              <a:gd name="connsiteX2" fmla="*/ 46577 w 486441"/>
              <a:gd name="connsiteY2" fmla="*/ 157353 h 485584"/>
              <a:gd name="connsiteX3" fmla="*/ 97346 w 486441"/>
              <a:gd name="connsiteY3" fmla="*/ 232410 h 485584"/>
              <a:gd name="connsiteX4" fmla="*/ 63627 w 486441"/>
              <a:gd name="connsiteY4" fmla="*/ 294513 h 485584"/>
              <a:gd name="connsiteX5" fmla="*/ 79915 w 486441"/>
              <a:gd name="connsiteY5" fmla="*/ 294894 h 485584"/>
              <a:gd name="connsiteX6" fmla="*/ 87821 w 486441"/>
              <a:gd name="connsiteY6" fmla="*/ 309753 h 485584"/>
              <a:gd name="connsiteX7" fmla="*/ 126587 w 486441"/>
              <a:gd name="connsiteY7" fmla="*/ 238220 h 485584"/>
              <a:gd name="connsiteX8" fmla="*/ 127445 w 486441"/>
              <a:gd name="connsiteY8" fmla="*/ 238220 h 485584"/>
              <a:gd name="connsiteX9" fmla="*/ 128302 w 486441"/>
              <a:gd name="connsiteY9" fmla="*/ 238220 h 485584"/>
              <a:gd name="connsiteX10" fmla="*/ 167164 w 486441"/>
              <a:gd name="connsiteY10" fmla="*/ 309753 h 485584"/>
              <a:gd name="connsiteX11" fmla="*/ 174689 w 486441"/>
              <a:gd name="connsiteY11" fmla="*/ 295751 h 485584"/>
              <a:gd name="connsiteX12" fmla="*/ 191357 w 486441"/>
              <a:gd name="connsiteY12" fmla="*/ 294513 h 485584"/>
              <a:gd name="connsiteX13" fmla="*/ 157639 w 486441"/>
              <a:gd name="connsiteY13" fmla="*/ 232410 h 485584"/>
              <a:gd name="connsiteX14" fmla="*/ 208502 w 486441"/>
              <a:gd name="connsiteY14" fmla="*/ 157353 h 485584"/>
              <a:gd name="connsiteX15" fmla="*/ 127540 w 486441"/>
              <a:gd name="connsiteY15" fmla="*/ 209741 h 485584"/>
              <a:gd name="connsiteX16" fmla="*/ 75152 w 486441"/>
              <a:gd name="connsiteY16" fmla="*/ 157353 h 485584"/>
              <a:gd name="connsiteX17" fmla="*/ 127540 w 486441"/>
              <a:gd name="connsiteY17" fmla="*/ 104966 h 485584"/>
              <a:gd name="connsiteX18" fmla="*/ 179927 w 486441"/>
              <a:gd name="connsiteY18" fmla="*/ 157353 h 485584"/>
              <a:gd name="connsiteX19" fmla="*/ 127540 w 486441"/>
              <a:gd name="connsiteY19" fmla="*/ 209741 h 485584"/>
              <a:gd name="connsiteX20" fmla="*/ 98965 w 486441"/>
              <a:gd name="connsiteY20" fmla="*/ 157353 h 485584"/>
              <a:gd name="connsiteX21" fmla="*/ 127540 w 486441"/>
              <a:gd name="connsiteY21" fmla="*/ 128778 h 485584"/>
              <a:gd name="connsiteX22" fmla="*/ 156115 w 486441"/>
              <a:gd name="connsiteY22" fmla="*/ 157353 h 485584"/>
              <a:gd name="connsiteX23" fmla="*/ 127540 w 486441"/>
              <a:gd name="connsiteY23" fmla="*/ 185928 h 485584"/>
              <a:gd name="connsiteX24" fmla="*/ 98965 w 486441"/>
              <a:gd name="connsiteY24" fmla="*/ 157353 h 485584"/>
              <a:gd name="connsiteX25" fmla="*/ 482251 w 486441"/>
              <a:gd name="connsiteY25" fmla="*/ 223266 h 485584"/>
              <a:gd name="connsiteX26" fmla="*/ 439769 w 486441"/>
              <a:gd name="connsiteY26" fmla="*/ 180785 h 485584"/>
              <a:gd name="connsiteX27" fmla="*/ 419576 w 486441"/>
              <a:gd name="connsiteY27" fmla="*/ 180785 h 485584"/>
              <a:gd name="connsiteX28" fmla="*/ 371285 w 486441"/>
              <a:gd name="connsiteY28" fmla="*/ 229076 h 485584"/>
              <a:gd name="connsiteX29" fmla="*/ 371285 w 486441"/>
              <a:gd name="connsiteY29" fmla="*/ 133445 h 485584"/>
              <a:gd name="connsiteX30" fmla="*/ 364426 w 486441"/>
              <a:gd name="connsiteY30" fmla="*/ 116777 h 485584"/>
              <a:gd name="connsiteX31" fmla="*/ 256699 w 486441"/>
              <a:gd name="connsiteY31" fmla="*/ 7144 h 485584"/>
              <a:gd name="connsiteX32" fmla="*/ 239744 w 486441"/>
              <a:gd name="connsiteY32" fmla="*/ 0 h 485584"/>
              <a:gd name="connsiteX33" fmla="*/ 23813 w 486441"/>
              <a:gd name="connsiteY33" fmla="*/ 0 h 485584"/>
              <a:gd name="connsiteX34" fmla="*/ 0 w 486441"/>
              <a:gd name="connsiteY34" fmla="*/ 23813 h 485584"/>
              <a:gd name="connsiteX35" fmla="*/ 0 w 486441"/>
              <a:gd name="connsiteY35" fmla="*/ 461772 h 485584"/>
              <a:gd name="connsiteX36" fmla="*/ 23813 w 486441"/>
              <a:gd name="connsiteY36" fmla="*/ 485585 h 485584"/>
              <a:gd name="connsiteX37" fmla="*/ 347472 w 486441"/>
              <a:gd name="connsiteY37" fmla="*/ 485585 h 485584"/>
              <a:gd name="connsiteX38" fmla="*/ 371285 w 486441"/>
              <a:gd name="connsiteY38" fmla="*/ 461772 h 485584"/>
              <a:gd name="connsiteX39" fmla="*/ 371285 w 486441"/>
              <a:gd name="connsiteY39" fmla="*/ 354425 h 485584"/>
              <a:gd name="connsiteX40" fmla="*/ 482251 w 486441"/>
              <a:gd name="connsiteY40" fmla="*/ 243459 h 485584"/>
              <a:gd name="connsiteX41" fmla="*/ 486442 w 486441"/>
              <a:gd name="connsiteY41" fmla="*/ 233363 h 485584"/>
              <a:gd name="connsiteX42" fmla="*/ 482251 w 486441"/>
              <a:gd name="connsiteY42" fmla="*/ 223266 h 485584"/>
              <a:gd name="connsiteX43" fmla="*/ 342710 w 486441"/>
              <a:gd name="connsiteY43" fmla="*/ 457010 h 485584"/>
              <a:gd name="connsiteX44" fmla="*/ 28575 w 486441"/>
              <a:gd name="connsiteY44" fmla="*/ 457010 h 485584"/>
              <a:gd name="connsiteX45" fmla="*/ 28575 w 486441"/>
              <a:gd name="connsiteY45" fmla="*/ 28575 h 485584"/>
              <a:gd name="connsiteX46" fmla="*/ 227838 w 486441"/>
              <a:gd name="connsiteY46" fmla="*/ 28575 h 485584"/>
              <a:gd name="connsiteX47" fmla="*/ 227838 w 486441"/>
              <a:gd name="connsiteY47" fmla="*/ 128492 h 485584"/>
              <a:gd name="connsiteX48" fmla="*/ 242126 w 486441"/>
              <a:gd name="connsiteY48" fmla="*/ 142780 h 485584"/>
              <a:gd name="connsiteX49" fmla="*/ 342614 w 486441"/>
              <a:gd name="connsiteY49" fmla="*/ 142780 h 485584"/>
              <a:gd name="connsiteX50" fmla="*/ 342614 w 486441"/>
              <a:gd name="connsiteY50" fmla="*/ 257651 h 485584"/>
              <a:gd name="connsiteX51" fmla="*/ 267748 w 486441"/>
              <a:gd name="connsiteY51" fmla="*/ 332518 h 485584"/>
              <a:gd name="connsiteX52" fmla="*/ 263557 w 486441"/>
              <a:gd name="connsiteY52" fmla="*/ 342614 h 485584"/>
              <a:gd name="connsiteX53" fmla="*/ 263557 w 486441"/>
              <a:gd name="connsiteY53" fmla="*/ 384810 h 485584"/>
              <a:gd name="connsiteX54" fmla="*/ 268034 w 486441"/>
              <a:gd name="connsiteY54" fmla="*/ 395192 h 485584"/>
              <a:gd name="connsiteX55" fmla="*/ 278035 w 486441"/>
              <a:gd name="connsiteY55" fmla="*/ 399288 h 485584"/>
              <a:gd name="connsiteX56" fmla="*/ 320231 w 486441"/>
              <a:gd name="connsiteY56" fmla="*/ 399288 h 485584"/>
              <a:gd name="connsiteX57" fmla="*/ 330327 w 486441"/>
              <a:gd name="connsiteY57" fmla="*/ 395097 h 485584"/>
              <a:gd name="connsiteX58" fmla="*/ 342424 w 486441"/>
              <a:gd name="connsiteY58" fmla="*/ 383000 h 485584"/>
              <a:gd name="connsiteX59" fmla="*/ 342424 w 486441"/>
              <a:gd name="connsiteY59" fmla="*/ 457010 h 485584"/>
              <a:gd name="connsiteX60" fmla="*/ 342710 w 486441"/>
              <a:gd name="connsiteY60" fmla="*/ 342614 h 485584"/>
              <a:gd name="connsiteX61" fmla="*/ 342710 w 486441"/>
              <a:gd name="connsiteY61" fmla="*/ 342614 h 485584"/>
              <a:gd name="connsiteX62" fmla="*/ 314516 w 486441"/>
              <a:gd name="connsiteY62" fmla="*/ 370808 h 485584"/>
              <a:gd name="connsiteX63" fmla="*/ 292227 w 486441"/>
              <a:gd name="connsiteY63" fmla="*/ 370808 h 485584"/>
              <a:gd name="connsiteX64" fmla="*/ 292227 w 486441"/>
              <a:gd name="connsiteY64" fmla="*/ 348520 h 485584"/>
              <a:gd name="connsiteX65" fmla="*/ 429673 w 486441"/>
              <a:gd name="connsiteY65" fmla="*/ 211074 h 485584"/>
              <a:gd name="connsiteX66" fmla="*/ 451961 w 486441"/>
              <a:gd name="connsiteY66" fmla="*/ 233363 h 485584"/>
              <a:gd name="connsiteX67" fmla="*/ 342710 w 486441"/>
              <a:gd name="connsiteY67" fmla="*/ 342614 h 485584"/>
              <a:gd name="connsiteX68" fmla="*/ 220694 w 486441"/>
              <a:gd name="connsiteY68" fmla="*/ 399574 h 485584"/>
              <a:gd name="connsiteX69" fmla="*/ 70485 w 486441"/>
              <a:gd name="connsiteY69" fmla="*/ 399574 h 485584"/>
              <a:gd name="connsiteX70" fmla="*/ 56198 w 486441"/>
              <a:gd name="connsiteY70" fmla="*/ 385286 h 485584"/>
              <a:gd name="connsiteX71" fmla="*/ 70485 w 486441"/>
              <a:gd name="connsiteY71" fmla="*/ 370999 h 485584"/>
              <a:gd name="connsiteX72" fmla="*/ 220599 w 486441"/>
              <a:gd name="connsiteY72" fmla="*/ 370999 h 485584"/>
              <a:gd name="connsiteX73" fmla="*/ 234887 w 486441"/>
              <a:gd name="connsiteY73" fmla="*/ 385286 h 485584"/>
              <a:gd name="connsiteX74" fmla="*/ 220694 w 486441"/>
              <a:gd name="connsiteY74" fmla="*/ 399574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6441" h="485584">
                <a:moveTo>
                  <a:pt x="208502" y="157353"/>
                </a:moveTo>
                <a:cubicBezTo>
                  <a:pt x="208502" y="112681"/>
                  <a:pt x="172212" y="76391"/>
                  <a:pt x="127540" y="76391"/>
                </a:cubicBezTo>
                <a:cubicBezTo>
                  <a:pt x="82868" y="76391"/>
                  <a:pt x="46577" y="112681"/>
                  <a:pt x="46577" y="157353"/>
                </a:cubicBezTo>
                <a:cubicBezTo>
                  <a:pt x="46577" y="191357"/>
                  <a:pt x="67628" y="220409"/>
                  <a:pt x="97346" y="232410"/>
                </a:cubicBezTo>
                <a:lnTo>
                  <a:pt x="63627" y="294513"/>
                </a:lnTo>
                <a:lnTo>
                  <a:pt x="79915" y="294894"/>
                </a:lnTo>
                <a:lnTo>
                  <a:pt x="87821" y="309753"/>
                </a:lnTo>
                <a:lnTo>
                  <a:pt x="126587" y="238220"/>
                </a:lnTo>
                <a:cubicBezTo>
                  <a:pt x="126873" y="238220"/>
                  <a:pt x="127159" y="238220"/>
                  <a:pt x="127445" y="238220"/>
                </a:cubicBezTo>
                <a:cubicBezTo>
                  <a:pt x="127730" y="238220"/>
                  <a:pt x="128016" y="238220"/>
                  <a:pt x="128302" y="238220"/>
                </a:cubicBezTo>
                <a:lnTo>
                  <a:pt x="167164" y="309753"/>
                </a:lnTo>
                <a:lnTo>
                  <a:pt x="174689" y="295751"/>
                </a:lnTo>
                <a:lnTo>
                  <a:pt x="191357" y="294513"/>
                </a:lnTo>
                <a:lnTo>
                  <a:pt x="157639" y="232410"/>
                </a:lnTo>
                <a:cubicBezTo>
                  <a:pt x="187452" y="220409"/>
                  <a:pt x="208502" y="191357"/>
                  <a:pt x="208502" y="157353"/>
                </a:cubicBezTo>
                <a:close/>
                <a:moveTo>
                  <a:pt x="127540" y="209741"/>
                </a:moveTo>
                <a:cubicBezTo>
                  <a:pt x="98679" y="209741"/>
                  <a:pt x="75152" y="186214"/>
                  <a:pt x="75152" y="157353"/>
                </a:cubicBezTo>
                <a:cubicBezTo>
                  <a:pt x="75152" y="128492"/>
                  <a:pt x="98679" y="104966"/>
                  <a:pt x="127540" y="104966"/>
                </a:cubicBezTo>
                <a:cubicBezTo>
                  <a:pt x="156401" y="104966"/>
                  <a:pt x="179927" y="128492"/>
                  <a:pt x="179927" y="157353"/>
                </a:cubicBezTo>
                <a:cubicBezTo>
                  <a:pt x="179927" y="186214"/>
                  <a:pt x="156496" y="209741"/>
                  <a:pt x="127540" y="209741"/>
                </a:cubicBezTo>
                <a:close/>
                <a:moveTo>
                  <a:pt x="98965" y="157353"/>
                </a:moveTo>
                <a:cubicBezTo>
                  <a:pt x="98965" y="141542"/>
                  <a:pt x="111728" y="128778"/>
                  <a:pt x="127540" y="128778"/>
                </a:cubicBezTo>
                <a:cubicBezTo>
                  <a:pt x="143351" y="128778"/>
                  <a:pt x="156115" y="141542"/>
                  <a:pt x="156115" y="157353"/>
                </a:cubicBezTo>
                <a:cubicBezTo>
                  <a:pt x="156115" y="173165"/>
                  <a:pt x="143351" y="185928"/>
                  <a:pt x="127540" y="185928"/>
                </a:cubicBezTo>
                <a:cubicBezTo>
                  <a:pt x="111728" y="185928"/>
                  <a:pt x="98965" y="173165"/>
                  <a:pt x="98965" y="157353"/>
                </a:cubicBezTo>
                <a:close/>
                <a:moveTo>
                  <a:pt x="482251" y="223266"/>
                </a:moveTo>
                <a:lnTo>
                  <a:pt x="439769" y="180785"/>
                </a:lnTo>
                <a:cubicBezTo>
                  <a:pt x="434150" y="175165"/>
                  <a:pt x="425101" y="175165"/>
                  <a:pt x="419576" y="180785"/>
                </a:cubicBezTo>
                <a:lnTo>
                  <a:pt x="371285" y="229076"/>
                </a:lnTo>
                <a:lnTo>
                  <a:pt x="371285" y="133445"/>
                </a:lnTo>
                <a:cubicBezTo>
                  <a:pt x="371285" y="127159"/>
                  <a:pt x="368903" y="121253"/>
                  <a:pt x="364426" y="116777"/>
                </a:cubicBez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354425"/>
                </a:lnTo>
                <a:lnTo>
                  <a:pt x="482251" y="243459"/>
                </a:lnTo>
                <a:cubicBezTo>
                  <a:pt x="484918" y="240792"/>
                  <a:pt x="486442" y="237173"/>
                  <a:pt x="486442" y="233363"/>
                </a:cubicBezTo>
                <a:cubicBezTo>
                  <a:pt x="486442" y="229553"/>
                  <a:pt x="484918" y="225933"/>
                  <a:pt x="482251" y="223266"/>
                </a:cubicBezTo>
                <a:close/>
                <a:moveTo>
                  <a:pt x="342710" y="457010"/>
                </a:moveTo>
                <a:lnTo>
                  <a:pt x="28575" y="457010"/>
                </a:lnTo>
                <a:lnTo>
                  <a:pt x="28575" y="28575"/>
                </a:lnTo>
                <a:lnTo>
                  <a:pt x="227838" y="28575"/>
                </a:lnTo>
                <a:lnTo>
                  <a:pt x="227838" y="128492"/>
                </a:lnTo>
                <a:cubicBezTo>
                  <a:pt x="227838" y="136398"/>
                  <a:pt x="234220" y="142780"/>
                  <a:pt x="242126" y="142780"/>
                </a:cubicBezTo>
                <a:lnTo>
                  <a:pt x="342614" y="142780"/>
                </a:lnTo>
                <a:lnTo>
                  <a:pt x="342614" y="257651"/>
                </a:lnTo>
                <a:lnTo>
                  <a:pt x="267748" y="332518"/>
                </a:lnTo>
                <a:cubicBezTo>
                  <a:pt x="265081" y="335185"/>
                  <a:pt x="263557" y="338804"/>
                  <a:pt x="263557" y="342614"/>
                </a:cubicBezTo>
                <a:lnTo>
                  <a:pt x="263557" y="384810"/>
                </a:lnTo>
                <a:cubicBezTo>
                  <a:pt x="263557" y="388906"/>
                  <a:pt x="265271" y="392621"/>
                  <a:pt x="268034" y="395192"/>
                </a:cubicBezTo>
                <a:cubicBezTo>
                  <a:pt x="270605" y="397764"/>
                  <a:pt x="274130" y="399288"/>
                  <a:pt x="278035" y="399288"/>
                </a:cubicBezTo>
                <a:lnTo>
                  <a:pt x="320231" y="399288"/>
                </a:lnTo>
                <a:cubicBezTo>
                  <a:pt x="324041" y="399288"/>
                  <a:pt x="327660" y="397764"/>
                  <a:pt x="330327" y="395097"/>
                </a:cubicBezTo>
                <a:lnTo>
                  <a:pt x="342424" y="383000"/>
                </a:lnTo>
                <a:lnTo>
                  <a:pt x="342424" y="457010"/>
                </a:lnTo>
                <a:close/>
                <a:moveTo>
                  <a:pt x="342710" y="342614"/>
                </a:moveTo>
                <a:lnTo>
                  <a:pt x="342710" y="342614"/>
                </a:lnTo>
                <a:lnTo>
                  <a:pt x="314516" y="370808"/>
                </a:lnTo>
                <a:lnTo>
                  <a:pt x="292227" y="370808"/>
                </a:lnTo>
                <a:lnTo>
                  <a:pt x="292227" y="348520"/>
                </a:lnTo>
                <a:lnTo>
                  <a:pt x="429673" y="211074"/>
                </a:lnTo>
                <a:lnTo>
                  <a:pt x="451961" y="233363"/>
                </a:lnTo>
                <a:lnTo>
                  <a:pt x="342710" y="342614"/>
                </a:lnTo>
                <a:close/>
                <a:moveTo>
                  <a:pt x="220694" y="399574"/>
                </a:moveTo>
                <a:lnTo>
                  <a:pt x="70485" y="399574"/>
                </a:lnTo>
                <a:cubicBezTo>
                  <a:pt x="62579" y="399574"/>
                  <a:pt x="56198" y="393192"/>
                  <a:pt x="56198" y="385286"/>
                </a:cubicBezTo>
                <a:cubicBezTo>
                  <a:pt x="56198" y="377381"/>
                  <a:pt x="62579" y="370999"/>
                  <a:pt x="70485" y="370999"/>
                </a:cubicBezTo>
                <a:lnTo>
                  <a:pt x="220599" y="370999"/>
                </a:lnTo>
                <a:cubicBezTo>
                  <a:pt x="228505" y="370999"/>
                  <a:pt x="234887" y="377381"/>
                  <a:pt x="234887" y="385286"/>
                </a:cubicBezTo>
                <a:cubicBezTo>
                  <a:pt x="234887" y="393192"/>
                  <a:pt x="228505" y="399574"/>
                  <a:pt x="220694" y="399574"/>
                </a:cubicBezTo>
                <a:close/>
              </a:path>
            </a:pathLst>
          </a:custGeom>
          <a:solidFill>
            <a:srgbClr val="211452"/>
          </a:solidFill>
          <a:ln w="9525" cap="flat">
            <a:noFill/>
            <a:prstDash val="solid"/>
            <a:miter/>
          </a:ln>
        </p:spPr>
        <p:txBody>
          <a:bodyPr rtlCol="0" anchor="ctr"/>
          <a:lstStyle/>
          <a:p>
            <a:endParaRPr lang="en-US"/>
          </a:p>
        </p:txBody>
      </p:sp>
      <p:sp>
        <p:nvSpPr>
          <p:cNvPr id="251" name="Grafik 29">
            <a:extLst>
              <a:ext uri="{FF2B5EF4-FFF2-40B4-BE49-F238E27FC236}">
                <a16:creationId xmlns:a16="http://schemas.microsoft.com/office/drawing/2014/main" id="{D8B75506-86C8-4251-805E-C1A6F9E1B7B5}"/>
              </a:ext>
            </a:extLst>
          </p:cNvPr>
          <p:cNvSpPr/>
          <p:nvPr/>
        </p:nvSpPr>
        <p:spPr bwMode="gray">
          <a:xfrm>
            <a:off x="1425187" y="1916832"/>
            <a:ext cx="485679" cy="485584"/>
          </a:xfrm>
          <a:custGeom>
            <a:avLst/>
            <a:gdLst>
              <a:gd name="connsiteX0" fmla="*/ 57055 w 485679"/>
              <a:gd name="connsiteY0" fmla="*/ 128492 h 485584"/>
              <a:gd name="connsiteX1" fmla="*/ 71342 w 485679"/>
              <a:gd name="connsiteY1" fmla="*/ 114205 h 485584"/>
              <a:gd name="connsiteX2" fmla="*/ 185642 w 485679"/>
              <a:gd name="connsiteY2" fmla="*/ 114205 h 485584"/>
              <a:gd name="connsiteX3" fmla="*/ 199930 w 485679"/>
              <a:gd name="connsiteY3" fmla="*/ 128492 h 485584"/>
              <a:gd name="connsiteX4" fmla="*/ 185642 w 485679"/>
              <a:gd name="connsiteY4" fmla="*/ 142780 h 485584"/>
              <a:gd name="connsiteX5" fmla="*/ 71342 w 485679"/>
              <a:gd name="connsiteY5" fmla="*/ 142780 h 485584"/>
              <a:gd name="connsiteX6" fmla="*/ 57055 w 485679"/>
              <a:gd name="connsiteY6" fmla="*/ 128492 h 485584"/>
              <a:gd name="connsiteX7" fmla="*/ 71342 w 485679"/>
              <a:gd name="connsiteY7" fmla="*/ 199835 h 485584"/>
              <a:gd name="connsiteX8" fmla="*/ 299942 w 485679"/>
              <a:gd name="connsiteY8" fmla="*/ 199835 h 485584"/>
              <a:gd name="connsiteX9" fmla="*/ 314230 w 485679"/>
              <a:gd name="connsiteY9" fmla="*/ 185547 h 485584"/>
              <a:gd name="connsiteX10" fmla="*/ 299942 w 485679"/>
              <a:gd name="connsiteY10" fmla="*/ 171260 h 485584"/>
              <a:gd name="connsiteX11" fmla="*/ 71342 w 485679"/>
              <a:gd name="connsiteY11" fmla="*/ 171260 h 485584"/>
              <a:gd name="connsiteX12" fmla="*/ 57055 w 485679"/>
              <a:gd name="connsiteY12" fmla="*/ 185547 h 485584"/>
              <a:gd name="connsiteX13" fmla="*/ 71342 w 485679"/>
              <a:gd name="connsiteY13" fmla="*/ 199835 h 485584"/>
              <a:gd name="connsiteX14" fmla="*/ 314230 w 485679"/>
              <a:gd name="connsiteY14" fmla="*/ 242792 h 485584"/>
              <a:gd name="connsiteX15" fmla="*/ 299942 w 485679"/>
              <a:gd name="connsiteY15" fmla="*/ 228505 h 485584"/>
              <a:gd name="connsiteX16" fmla="*/ 71342 w 485679"/>
              <a:gd name="connsiteY16" fmla="*/ 228505 h 485584"/>
              <a:gd name="connsiteX17" fmla="*/ 57055 w 485679"/>
              <a:gd name="connsiteY17" fmla="*/ 242792 h 485584"/>
              <a:gd name="connsiteX18" fmla="*/ 71342 w 485679"/>
              <a:gd name="connsiteY18" fmla="*/ 257080 h 485584"/>
              <a:gd name="connsiteX19" fmla="*/ 299942 w 485679"/>
              <a:gd name="connsiteY19" fmla="*/ 257080 h 485584"/>
              <a:gd name="connsiteX20" fmla="*/ 314230 w 485679"/>
              <a:gd name="connsiteY20" fmla="*/ 242792 h 485584"/>
              <a:gd name="connsiteX21" fmla="*/ 485680 w 485679"/>
              <a:gd name="connsiteY21" fmla="*/ 261366 h 485584"/>
              <a:gd name="connsiteX22" fmla="*/ 481489 w 485679"/>
              <a:gd name="connsiteY22" fmla="*/ 271463 h 485584"/>
              <a:gd name="connsiteX23" fmla="*/ 371285 w 485679"/>
              <a:gd name="connsiteY23" fmla="*/ 381762 h 485584"/>
              <a:gd name="connsiteX24" fmla="*/ 371285 w 485679"/>
              <a:gd name="connsiteY24" fmla="*/ 461772 h 485584"/>
              <a:gd name="connsiteX25" fmla="*/ 347472 w 485679"/>
              <a:gd name="connsiteY25" fmla="*/ 485585 h 485584"/>
              <a:gd name="connsiteX26" fmla="*/ 23813 w 485679"/>
              <a:gd name="connsiteY26" fmla="*/ 485585 h 485584"/>
              <a:gd name="connsiteX27" fmla="*/ 0 w 485679"/>
              <a:gd name="connsiteY27" fmla="*/ 461772 h 485584"/>
              <a:gd name="connsiteX28" fmla="*/ 0 w 485679"/>
              <a:gd name="connsiteY28" fmla="*/ 23813 h 485584"/>
              <a:gd name="connsiteX29" fmla="*/ 23813 w 485679"/>
              <a:gd name="connsiteY29" fmla="*/ 0 h 485584"/>
              <a:gd name="connsiteX30" fmla="*/ 239744 w 485679"/>
              <a:gd name="connsiteY30" fmla="*/ 0 h 485584"/>
              <a:gd name="connsiteX31" fmla="*/ 256699 w 485679"/>
              <a:gd name="connsiteY31" fmla="*/ 7144 h 485584"/>
              <a:gd name="connsiteX32" fmla="*/ 364426 w 485679"/>
              <a:gd name="connsiteY32" fmla="*/ 116872 h 485584"/>
              <a:gd name="connsiteX33" fmla="*/ 371285 w 485679"/>
              <a:gd name="connsiteY33" fmla="*/ 133541 h 485584"/>
              <a:gd name="connsiteX34" fmla="*/ 371285 w 485679"/>
              <a:gd name="connsiteY34" fmla="*/ 256413 h 485584"/>
              <a:gd name="connsiteX35" fmla="*/ 418814 w 485679"/>
              <a:gd name="connsiteY35" fmla="*/ 208883 h 485584"/>
              <a:gd name="connsiteX36" fmla="*/ 439007 w 485679"/>
              <a:gd name="connsiteY36" fmla="*/ 208883 h 485584"/>
              <a:gd name="connsiteX37" fmla="*/ 481489 w 485679"/>
              <a:gd name="connsiteY37" fmla="*/ 251365 h 485584"/>
              <a:gd name="connsiteX38" fmla="*/ 485680 w 485679"/>
              <a:gd name="connsiteY38" fmla="*/ 261366 h 485584"/>
              <a:gd name="connsiteX39" fmla="*/ 342710 w 485679"/>
              <a:gd name="connsiteY39" fmla="*/ 410337 h 485584"/>
              <a:gd name="connsiteX40" fmla="*/ 329851 w 485679"/>
              <a:gd name="connsiteY40" fmla="*/ 423196 h 485584"/>
              <a:gd name="connsiteX41" fmla="*/ 319754 w 485679"/>
              <a:gd name="connsiteY41" fmla="*/ 427387 h 485584"/>
              <a:gd name="connsiteX42" fmla="*/ 277559 w 485679"/>
              <a:gd name="connsiteY42" fmla="*/ 427387 h 485584"/>
              <a:gd name="connsiteX43" fmla="*/ 267367 w 485679"/>
              <a:gd name="connsiteY43" fmla="*/ 423100 h 485584"/>
              <a:gd name="connsiteX44" fmla="*/ 263081 w 485679"/>
              <a:gd name="connsiteY44" fmla="*/ 412909 h 485584"/>
              <a:gd name="connsiteX45" fmla="*/ 263081 w 485679"/>
              <a:gd name="connsiteY45" fmla="*/ 370713 h 485584"/>
              <a:gd name="connsiteX46" fmla="*/ 267272 w 485679"/>
              <a:gd name="connsiteY46" fmla="*/ 360617 h 485584"/>
              <a:gd name="connsiteX47" fmla="*/ 342805 w 485679"/>
              <a:gd name="connsiteY47" fmla="*/ 285083 h 485584"/>
              <a:gd name="connsiteX48" fmla="*/ 342805 w 485679"/>
              <a:gd name="connsiteY48" fmla="*/ 142780 h 485584"/>
              <a:gd name="connsiteX49" fmla="*/ 242126 w 485679"/>
              <a:gd name="connsiteY49" fmla="*/ 142780 h 485584"/>
              <a:gd name="connsiteX50" fmla="*/ 227838 w 485679"/>
              <a:gd name="connsiteY50" fmla="*/ 128492 h 485584"/>
              <a:gd name="connsiteX51" fmla="*/ 227838 w 485679"/>
              <a:gd name="connsiteY51" fmla="*/ 28575 h 485584"/>
              <a:gd name="connsiteX52" fmla="*/ 28575 w 485679"/>
              <a:gd name="connsiteY52" fmla="*/ 28575 h 485584"/>
              <a:gd name="connsiteX53" fmla="*/ 28575 w 485679"/>
              <a:gd name="connsiteY53" fmla="*/ 457010 h 485584"/>
              <a:gd name="connsiteX54" fmla="*/ 342710 w 485679"/>
              <a:gd name="connsiteY54" fmla="*/ 457010 h 485584"/>
              <a:gd name="connsiteX55" fmla="*/ 342710 w 485679"/>
              <a:gd name="connsiteY55" fmla="*/ 410337 h 485584"/>
              <a:gd name="connsiteX56" fmla="*/ 451199 w 485679"/>
              <a:gd name="connsiteY56" fmla="*/ 261366 h 485584"/>
              <a:gd name="connsiteX57" fmla="*/ 428911 w 485679"/>
              <a:gd name="connsiteY57" fmla="*/ 239078 h 485584"/>
              <a:gd name="connsiteX58" fmla="*/ 291560 w 485679"/>
              <a:gd name="connsiteY58" fmla="*/ 376523 h 485584"/>
              <a:gd name="connsiteX59" fmla="*/ 291560 w 485679"/>
              <a:gd name="connsiteY59" fmla="*/ 398812 h 485584"/>
              <a:gd name="connsiteX60" fmla="*/ 313849 w 485679"/>
              <a:gd name="connsiteY60" fmla="*/ 398812 h 485584"/>
              <a:gd name="connsiteX61" fmla="*/ 451199 w 485679"/>
              <a:gd name="connsiteY61" fmla="*/ 261366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5679" h="485584">
                <a:moveTo>
                  <a:pt x="57055" y="128492"/>
                </a:moveTo>
                <a:cubicBezTo>
                  <a:pt x="57055" y="120587"/>
                  <a:pt x="63437" y="114205"/>
                  <a:pt x="71342" y="114205"/>
                </a:cubicBezTo>
                <a:lnTo>
                  <a:pt x="185642" y="114205"/>
                </a:lnTo>
                <a:cubicBezTo>
                  <a:pt x="193548" y="114205"/>
                  <a:pt x="199930" y="120587"/>
                  <a:pt x="199930" y="128492"/>
                </a:cubicBezTo>
                <a:cubicBezTo>
                  <a:pt x="199930" y="136398"/>
                  <a:pt x="193548" y="142780"/>
                  <a:pt x="185642" y="142780"/>
                </a:cubicBezTo>
                <a:lnTo>
                  <a:pt x="71342" y="142780"/>
                </a:lnTo>
                <a:cubicBezTo>
                  <a:pt x="63437" y="142780"/>
                  <a:pt x="57055" y="136398"/>
                  <a:pt x="57055" y="128492"/>
                </a:cubicBezTo>
                <a:close/>
                <a:moveTo>
                  <a:pt x="71342" y="199835"/>
                </a:moveTo>
                <a:lnTo>
                  <a:pt x="299942" y="199835"/>
                </a:lnTo>
                <a:cubicBezTo>
                  <a:pt x="307848" y="199835"/>
                  <a:pt x="314230" y="193453"/>
                  <a:pt x="314230" y="185547"/>
                </a:cubicBezTo>
                <a:cubicBezTo>
                  <a:pt x="314230" y="177641"/>
                  <a:pt x="307848" y="171260"/>
                  <a:pt x="299942" y="171260"/>
                </a:cubicBezTo>
                <a:lnTo>
                  <a:pt x="71342" y="171260"/>
                </a:lnTo>
                <a:cubicBezTo>
                  <a:pt x="63437" y="171260"/>
                  <a:pt x="57055" y="177641"/>
                  <a:pt x="57055" y="185547"/>
                </a:cubicBezTo>
                <a:cubicBezTo>
                  <a:pt x="57055" y="193453"/>
                  <a:pt x="63437" y="199835"/>
                  <a:pt x="71342" y="199835"/>
                </a:cubicBezTo>
                <a:close/>
                <a:moveTo>
                  <a:pt x="314230" y="242792"/>
                </a:moveTo>
                <a:cubicBezTo>
                  <a:pt x="314230" y="234887"/>
                  <a:pt x="307848" y="228505"/>
                  <a:pt x="299942" y="228505"/>
                </a:cubicBezTo>
                <a:lnTo>
                  <a:pt x="71342" y="228505"/>
                </a:lnTo>
                <a:cubicBezTo>
                  <a:pt x="63437" y="228505"/>
                  <a:pt x="57055" y="234887"/>
                  <a:pt x="57055" y="242792"/>
                </a:cubicBezTo>
                <a:cubicBezTo>
                  <a:pt x="57055" y="250698"/>
                  <a:pt x="63437" y="257080"/>
                  <a:pt x="71342" y="257080"/>
                </a:cubicBezTo>
                <a:lnTo>
                  <a:pt x="299942" y="257080"/>
                </a:lnTo>
                <a:cubicBezTo>
                  <a:pt x="307848" y="257080"/>
                  <a:pt x="314230" y="250698"/>
                  <a:pt x="314230" y="242792"/>
                </a:cubicBezTo>
                <a:close/>
                <a:moveTo>
                  <a:pt x="485680" y="261366"/>
                </a:moveTo>
                <a:cubicBezTo>
                  <a:pt x="485680" y="265176"/>
                  <a:pt x="484156" y="268796"/>
                  <a:pt x="481489" y="271463"/>
                </a:cubicBezTo>
                <a:lnTo>
                  <a:pt x="371285" y="381762"/>
                </a:lnTo>
                <a:lnTo>
                  <a:pt x="371285" y="461772"/>
                </a:lnTo>
                <a:cubicBezTo>
                  <a:pt x="371285" y="474917"/>
                  <a:pt x="360617" y="485585"/>
                  <a:pt x="347472" y="485585"/>
                </a:cubicBezTo>
                <a:lnTo>
                  <a:pt x="23813" y="485585"/>
                </a:lnTo>
                <a:cubicBezTo>
                  <a:pt x="10668" y="485585"/>
                  <a:pt x="0" y="474917"/>
                  <a:pt x="0" y="461772"/>
                </a:cubicBezTo>
                <a:lnTo>
                  <a:pt x="0" y="23813"/>
                </a:lnTo>
                <a:cubicBezTo>
                  <a:pt x="0" y="10668"/>
                  <a:pt x="10668" y="0"/>
                  <a:pt x="23813" y="0"/>
                </a:cubicBezTo>
                <a:lnTo>
                  <a:pt x="239744" y="0"/>
                </a:lnTo>
                <a:cubicBezTo>
                  <a:pt x="246126" y="0"/>
                  <a:pt x="252317" y="2572"/>
                  <a:pt x="256699" y="7144"/>
                </a:cubicBezTo>
                <a:lnTo>
                  <a:pt x="364426" y="116872"/>
                </a:lnTo>
                <a:cubicBezTo>
                  <a:pt x="368808" y="121349"/>
                  <a:pt x="371285" y="127254"/>
                  <a:pt x="371285" y="133541"/>
                </a:cubicBezTo>
                <a:lnTo>
                  <a:pt x="371285" y="256413"/>
                </a:lnTo>
                <a:lnTo>
                  <a:pt x="418814" y="208883"/>
                </a:lnTo>
                <a:cubicBezTo>
                  <a:pt x="424434" y="203264"/>
                  <a:pt x="433483" y="203264"/>
                  <a:pt x="439007" y="208883"/>
                </a:cubicBezTo>
                <a:lnTo>
                  <a:pt x="481489" y="251365"/>
                </a:lnTo>
                <a:cubicBezTo>
                  <a:pt x="484156" y="254032"/>
                  <a:pt x="485680" y="257651"/>
                  <a:pt x="485680" y="261366"/>
                </a:cubicBezTo>
                <a:close/>
                <a:moveTo>
                  <a:pt x="342710" y="410337"/>
                </a:moveTo>
                <a:lnTo>
                  <a:pt x="329851" y="423196"/>
                </a:lnTo>
                <a:cubicBezTo>
                  <a:pt x="327184" y="425863"/>
                  <a:pt x="323564" y="427387"/>
                  <a:pt x="319754" y="427387"/>
                </a:cubicBezTo>
                <a:lnTo>
                  <a:pt x="277559" y="427387"/>
                </a:lnTo>
                <a:cubicBezTo>
                  <a:pt x="273558" y="427387"/>
                  <a:pt x="269939" y="425768"/>
                  <a:pt x="267367" y="423100"/>
                </a:cubicBezTo>
                <a:cubicBezTo>
                  <a:pt x="264700" y="420529"/>
                  <a:pt x="263081" y="416909"/>
                  <a:pt x="263081" y="412909"/>
                </a:cubicBezTo>
                <a:lnTo>
                  <a:pt x="263081" y="370713"/>
                </a:lnTo>
                <a:cubicBezTo>
                  <a:pt x="263081" y="366903"/>
                  <a:pt x="264605" y="363284"/>
                  <a:pt x="267272" y="360617"/>
                </a:cubicBezTo>
                <a:lnTo>
                  <a:pt x="342805" y="285083"/>
                </a:lnTo>
                <a:lnTo>
                  <a:pt x="342805" y="142780"/>
                </a:lnTo>
                <a:lnTo>
                  <a:pt x="242126" y="142780"/>
                </a:lnTo>
                <a:cubicBezTo>
                  <a:pt x="234220" y="142780"/>
                  <a:pt x="227838" y="136398"/>
                  <a:pt x="227838" y="128492"/>
                </a:cubicBezTo>
                <a:lnTo>
                  <a:pt x="227838" y="28575"/>
                </a:lnTo>
                <a:lnTo>
                  <a:pt x="28575" y="28575"/>
                </a:lnTo>
                <a:lnTo>
                  <a:pt x="28575" y="457010"/>
                </a:lnTo>
                <a:lnTo>
                  <a:pt x="342710" y="457010"/>
                </a:lnTo>
                <a:lnTo>
                  <a:pt x="342710" y="410337"/>
                </a:lnTo>
                <a:close/>
                <a:moveTo>
                  <a:pt x="451199" y="261366"/>
                </a:moveTo>
                <a:lnTo>
                  <a:pt x="428911" y="239078"/>
                </a:lnTo>
                <a:lnTo>
                  <a:pt x="291560" y="376523"/>
                </a:lnTo>
                <a:lnTo>
                  <a:pt x="291560" y="398812"/>
                </a:lnTo>
                <a:lnTo>
                  <a:pt x="313849" y="398812"/>
                </a:lnTo>
                <a:lnTo>
                  <a:pt x="451199" y="261366"/>
                </a:lnTo>
                <a:close/>
              </a:path>
            </a:pathLst>
          </a:custGeom>
          <a:solidFill>
            <a:srgbClr val="211452"/>
          </a:solidFill>
          <a:ln w="9525" cap="flat">
            <a:noFill/>
            <a:prstDash val="solid"/>
            <a:miter/>
          </a:ln>
        </p:spPr>
        <p:txBody>
          <a:bodyPr rtlCol="0" anchor="ctr"/>
          <a:lstStyle/>
          <a:p>
            <a:endParaRPr lang="en-US" dirty="0"/>
          </a:p>
        </p:txBody>
      </p:sp>
      <p:sp>
        <p:nvSpPr>
          <p:cNvPr id="252" name="Grafik 30">
            <a:extLst>
              <a:ext uri="{FF2B5EF4-FFF2-40B4-BE49-F238E27FC236}">
                <a16:creationId xmlns:a16="http://schemas.microsoft.com/office/drawing/2014/main" id="{10AB948E-4841-4B49-992C-6FE7A5B91E02}"/>
              </a:ext>
            </a:extLst>
          </p:cNvPr>
          <p:cNvSpPr/>
          <p:nvPr/>
        </p:nvSpPr>
        <p:spPr bwMode="gray">
          <a:xfrm>
            <a:off x="7497774" y="1921300"/>
            <a:ext cx="371284" cy="485584"/>
          </a:xfrm>
          <a:custGeom>
            <a:avLst/>
            <a:gdLst>
              <a:gd name="connsiteX0" fmla="*/ 364426 w 371284"/>
              <a:gd name="connsiteY0" fmla="*/ 116777 h 485584"/>
              <a:gd name="connsiteX1" fmla="*/ 256699 w 371284"/>
              <a:gd name="connsiteY1" fmla="*/ 7144 h 485584"/>
              <a:gd name="connsiteX2" fmla="*/ 239744 w 371284"/>
              <a:gd name="connsiteY2" fmla="*/ 0 h 485584"/>
              <a:gd name="connsiteX3" fmla="*/ 23813 w 371284"/>
              <a:gd name="connsiteY3" fmla="*/ 0 h 485584"/>
              <a:gd name="connsiteX4" fmla="*/ 0 w 371284"/>
              <a:gd name="connsiteY4" fmla="*/ 23813 h 485584"/>
              <a:gd name="connsiteX5" fmla="*/ 0 w 371284"/>
              <a:gd name="connsiteY5" fmla="*/ 461772 h 485584"/>
              <a:gd name="connsiteX6" fmla="*/ 23813 w 371284"/>
              <a:gd name="connsiteY6" fmla="*/ 485585 h 485584"/>
              <a:gd name="connsiteX7" fmla="*/ 347472 w 371284"/>
              <a:gd name="connsiteY7" fmla="*/ 485585 h 485584"/>
              <a:gd name="connsiteX8" fmla="*/ 371285 w 371284"/>
              <a:gd name="connsiteY8" fmla="*/ 461772 h 485584"/>
              <a:gd name="connsiteX9" fmla="*/ 371285 w 371284"/>
              <a:gd name="connsiteY9" fmla="*/ 133445 h 485584"/>
              <a:gd name="connsiteX10" fmla="*/ 364426 w 371284"/>
              <a:gd name="connsiteY10" fmla="*/ 116777 h 485584"/>
              <a:gd name="connsiteX11" fmla="*/ 28575 w 371284"/>
              <a:gd name="connsiteY11" fmla="*/ 457010 h 485584"/>
              <a:gd name="connsiteX12" fmla="*/ 28575 w 371284"/>
              <a:gd name="connsiteY12" fmla="*/ 28575 h 485584"/>
              <a:gd name="connsiteX13" fmla="*/ 227838 w 371284"/>
              <a:gd name="connsiteY13" fmla="*/ 28575 h 485584"/>
              <a:gd name="connsiteX14" fmla="*/ 227838 w 371284"/>
              <a:gd name="connsiteY14" fmla="*/ 128492 h 485584"/>
              <a:gd name="connsiteX15" fmla="*/ 242126 w 371284"/>
              <a:gd name="connsiteY15" fmla="*/ 142780 h 485584"/>
              <a:gd name="connsiteX16" fmla="*/ 342614 w 371284"/>
              <a:gd name="connsiteY16" fmla="*/ 142780 h 485584"/>
              <a:gd name="connsiteX17" fmla="*/ 342614 w 371284"/>
              <a:gd name="connsiteY17" fmla="*/ 457010 h 485584"/>
              <a:gd name="connsiteX18" fmla="*/ 28575 w 371284"/>
              <a:gd name="connsiteY18" fmla="*/ 457010 h 485584"/>
              <a:gd name="connsiteX19" fmla="*/ 137541 w 371284"/>
              <a:gd name="connsiteY19" fmla="*/ 309658 h 485584"/>
              <a:gd name="connsiteX20" fmla="*/ 167640 w 371284"/>
              <a:gd name="connsiteY20" fmla="*/ 354806 h 485584"/>
              <a:gd name="connsiteX21" fmla="*/ 140303 w 371284"/>
              <a:gd name="connsiteY21" fmla="*/ 354806 h 485584"/>
              <a:gd name="connsiteX22" fmla="*/ 121634 w 371284"/>
              <a:gd name="connsiteY22" fmla="*/ 324517 h 485584"/>
              <a:gd name="connsiteX23" fmla="*/ 102965 w 371284"/>
              <a:gd name="connsiteY23" fmla="*/ 354806 h 485584"/>
              <a:gd name="connsiteX24" fmla="*/ 75629 w 371284"/>
              <a:gd name="connsiteY24" fmla="*/ 354806 h 485584"/>
              <a:gd name="connsiteX25" fmla="*/ 105632 w 371284"/>
              <a:gd name="connsiteY25" fmla="*/ 309658 h 485584"/>
              <a:gd name="connsiteX26" fmla="*/ 77153 w 371284"/>
              <a:gd name="connsiteY26" fmla="*/ 266414 h 485584"/>
              <a:gd name="connsiteX27" fmla="*/ 104489 w 371284"/>
              <a:gd name="connsiteY27" fmla="*/ 266414 h 485584"/>
              <a:gd name="connsiteX28" fmla="*/ 121634 w 371284"/>
              <a:gd name="connsiteY28" fmla="*/ 294608 h 485584"/>
              <a:gd name="connsiteX29" fmla="*/ 138970 w 371284"/>
              <a:gd name="connsiteY29" fmla="*/ 266414 h 485584"/>
              <a:gd name="connsiteX30" fmla="*/ 166306 w 371284"/>
              <a:gd name="connsiteY30" fmla="*/ 266414 h 485584"/>
              <a:gd name="connsiteX31" fmla="*/ 137541 w 371284"/>
              <a:gd name="connsiteY31" fmla="*/ 309658 h 485584"/>
              <a:gd name="connsiteX32" fmla="*/ 181070 w 371284"/>
              <a:gd name="connsiteY32" fmla="*/ 231743 h 485584"/>
              <a:gd name="connsiteX33" fmla="*/ 205169 w 371284"/>
              <a:gd name="connsiteY33" fmla="*/ 231743 h 485584"/>
              <a:gd name="connsiteX34" fmla="*/ 205169 w 371284"/>
              <a:gd name="connsiteY34" fmla="*/ 354806 h 485584"/>
              <a:gd name="connsiteX35" fmla="*/ 181070 w 371284"/>
              <a:gd name="connsiteY35" fmla="*/ 354806 h 485584"/>
              <a:gd name="connsiteX36" fmla="*/ 181070 w 371284"/>
              <a:gd name="connsiteY36" fmla="*/ 231743 h 485584"/>
              <a:gd name="connsiteX37" fmla="*/ 289179 w 371284"/>
              <a:gd name="connsiteY37" fmla="*/ 315849 h 485584"/>
              <a:gd name="connsiteX38" fmla="*/ 292132 w 371284"/>
              <a:gd name="connsiteY38" fmla="*/ 328613 h 485584"/>
              <a:gd name="connsiteX39" fmla="*/ 282702 w 371284"/>
              <a:gd name="connsiteY39" fmla="*/ 349282 h 485584"/>
              <a:gd name="connsiteX40" fmla="*/ 254413 w 371284"/>
              <a:gd name="connsiteY40" fmla="*/ 356521 h 485584"/>
              <a:gd name="connsiteX41" fmla="*/ 238506 w 371284"/>
              <a:gd name="connsiteY41" fmla="*/ 355283 h 485584"/>
              <a:gd name="connsiteX42" fmla="*/ 225266 w 371284"/>
              <a:gd name="connsiteY42" fmla="*/ 351282 h 485584"/>
              <a:gd name="connsiteX43" fmla="*/ 225266 w 371284"/>
              <a:gd name="connsiteY43" fmla="*/ 331375 h 485584"/>
              <a:gd name="connsiteX44" fmla="*/ 240697 w 371284"/>
              <a:gd name="connsiteY44" fmla="*/ 336709 h 485584"/>
              <a:gd name="connsiteX45" fmla="*/ 255270 w 371284"/>
              <a:gd name="connsiteY45" fmla="*/ 338804 h 485584"/>
              <a:gd name="connsiteX46" fmla="*/ 265271 w 371284"/>
              <a:gd name="connsiteY46" fmla="*/ 336709 h 485584"/>
              <a:gd name="connsiteX47" fmla="*/ 268319 w 371284"/>
              <a:gd name="connsiteY47" fmla="*/ 331184 h 485584"/>
              <a:gd name="connsiteX48" fmla="*/ 267081 w 371284"/>
              <a:gd name="connsiteY48" fmla="*/ 327184 h 485584"/>
              <a:gd name="connsiteX49" fmla="*/ 261842 w 371284"/>
              <a:gd name="connsiteY49" fmla="*/ 323183 h 485584"/>
              <a:gd name="connsiteX50" fmla="*/ 249174 w 371284"/>
              <a:gd name="connsiteY50" fmla="*/ 317373 h 485584"/>
              <a:gd name="connsiteX51" fmla="*/ 235458 w 371284"/>
              <a:gd name="connsiteY51" fmla="*/ 310325 h 485584"/>
              <a:gd name="connsiteX52" fmla="*/ 227648 w 371284"/>
              <a:gd name="connsiteY52" fmla="*/ 301943 h 485584"/>
              <a:gd name="connsiteX53" fmla="*/ 225076 w 371284"/>
              <a:gd name="connsiteY53" fmla="*/ 289560 h 485584"/>
              <a:gd name="connsiteX54" fmla="*/ 234601 w 371284"/>
              <a:gd name="connsiteY54" fmla="*/ 271082 h 485584"/>
              <a:gd name="connsiteX55" fmla="*/ 260033 w 371284"/>
              <a:gd name="connsiteY55" fmla="*/ 264890 h 485584"/>
              <a:gd name="connsiteX56" fmla="*/ 275749 w 371284"/>
              <a:gd name="connsiteY56" fmla="*/ 266510 h 485584"/>
              <a:gd name="connsiteX57" fmla="*/ 291179 w 371284"/>
              <a:gd name="connsiteY57" fmla="*/ 271844 h 485584"/>
              <a:gd name="connsiteX58" fmla="*/ 283845 w 371284"/>
              <a:gd name="connsiteY58" fmla="*/ 289179 h 485584"/>
              <a:gd name="connsiteX59" fmla="*/ 271558 w 371284"/>
              <a:gd name="connsiteY59" fmla="*/ 284607 h 485584"/>
              <a:gd name="connsiteX60" fmla="*/ 259747 w 371284"/>
              <a:gd name="connsiteY60" fmla="*/ 282702 h 485584"/>
              <a:gd name="connsiteX61" fmla="*/ 249079 w 371284"/>
              <a:gd name="connsiteY61" fmla="*/ 288512 h 485584"/>
              <a:gd name="connsiteX62" fmla="*/ 250412 w 371284"/>
              <a:gd name="connsiteY62" fmla="*/ 292322 h 485584"/>
              <a:gd name="connsiteX63" fmla="*/ 255746 w 371284"/>
              <a:gd name="connsiteY63" fmla="*/ 295942 h 485584"/>
              <a:gd name="connsiteX64" fmla="*/ 267462 w 371284"/>
              <a:gd name="connsiteY64" fmla="*/ 301085 h 485584"/>
              <a:gd name="connsiteX65" fmla="*/ 280607 w 371284"/>
              <a:gd name="connsiteY65" fmla="*/ 307467 h 485584"/>
              <a:gd name="connsiteX66" fmla="*/ 289179 w 371284"/>
              <a:gd name="connsiteY66" fmla="*/ 315849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71284" h="485584">
                <a:moveTo>
                  <a:pt x="364426" y="116777"/>
                </a:move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133445"/>
                </a:lnTo>
                <a:cubicBezTo>
                  <a:pt x="371285" y="127159"/>
                  <a:pt x="368808" y="121253"/>
                  <a:pt x="364426" y="116777"/>
                </a:cubicBezTo>
                <a:close/>
                <a:moveTo>
                  <a:pt x="28575" y="457010"/>
                </a:moveTo>
                <a:lnTo>
                  <a:pt x="28575" y="28575"/>
                </a:lnTo>
                <a:lnTo>
                  <a:pt x="227838" y="28575"/>
                </a:lnTo>
                <a:lnTo>
                  <a:pt x="227838" y="128492"/>
                </a:lnTo>
                <a:cubicBezTo>
                  <a:pt x="227838" y="136398"/>
                  <a:pt x="234220" y="142780"/>
                  <a:pt x="242126" y="142780"/>
                </a:cubicBezTo>
                <a:lnTo>
                  <a:pt x="342614" y="142780"/>
                </a:lnTo>
                <a:lnTo>
                  <a:pt x="342614" y="457010"/>
                </a:lnTo>
                <a:lnTo>
                  <a:pt x="28575" y="457010"/>
                </a:lnTo>
                <a:close/>
                <a:moveTo>
                  <a:pt x="137541" y="309658"/>
                </a:moveTo>
                <a:lnTo>
                  <a:pt x="167640" y="354806"/>
                </a:lnTo>
                <a:lnTo>
                  <a:pt x="140303" y="354806"/>
                </a:lnTo>
                <a:lnTo>
                  <a:pt x="121634" y="324517"/>
                </a:lnTo>
                <a:lnTo>
                  <a:pt x="102965" y="354806"/>
                </a:lnTo>
                <a:lnTo>
                  <a:pt x="75629" y="354806"/>
                </a:lnTo>
                <a:lnTo>
                  <a:pt x="105632" y="309658"/>
                </a:lnTo>
                <a:lnTo>
                  <a:pt x="77153" y="266414"/>
                </a:lnTo>
                <a:lnTo>
                  <a:pt x="104489" y="266414"/>
                </a:lnTo>
                <a:lnTo>
                  <a:pt x="121634" y="294608"/>
                </a:lnTo>
                <a:lnTo>
                  <a:pt x="138970" y="266414"/>
                </a:lnTo>
                <a:lnTo>
                  <a:pt x="166306" y="266414"/>
                </a:lnTo>
                <a:lnTo>
                  <a:pt x="137541" y="309658"/>
                </a:lnTo>
                <a:close/>
                <a:moveTo>
                  <a:pt x="181070" y="231743"/>
                </a:moveTo>
                <a:lnTo>
                  <a:pt x="205169" y="231743"/>
                </a:lnTo>
                <a:lnTo>
                  <a:pt x="205169" y="354806"/>
                </a:lnTo>
                <a:lnTo>
                  <a:pt x="181070" y="354806"/>
                </a:lnTo>
                <a:lnTo>
                  <a:pt x="181070" y="231743"/>
                </a:lnTo>
                <a:close/>
                <a:moveTo>
                  <a:pt x="289179" y="315849"/>
                </a:moveTo>
                <a:cubicBezTo>
                  <a:pt x="291179" y="319183"/>
                  <a:pt x="292132" y="323469"/>
                  <a:pt x="292132" y="328613"/>
                </a:cubicBezTo>
                <a:cubicBezTo>
                  <a:pt x="292132" y="337566"/>
                  <a:pt x="288989" y="344424"/>
                  <a:pt x="282702" y="349282"/>
                </a:cubicBezTo>
                <a:cubicBezTo>
                  <a:pt x="276416" y="354044"/>
                  <a:pt x="266986" y="356521"/>
                  <a:pt x="254413" y="356521"/>
                </a:cubicBezTo>
                <a:cubicBezTo>
                  <a:pt x="248222" y="356521"/>
                  <a:pt x="242983" y="356140"/>
                  <a:pt x="238506" y="355283"/>
                </a:cubicBezTo>
                <a:cubicBezTo>
                  <a:pt x="234125" y="354425"/>
                  <a:pt x="229648" y="353187"/>
                  <a:pt x="225266" y="351282"/>
                </a:cubicBezTo>
                <a:lnTo>
                  <a:pt x="225266" y="331375"/>
                </a:lnTo>
                <a:cubicBezTo>
                  <a:pt x="230029" y="333566"/>
                  <a:pt x="235172" y="335280"/>
                  <a:pt x="240697" y="336709"/>
                </a:cubicBezTo>
                <a:cubicBezTo>
                  <a:pt x="246221" y="338138"/>
                  <a:pt x="251079" y="338804"/>
                  <a:pt x="255270" y="338804"/>
                </a:cubicBezTo>
                <a:cubicBezTo>
                  <a:pt x="259937" y="338804"/>
                  <a:pt x="263271" y="338138"/>
                  <a:pt x="265271" y="336709"/>
                </a:cubicBezTo>
                <a:cubicBezTo>
                  <a:pt x="267272" y="335280"/>
                  <a:pt x="268319" y="333470"/>
                  <a:pt x="268319" y="331184"/>
                </a:cubicBezTo>
                <a:cubicBezTo>
                  <a:pt x="268319" y="329660"/>
                  <a:pt x="267938" y="328327"/>
                  <a:pt x="267081" y="327184"/>
                </a:cubicBezTo>
                <a:cubicBezTo>
                  <a:pt x="266319" y="326041"/>
                  <a:pt x="264509" y="324612"/>
                  <a:pt x="261842" y="323183"/>
                </a:cubicBezTo>
                <a:cubicBezTo>
                  <a:pt x="259175" y="321659"/>
                  <a:pt x="254889" y="319754"/>
                  <a:pt x="249174" y="317373"/>
                </a:cubicBezTo>
                <a:cubicBezTo>
                  <a:pt x="243554" y="314992"/>
                  <a:pt x="238982" y="312611"/>
                  <a:pt x="235458" y="310325"/>
                </a:cubicBezTo>
                <a:cubicBezTo>
                  <a:pt x="231934" y="308039"/>
                  <a:pt x="229362" y="305181"/>
                  <a:pt x="227648" y="301943"/>
                </a:cubicBezTo>
                <a:cubicBezTo>
                  <a:pt x="225933" y="298609"/>
                  <a:pt x="225076" y="294513"/>
                  <a:pt x="225076" y="289560"/>
                </a:cubicBezTo>
                <a:cubicBezTo>
                  <a:pt x="225076" y="281369"/>
                  <a:pt x="228219" y="275177"/>
                  <a:pt x="234601" y="271082"/>
                </a:cubicBezTo>
                <a:cubicBezTo>
                  <a:pt x="240983" y="266986"/>
                  <a:pt x="249460" y="264890"/>
                  <a:pt x="260033" y="264890"/>
                </a:cubicBezTo>
                <a:cubicBezTo>
                  <a:pt x="265557" y="264890"/>
                  <a:pt x="270796" y="265462"/>
                  <a:pt x="275749" y="266510"/>
                </a:cubicBezTo>
                <a:cubicBezTo>
                  <a:pt x="280702" y="267557"/>
                  <a:pt x="285845" y="269367"/>
                  <a:pt x="291179" y="271844"/>
                </a:cubicBezTo>
                <a:lnTo>
                  <a:pt x="283845" y="289179"/>
                </a:lnTo>
                <a:cubicBezTo>
                  <a:pt x="279559" y="287369"/>
                  <a:pt x="275463" y="285845"/>
                  <a:pt x="271558" y="284607"/>
                </a:cubicBezTo>
                <a:cubicBezTo>
                  <a:pt x="267653" y="283369"/>
                  <a:pt x="263747" y="282702"/>
                  <a:pt x="259747" y="282702"/>
                </a:cubicBezTo>
                <a:cubicBezTo>
                  <a:pt x="252603" y="282702"/>
                  <a:pt x="249079" y="284607"/>
                  <a:pt x="249079" y="288512"/>
                </a:cubicBezTo>
                <a:cubicBezTo>
                  <a:pt x="249079" y="289941"/>
                  <a:pt x="249555" y="291179"/>
                  <a:pt x="250412" y="292322"/>
                </a:cubicBezTo>
                <a:cubicBezTo>
                  <a:pt x="251365" y="293465"/>
                  <a:pt x="253079" y="294704"/>
                  <a:pt x="255746" y="295942"/>
                </a:cubicBezTo>
                <a:cubicBezTo>
                  <a:pt x="258413" y="297275"/>
                  <a:pt x="262319" y="298990"/>
                  <a:pt x="267462" y="301085"/>
                </a:cubicBezTo>
                <a:cubicBezTo>
                  <a:pt x="272510" y="303086"/>
                  <a:pt x="276892" y="305276"/>
                  <a:pt x="280607" y="307467"/>
                </a:cubicBezTo>
                <a:cubicBezTo>
                  <a:pt x="284321" y="309658"/>
                  <a:pt x="287179" y="312515"/>
                  <a:pt x="289179" y="315849"/>
                </a:cubicBezTo>
                <a:close/>
              </a:path>
            </a:pathLst>
          </a:custGeom>
          <a:solidFill>
            <a:srgbClr val="211452"/>
          </a:solidFill>
          <a:ln w="9525" cap="flat">
            <a:noFill/>
            <a:prstDash val="solid"/>
            <a:miter/>
          </a:ln>
        </p:spPr>
        <p:txBody>
          <a:bodyPr rtlCol="0" anchor="ctr"/>
          <a:lstStyle/>
          <a:p>
            <a:endParaRPr lang="en-US"/>
          </a:p>
        </p:txBody>
      </p:sp>
      <p:sp>
        <p:nvSpPr>
          <p:cNvPr id="253" name="Grafik 31">
            <a:extLst>
              <a:ext uri="{FF2B5EF4-FFF2-40B4-BE49-F238E27FC236}">
                <a16:creationId xmlns:a16="http://schemas.microsoft.com/office/drawing/2014/main" id="{5283FA97-7F38-46D1-8F5C-D44854ABB0AD}"/>
              </a:ext>
            </a:extLst>
          </p:cNvPr>
          <p:cNvSpPr/>
          <p:nvPr/>
        </p:nvSpPr>
        <p:spPr bwMode="gray">
          <a:xfrm>
            <a:off x="5845290" y="1920454"/>
            <a:ext cx="371284" cy="485584"/>
          </a:xfrm>
          <a:custGeom>
            <a:avLst/>
            <a:gdLst>
              <a:gd name="connsiteX0" fmla="*/ 364426 w 371284"/>
              <a:gd name="connsiteY0" fmla="*/ 116777 h 485584"/>
              <a:gd name="connsiteX1" fmla="*/ 256699 w 371284"/>
              <a:gd name="connsiteY1" fmla="*/ 7144 h 485584"/>
              <a:gd name="connsiteX2" fmla="*/ 239744 w 371284"/>
              <a:gd name="connsiteY2" fmla="*/ 0 h 485584"/>
              <a:gd name="connsiteX3" fmla="*/ 23813 w 371284"/>
              <a:gd name="connsiteY3" fmla="*/ 0 h 485584"/>
              <a:gd name="connsiteX4" fmla="*/ 0 w 371284"/>
              <a:gd name="connsiteY4" fmla="*/ 23813 h 485584"/>
              <a:gd name="connsiteX5" fmla="*/ 0 w 371284"/>
              <a:gd name="connsiteY5" fmla="*/ 461772 h 485584"/>
              <a:gd name="connsiteX6" fmla="*/ 23813 w 371284"/>
              <a:gd name="connsiteY6" fmla="*/ 485585 h 485584"/>
              <a:gd name="connsiteX7" fmla="*/ 347472 w 371284"/>
              <a:gd name="connsiteY7" fmla="*/ 485585 h 485584"/>
              <a:gd name="connsiteX8" fmla="*/ 371285 w 371284"/>
              <a:gd name="connsiteY8" fmla="*/ 461772 h 485584"/>
              <a:gd name="connsiteX9" fmla="*/ 371285 w 371284"/>
              <a:gd name="connsiteY9" fmla="*/ 133445 h 485584"/>
              <a:gd name="connsiteX10" fmla="*/ 364426 w 371284"/>
              <a:gd name="connsiteY10" fmla="*/ 116777 h 485584"/>
              <a:gd name="connsiteX11" fmla="*/ 28575 w 371284"/>
              <a:gd name="connsiteY11" fmla="*/ 457010 h 485584"/>
              <a:gd name="connsiteX12" fmla="*/ 28575 w 371284"/>
              <a:gd name="connsiteY12" fmla="*/ 28575 h 485584"/>
              <a:gd name="connsiteX13" fmla="*/ 227838 w 371284"/>
              <a:gd name="connsiteY13" fmla="*/ 28575 h 485584"/>
              <a:gd name="connsiteX14" fmla="*/ 227838 w 371284"/>
              <a:gd name="connsiteY14" fmla="*/ 128492 h 485584"/>
              <a:gd name="connsiteX15" fmla="*/ 242126 w 371284"/>
              <a:gd name="connsiteY15" fmla="*/ 142780 h 485584"/>
              <a:gd name="connsiteX16" fmla="*/ 342614 w 371284"/>
              <a:gd name="connsiteY16" fmla="*/ 142780 h 485584"/>
              <a:gd name="connsiteX17" fmla="*/ 342614 w 371284"/>
              <a:gd name="connsiteY17" fmla="*/ 457010 h 485584"/>
              <a:gd name="connsiteX18" fmla="*/ 28575 w 371284"/>
              <a:gd name="connsiteY18" fmla="*/ 457010 h 485584"/>
              <a:gd name="connsiteX19" fmla="*/ 109157 w 371284"/>
              <a:gd name="connsiteY19" fmla="*/ 264795 h 485584"/>
              <a:gd name="connsiteX20" fmla="*/ 93631 w 371284"/>
              <a:gd name="connsiteY20" fmla="*/ 268700 h 485584"/>
              <a:gd name="connsiteX21" fmla="*/ 84106 w 371284"/>
              <a:gd name="connsiteY21" fmla="*/ 277940 h 485584"/>
              <a:gd name="connsiteX22" fmla="*/ 82963 w 371284"/>
              <a:gd name="connsiteY22" fmla="*/ 277940 h 485584"/>
              <a:gd name="connsiteX23" fmla="*/ 79534 w 371284"/>
              <a:gd name="connsiteY23" fmla="*/ 266414 h 485584"/>
              <a:gd name="connsiteX24" fmla="*/ 60008 w 371284"/>
              <a:gd name="connsiteY24" fmla="*/ 266414 h 485584"/>
              <a:gd name="connsiteX25" fmla="*/ 60008 w 371284"/>
              <a:gd name="connsiteY25" fmla="*/ 393668 h 485584"/>
              <a:gd name="connsiteX26" fmla="*/ 84106 w 371284"/>
              <a:gd name="connsiteY26" fmla="*/ 393668 h 485584"/>
              <a:gd name="connsiteX27" fmla="*/ 84106 w 371284"/>
              <a:gd name="connsiteY27" fmla="*/ 358045 h 485584"/>
              <a:gd name="connsiteX28" fmla="*/ 82772 w 371284"/>
              <a:gd name="connsiteY28" fmla="*/ 345091 h 485584"/>
              <a:gd name="connsiteX29" fmla="*/ 84106 w 371284"/>
              <a:gd name="connsiteY29" fmla="*/ 345091 h 485584"/>
              <a:gd name="connsiteX30" fmla="*/ 93345 w 371284"/>
              <a:gd name="connsiteY30" fmla="*/ 352901 h 485584"/>
              <a:gd name="connsiteX31" fmla="*/ 108585 w 371284"/>
              <a:gd name="connsiteY31" fmla="*/ 356425 h 485584"/>
              <a:gd name="connsiteX32" fmla="*/ 133064 w 371284"/>
              <a:gd name="connsiteY32" fmla="*/ 344805 h 485584"/>
              <a:gd name="connsiteX33" fmla="*/ 142589 w 371284"/>
              <a:gd name="connsiteY33" fmla="*/ 310515 h 485584"/>
              <a:gd name="connsiteX34" fmla="*/ 133350 w 371284"/>
              <a:gd name="connsiteY34" fmla="*/ 276416 h 485584"/>
              <a:gd name="connsiteX35" fmla="*/ 109157 w 371284"/>
              <a:gd name="connsiteY35" fmla="*/ 264795 h 485584"/>
              <a:gd name="connsiteX36" fmla="*/ 114014 w 371284"/>
              <a:gd name="connsiteY36" fmla="*/ 330041 h 485584"/>
              <a:gd name="connsiteX37" fmla="*/ 101822 w 371284"/>
              <a:gd name="connsiteY37" fmla="*/ 336899 h 485584"/>
              <a:gd name="connsiteX38" fmla="*/ 88011 w 371284"/>
              <a:gd name="connsiteY38" fmla="*/ 330041 h 485584"/>
              <a:gd name="connsiteX39" fmla="*/ 84201 w 371284"/>
              <a:gd name="connsiteY39" fmla="*/ 310325 h 485584"/>
              <a:gd name="connsiteX40" fmla="*/ 84201 w 371284"/>
              <a:gd name="connsiteY40" fmla="*/ 307753 h 485584"/>
              <a:gd name="connsiteX41" fmla="*/ 88202 w 371284"/>
              <a:gd name="connsiteY41" fmla="*/ 290036 h 485584"/>
              <a:gd name="connsiteX42" fmla="*/ 101441 w 371284"/>
              <a:gd name="connsiteY42" fmla="*/ 284131 h 485584"/>
              <a:gd name="connsiteX43" fmla="*/ 117920 w 371284"/>
              <a:gd name="connsiteY43" fmla="*/ 310229 h 485584"/>
              <a:gd name="connsiteX44" fmla="*/ 114014 w 371284"/>
              <a:gd name="connsiteY44" fmla="*/ 330041 h 485584"/>
              <a:gd name="connsiteX45" fmla="*/ 215551 w 371284"/>
              <a:gd name="connsiteY45" fmla="*/ 260128 h 485584"/>
              <a:gd name="connsiteX46" fmla="*/ 216218 w 371284"/>
              <a:gd name="connsiteY46" fmla="*/ 270224 h 485584"/>
              <a:gd name="connsiteX47" fmla="*/ 217361 w 371284"/>
              <a:gd name="connsiteY47" fmla="*/ 277749 h 485584"/>
              <a:gd name="connsiteX48" fmla="*/ 216599 w 371284"/>
              <a:gd name="connsiteY48" fmla="*/ 277749 h 485584"/>
              <a:gd name="connsiteX49" fmla="*/ 206883 w 371284"/>
              <a:gd name="connsiteY49" fmla="*/ 268510 h 485584"/>
              <a:gd name="connsiteX50" fmla="*/ 191167 w 371284"/>
              <a:gd name="connsiteY50" fmla="*/ 264795 h 485584"/>
              <a:gd name="connsiteX51" fmla="*/ 166592 w 371284"/>
              <a:gd name="connsiteY51" fmla="*/ 276416 h 485584"/>
              <a:gd name="connsiteX52" fmla="*/ 157163 w 371284"/>
              <a:gd name="connsiteY52" fmla="*/ 310706 h 485584"/>
              <a:gd name="connsiteX53" fmla="*/ 166497 w 371284"/>
              <a:gd name="connsiteY53" fmla="*/ 344805 h 485584"/>
              <a:gd name="connsiteX54" fmla="*/ 190500 w 371284"/>
              <a:gd name="connsiteY54" fmla="*/ 356425 h 485584"/>
              <a:gd name="connsiteX55" fmla="*/ 206026 w 371284"/>
              <a:gd name="connsiteY55" fmla="*/ 352616 h 485584"/>
              <a:gd name="connsiteX56" fmla="*/ 215551 w 371284"/>
              <a:gd name="connsiteY56" fmla="*/ 343281 h 485584"/>
              <a:gd name="connsiteX57" fmla="*/ 216503 w 371284"/>
              <a:gd name="connsiteY57" fmla="*/ 343281 h 485584"/>
              <a:gd name="connsiteX58" fmla="*/ 221171 w 371284"/>
              <a:gd name="connsiteY58" fmla="*/ 354806 h 485584"/>
              <a:gd name="connsiteX59" fmla="*/ 239649 w 371284"/>
              <a:gd name="connsiteY59" fmla="*/ 354806 h 485584"/>
              <a:gd name="connsiteX60" fmla="*/ 239649 w 371284"/>
              <a:gd name="connsiteY60" fmla="*/ 231743 h 485584"/>
              <a:gd name="connsiteX61" fmla="*/ 215551 w 371284"/>
              <a:gd name="connsiteY61" fmla="*/ 231743 h 485584"/>
              <a:gd name="connsiteX62" fmla="*/ 215551 w 371284"/>
              <a:gd name="connsiteY62" fmla="*/ 260128 h 485584"/>
              <a:gd name="connsiteX63" fmla="*/ 217170 w 371284"/>
              <a:gd name="connsiteY63" fmla="*/ 313563 h 485584"/>
              <a:gd name="connsiteX64" fmla="*/ 212789 w 371284"/>
              <a:gd name="connsiteY64" fmla="*/ 331280 h 485584"/>
              <a:gd name="connsiteX65" fmla="*/ 198882 w 371284"/>
              <a:gd name="connsiteY65" fmla="*/ 337185 h 485584"/>
              <a:gd name="connsiteX66" fmla="*/ 186119 w 371284"/>
              <a:gd name="connsiteY66" fmla="*/ 330613 h 485584"/>
              <a:gd name="connsiteX67" fmla="*/ 181547 w 371284"/>
              <a:gd name="connsiteY67" fmla="*/ 311087 h 485584"/>
              <a:gd name="connsiteX68" fmla="*/ 186119 w 371284"/>
              <a:gd name="connsiteY68" fmla="*/ 291275 h 485584"/>
              <a:gd name="connsiteX69" fmla="*/ 198596 w 371284"/>
              <a:gd name="connsiteY69" fmla="*/ 284417 h 485584"/>
              <a:gd name="connsiteX70" fmla="*/ 213265 w 371284"/>
              <a:gd name="connsiteY70" fmla="*/ 291275 h 485584"/>
              <a:gd name="connsiteX71" fmla="*/ 217265 w 371284"/>
              <a:gd name="connsiteY71" fmla="*/ 310991 h 485584"/>
              <a:gd name="connsiteX72" fmla="*/ 217265 w 371284"/>
              <a:gd name="connsiteY72" fmla="*/ 313563 h 485584"/>
              <a:gd name="connsiteX73" fmla="*/ 312896 w 371284"/>
              <a:gd name="connsiteY73" fmla="*/ 232124 h 485584"/>
              <a:gd name="connsiteX74" fmla="*/ 322326 w 371284"/>
              <a:gd name="connsiteY74" fmla="*/ 234696 h 485584"/>
              <a:gd name="connsiteX75" fmla="*/ 316135 w 371284"/>
              <a:gd name="connsiteY75" fmla="*/ 252317 h 485584"/>
              <a:gd name="connsiteX76" fmla="*/ 310039 w 371284"/>
              <a:gd name="connsiteY76" fmla="*/ 250793 h 485584"/>
              <a:gd name="connsiteX77" fmla="*/ 302705 w 371284"/>
              <a:gd name="connsiteY77" fmla="*/ 250031 h 485584"/>
              <a:gd name="connsiteX78" fmla="*/ 295370 w 371284"/>
              <a:gd name="connsiteY78" fmla="*/ 253079 h 485584"/>
              <a:gd name="connsiteX79" fmla="*/ 292989 w 371284"/>
              <a:gd name="connsiteY79" fmla="*/ 260890 h 485584"/>
              <a:gd name="connsiteX80" fmla="*/ 292989 w 371284"/>
              <a:gd name="connsiteY80" fmla="*/ 266414 h 485584"/>
              <a:gd name="connsiteX81" fmla="*/ 313849 w 371284"/>
              <a:gd name="connsiteY81" fmla="*/ 266414 h 485584"/>
              <a:gd name="connsiteX82" fmla="*/ 313849 w 371284"/>
              <a:gd name="connsiteY82" fmla="*/ 284512 h 485584"/>
              <a:gd name="connsiteX83" fmla="*/ 292989 w 371284"/>
              <a:gd name="connsiteY83" fmla="*/ 284512 h 485584"/>
              <a:gd name="connsiteX84" fmla="*/ 292989 w 371284"/>
              <a:gd name="connsiteY84" fmla="*/ 354806 h 485584"/>
              <a:gd name="connsiteX85" fmla="*/ 268891 w 371284"/>
              <a:gd name="connsiteY85" fmla="*/ 354806 h 485584"/>
              <a:gd name="connsiteX86" fmla="*/ 268891 w 371284"/>
              <a:gd name="connsiteY86" fmla="*/ 284512 h 485584"/>
              <a:gd name="connsiteX87" fmla="*/ 255651 w 371284"/>
              <a:gd name="connsiteY87" fmla="*/ 284512 h 485584"/>
              <a:gd name="connsiteX88" fmla="*/ 255651 w 371284"/>
              <a:gd name="connsiteY88" fmla="*/ 272891 h 485584"/>
              <a:gd name="connsiteX89" fmla="*/ 268891 w 371284"/>
              <a:gd name="connsiteY89" fmla="*/ 266414 h 485584"/>
              <a:gd name="connsiteX90" fmla="*/ 268891 w 371284"/>
              <a:gd name="connsiteY90" fmla="*/ 259937 h 485584"/>
              <a:gd name="connsiteX91" fmla="*/ 272701 w 371284"/>
              <a:gd name="connsiteY91" fmla="*/ 242411 h 485584"/>
              <a:gd name="connsiteX92" fmla="*/ 283559 w 371284"/>
              <a:gd name="connsiteY92" fmla="*/ 233553 h 485584"/>
              <a:gd name="connsiteX93" fmla="*/ 300133 w 371284"/>
              <a:gd name="connsiteY93" fmla="*/ 230981 h 485584"/>
              <a:gd name="connsiteX94" fmla="*/ 312896 w 371284"/>
              <a:gd name="connsiteY94" fmla="*/ 232124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71284" h="485584">
                <a:moveTo>
                  <a:pt x="364426" y="116777"/>
                </a:move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133445"/>
                </a:lnTo>
                <a:cubicBezTo>
                  <a:pt x="371285" y="127159"/>
                  <a:pt x="368808" y="121253"/>
                  <a:pt x="364426" y="116777"/>
                </a:cubicBezTo>
                <a:close/>
                <a:moveTo>
                  <a:pt x="28575" y="457010"/>
                </a:moveTo>
                <a:lnTo>
                  <a:pt x="28575" y="28575"/>
                </a:lnTo>
                <a:lnTo>
                  <a:pt x="227838" y="28575"/>
                </a:lnTo>
                <a:lnTo>
                  <a:pt x="227838" y="128492"/>
                </a:lnTo>
                <a:cubicBezTo>
                  <a:pt x="227838" y="136398"/>
                  <a:pt x="234220" y="142780"/>
                  <a:pt x="242126" y="142780"/>
                </a:cubicBezTo>
                <a:lnTo>
                  <a:pt x="342614" y="142780"/>
                </a:lnTo>
                <a:lnTo>
                  <a:pt x="342614" y="457010"/>
                </a:lnTo>
                <a:lnTo>
                  <a:pt x="28575" y="457010"/>
                </a:lnTo>
                <a:close/>
                <a:moveTo>
                  <a:pt x="109157" y="264795"/>
                </a:moveTo>
                <a:cubicBezTo>
                  <a:pt x="102775" y="264795"/>
                  <a:pt x="97631" y="266129"/>
                  <a:pt x="93631" y="268700"/>
                </a:cubicBezTo>
                <a:cubicBezTo>
                  <a:pt x="89630" y="271272"/>
                  <a:pt x="86487" y="274320"/>
                  <a:pt x="84106" y="277940"/>
                </a:cubicBezTo>
                <a:lnTo>
                  <a:pt x="82963" y="277940"/>
                </a:lnTo>
                <a:lnTo>
                  <a:pt x="79534" y="266414"/>
                </a:lnTo>
                <a:lnTo>
                  <a:pt x="60008" y="266414"/>
                </a:lnTo>
                <a:lnTo>
                  <a:pt x="60008" y="393668"/>
                </a:lnTo>
                <a:lnTo>
                  <a:pt x="84106" y="393668"/>
                </a:lnTo>
                <a:lnTo>
                  <a:pt x="84106" y="358045"/>
                </a:lnTo>
                <a:cubicBezTo>
                  <a:pt x="84106" y="353949"/>
                  <a:pt x="83630" y="349663"/>
                  <a:pt x="82772" y="345091"/>
                </a:cubicBezTo>
                <a:lnTo>
                  <a:pt x="84106" y="345091"/>
                </a:lnTo>
                <a:cubicBezTo>
                  <a:pt x="86487" y="348044"/>
                  <a:pt x="89535" y="350615"/>
                  <a:pt x="93345" y="352901"/>
                </a:cubicBezTo>
                <a:cubicBezTo>
                  <a:pt x="97155" y="355187"/>
                  <a:pt x="102203" y="356425"/>
                  <a:pt x="108585" y="356425"/>
                </a:cubicBezTo>
                <a:cubicBezTo>
                  <a:pt x="118491" y="356425"/>
                  <a:pt x="126683" y="352520"/>
                  <a:pt x="133064" y="344805"/>
                </a:cubicBezTo>
                <a:cubicBezTo>
                  <a:pt x="139446" y="336995"/>
                  <a:pt x="142589" y="325565"/>
                  <a:pt x="142589" y="310515"/>
                </a:cubicBezTo>
                <a:cubicBezTo>
                  <a:pt x="142589" y="295466"/>
                  <a:pt x="139541" y="284131"/>
                  <a:pt x="133350" y="276416"/>
                </a:cubicBezTo>
                <a:cubicBezTo>
                  <a:pt x="127159" y="268700"/>
                  <a:pt x="119158" y="264795"/>
                  <a:pt x="109157" y="264795"/>
                </a:cubicBezTo>
                <a:close/>
                <a:moveTo>
                  <a:pt x="114014" y="330041"/>
                </a:moveTo>
                <a:cubicBezTo>
                  <a:pt x="111347" y="334613"/>
                  <a:pt x="107252" y="336899"/>
                  <a:pt x="101822" y="336899"/>
                </a:cubicBezTo>
                <a:cubicBezTo>
                  <a:pt x="95155" y="336899"/>
                  <a:pt x="90488" y="334613"/>
                  <a:pt x="88011" y="330041"/>
                </a:cubicBezTo>
                <a:cubicBezTo>
                  <a:pt x="85439" y="325469"/>
                  <a:pt x="84201" y="318897"/>
                  <a:pt x="84201" y="310325"/>
                </a:cubicBezTo>
                <a:lnTo>
                  <a:pt x="84201" y="307753"/>
                </a:lnTo>
                <a:cubicBezTo>
                  <a:pt x="84296" y="299847"/>
                  <a:pt x="85630" y="293942"/>
                  <a:pt x="88202" y="290036"/>
                </a:cubicBezTo>
                <a:cubicBezTo>
                  <a:pt x="90773" y="286131"/>
                  <a:pt x="95250" y="284131"/>
                  <a:pt x="101441" y="284131"/>
                </a:cubicBezTo>
                <a:cubicBezTo>
                  <a:pt x="112490" y="284131"/>
                  <a:pt x="117920" y="292799"/>
                  <a:pt x="117920" y="310229"/>
                </a:cubicBezTo>
                <a:cubicBezTo>
                  <a:pt x="117920" y="318802"/>
                  <a:pt x="116586" y="325374"/>
                  <a:pt x="114014" y="330041"/>
                </a:cubicBezTo>
                <a:close/>
                <a:moveTo>
                  <a:pt x="215551" y="260128"/>
                </a:moveTo>
                <a:cubicBezTo>
                  <a:pt x="215551" y="263557"/>
                  <a:pt x="215741" y="266986"/>
                  <a:pt x="216218" y="270224"/>
                </a:cubicBezTo>
                <a:cubicBezTo>
                  <a:pt x="216694" y="273558"/>
                  <a:pt x="216980" y="276035"/>
                  <a:pt x="217361" y="277749"/>
                </a:cubicBezTo>
                <a:lnTo>
                  <a:pt x="216599" y="277749"/>
                </a:lnTo>
                <a:cubicBezTo>
                  <a:pt x="214217" y="274034"/>
                  <a:pt x="210979" y="270986"/>
                  <a:pt x="206883" y="268510"/>
                </a:cubicBezTo>
                <a:cubicBezTo>
                  <a:pt x="202787" y="266033"/>
                  <a:pt x="197549" y="264795"/>
                  <a:pt x="191167" y="264795"/>
                </a:cubicBezTo>
                <a:cubicBezTo>
                  <a:pt x="180975" y="264795"/>
                  <a:pt x="172784" y="268700"/>
                  <a:pt x="166592" y="276416"/>
                </a:cubicBezTo>
                <a:cubicBezTo>
                  <a:pt x="160306" y="284226"/>
                  <a:pt x="157163" y="295656"/>
                  <a:pt x="157163" y="310706"/>
                </a:cubicBezTo>
                <a:cubicBezTo>
                  <a:pt x="157163" y="325755"/>
                  <a:pt x="160306" y="337090"/>
                  <a:pt x="166497" y="344805"/>
                </a:cubicBezTo>
                <a:cubicBezTo>
                  <a:pt x="172688" y="352520"/>
                  <a:pt x="180689" y="356425"/>
                  <a:pt x="190500" y="356425"/>
                </a:cubicBezTo>
                <a:cubicBezTo>
                  <a:pt x="196882" y="356425"/>
                  <a:pt x="202025" y="355187"/>
                  <a:pt x="206026" y="352616"/>
                </a:cubicBezTo>
                <a:cubicBezTo>
                  <a:pt x="210026" y="350044"/>
                  <a:pt x="213169" y="346996"/>
                  <a:pt x="215551" y="343281"/>
                </a:cubicBezTo>
                <a:lnTo>
                  <a:pt x="216503" y="343281"/>
                </a:lnTo>
                <a:lnTo>
                  <a:pt x="221171" y="354806"/>
                </a:lnTo>
                <a:lnTo>
                  <a:pt x="239649" y="354806"/>
                </a:lnTo>
                <a:lnTo>
                  <a:pt x="239649" y="231743"/>
                </a:lnTo>
                <a:lnTo>
                  <a:pt x="215551" y="231743"/>
                </a:lnTo>
                <a:lnTo>
                  <a:pt x="215551" y="260128"/>
                </a:lnTo>
                <a:close/>
                <a:moveTo>
                  <a:pt x="217170" y="313563"/>
                </a:moveTo>
                <a:cubicBezTo>
                  <a:pt x="216980" y="321469"/>
                  <a:pt x="215456" y="327374"/>
                  <a:pt x="212789" y="331280"/>
                </a:cubicBezTo>
                <a:cubicBezTo>
                  <a:pt x="210122" y="335185"/>
                  <a:pt x="205454" y="337185"/>
                  <a:pt x="198882" y="337185"/>
                </a:cubicBezTo>
                <a:cubicBezTo>
                  <a:pt x="193358" y="337185"/>
                  <a:pt x="189071" y="334994"/>
                  <a:pt x="186119" y="330613"/>
                </a:cubicBezTo>
                <a:cubicBezTo>
                  <a:pt x="183071" y="326231"/>
                  <a:pt x="181547" y="319754"/>
                  <a:pt x="181547" y="311087"/>
                </a:cubicBezTo>
                <a:cubicBezTo>
                  <a:pt x="181547" y="302419"/>
                  <a:pt x="183071" y="295847"/>
                  <a:pt x="186119" y="291275"/>
                </a:cubicBezTo>
                <a:cubicBezTo>
                  <a:pt x="189167" y="286703"/>
                  <a:pt x="193262" y="284417"/>
                  <a:pt x="198596" y="284417"/>
                </a:cubicBezTo>
                <a:cubicBezTo>
                  <a:pt x="205740" y="284417"/>
                  <a:pt x="210598" y="286703"/>
                  <a:pt x="213265" y="291275"/>
                </a:cubicBezTo>
                <a:cubicBezTo>
                  <a:pt x="215932" y="295847"/>
                  <a:pt x="217265" y="302419"/>
                  <a:pt x="217265" y="310991"/>
                </a:cubicBezTo>
                <a:lnTo>
                  <a:pt x="217265" y="313563"/>
                </a:lnTo>
                <a:close/>
                <a:moveTo>
                  <a:pt x="312896" y="232124"/>
                </a:moveTo>
                <a:cubicBezTo>
                  <a:pt x="316801" y="232886"/>
                  <a:pt x="319945" y="233744"/>
                  <a:pt x="322326" y="234696"/>
                </a:cubicBezTo>
                <a:lnTo>
                  <a:pt x="316135" y="252317"/>
                </a:lnTo>
                <a:cubicBezTo>
                  <a:pt x="314325" y="251746"/>
                  <a:pt x="312230" y="251269"/>
                  <a:pt x="310039" y="250793"/>
                </a:cubicBezTo>
                <a:cubicBezTo>
                  <a:pt x="307848" y="250317"/>
                  <a:pt x="305372" y="250031"/>
                  <a:pt x="302705" y="250031"/>
                </a:cubicBezTo>
                <a:cubicBezTo>
                  <a:pt x="299371" y="250031"/>
                  <a:pt x="296894" y="251079"/>
                  <a:pt x="295370" y="253079"/>
                </a:cubicBezTo>
                <a:cubicBezTo>
                  <a:pt x="293751" y="255080"/>
                  <a:pt x="292989" y="257747"/>
                  <a:pt x="292989" y="260890"/>
                </a:cubicBezTo>
                <a:lnTo>
                  <a:pt x="292989" y="266414"/>
                </a:lnTo>
                <a:lnTo>
                  <a:pt x="313849" y="266414"/>
                </a:lnTo>
                <a:lnTo>
                  <a:pt x="313849" y="284512"/>
                </a:lnTo>
                <a:lnTo>
                  <a:pt x="292989" y="284512"/>
                </a:lnTo>
                <a:lnTo>
                  <a:pt x="292989" y="354806"/>
                </a:lnTo>
                <a:lnTo>
                  <a:pt x="268891" y="354806"/>
                </a:lnTo>
                <a:lnTo>
                  <a:pt x="268891" y="284512"/>
                </a:lnTo>
                <a:lnTo>
                  <a:pt x="255651" y="284512"/>
                </a:lnTo>
                <a:lnTo>
                  <a:pt x="255651" y="272891"/>
                </a:lnTo>
                <a:lnTo>
                  <a:pt x="268891" y="266414"/>
                </a:lnTo>
                <a:lnTo>
                  <a:pt x="268891" y="259937"/>
                </a:lnTo>
                <a:cubicBezTo>
                  <a:pt x="268891" y="252413"/>
                  <a:pt x="270129" y="246507"/>
                  <a:pt x="272701" y="242411"/>
                </a:cubicBezTo>
                <a:cubicBezTo>
                  <a:pt x="275273" y="238220"/>
                  <a:pt x="278892" y="235268"/>
                  <a:pt x="283559" y="233553"/>
                </a:cubicBezTo>
                <a:cubicBezTo>
                  <a:pt x="288227" y="231839"/>
                  <a:pt x="293751" y="230981"/>
                  <a:pt x="300133" y="230981"/>
                </a:cubicBezTo>
                <a:cubicBezTo>
                  <a:pt x="304705" y="230981"/>
                  <a:pt x="308991" y="231362"/>
                  <a:pt x="312896" y="232124"/>
                </a:cubicBezTo>
                <a:close/>
              </a:path>
            </a:pathLst>
          </a:custGeom>
          <a:solidFill>
            <a:srgbClr val="211452"/>
          </a:solidFill>
          <a:ln w="9525" cap="flat">
            <a:noFill/>
            <a:prstDash val="solid"/>
            <a:miter/>
          </a:ln>
        </p:spPr>
        <p:txBody>
          <a:bodyPr rtlCol="0" anchor="ctr"/>
          <a:lstStyle/>
          <a:p>
            <a:endParaRPr lang="en-US" dirty="0"/>
          </a:p>
        </p:txBody>
      </p:sp>
      <p:sp>
        <p:nvSpPr>
          <p:cNvPr id="257" name="Grafik 37">
            <a:extLst>
              <a:ext uri="{FF2B5EF4-FFF2-40B4-BE49-F238E27FC236}">
                <a16:creationId xmlns:a16="http://schemas.microsoft.com/office/drawing/2014/main" id="{61326E64-8626-4160-888E-CFD812A2A6AC}"/>
              </a:ext>
            </a:extLst>
          </p:cNvPr>
          <p:cNvSpPr/>
          <p:nvPr/>
        </p:nvSpPr>
        <p:spPr bwMode="gray">
          <a:xfrm>
            <a:off x="8324016" y="2006507"/>
            <a:ext cx="485584" cy="314229"/>
          </a:xfrm>
          <a:custGeom>
            <a:avLst/>
            <a:gdLst>
              <a:gd name="connsiteX0" fmla="*/ 461772 w 485584"/>
              <a:gd name="connsiteY0" fmla="*/ 0 h 314229"/>
              <a:gd name="connsiteX1" fmla="*/ 23813 w 485584"/>
              <a:gd name="connsiteY1" fmla="*/ 0 h 314229"/>
              <a:gd name="connsiteX2" fmla="*/ 0 w 485584"/>
              <a:gd name="connsiteY2" fmla="*/ 23813 h 314229"/>
              <a:gd name="connsiteX3" fmla="*/ 0 w 485584"/>
              <a:gd name="connsiteY3" fmla="*/ 290417 h 314229"/>
              <a:gd name="connsiteX4" fmla="*/ 23813 w 485584"/>
              <a:gd name="connsiteY4" fmla="*/ 314230 h 314229"/>
              <a:gd name="connsiteX5" fmla="*/ 461772 w 485584"/>
              <a:gd name="connsiteY5" fmla="*/ 314230 h 314229"/>
              <a:gd name="connsiteX6" fmla="*/ 485585 w 485584"/>
              <a:gd name="connsiteY6" fmla="*/ 290417 h 314229"/>
              <a:gd name="connsiteX7" fmla="*/ 485585 w 485584"/>
              <a:gd name="connsiteY7" fmla="*/ 23813 h 314229"/>
              <a:gd name="connsiteX8" fmla="*/ 461772 w 485584"/>
              <a:gd name="connsiteY8" fmla="*/ 0 h 314229"/>
              <a:gd name="connsiteX9" fmla="*/ 242792 w 485584"/>
              <a:gd name="connsiteY9" fmla="*/ 169355 h 314229"/>
              <a:gd name="connsiteX10" fmla="*/ 64865 w 485584"/>
              <a:gd name="connsiteY10" fmla="*/ 28575 h 314229"/>
              <a:gd name="connsiteX11" fmla="*/ 420624 w 485584"/>
              <a:gd name="connsiteY11" fmla="*/ 28575 h 314229"/>
              <a:gd name="connsiteX12" fmla="*/ 242792 w 485584"/>
              <a:gd name="connsiteY12" fmla="*/ 169355 h 314229"/>
              <a:gd name="connsiteX13" fmla="*/ 28575 w 485584"/>
              <a:gd name="connsiteY13" fmla="*/ 36290 h 314229"/>
              <a:gd name="connsiteX14" fmla="*/ 159163 w 485584"/>
              <a:gd name="connsiteY14" fmla="*/ 139637 h 314229"/>
              <a:gd name="connsiteX15" fmla="*/ 28575 w 485584"/>
              <a:gd name="connsiteY15" fmla="*/ 270224 h 314229"/>
              <a:gd name="connsiteX16" fmla="*/ 28575 w 485584"/>
              <a:gd name="connsiteY16" fmla="*/ 36290 h 314229"/>
              <a:gd name="connsiteX17" fmla="*/ 181642 w 485584"/>
              <a:gd name="connsiteY17" fmla="*/ 157448 h 314229"/>
              <a:gd name="connsiteX18" fmla="*/ 233839 w 485584"/>
              <a:gd name="connsiteY18" fmla="*/ 198787 h 314229"/>
              <a:gd name="connsiteX19" fmla="*/ 242697 w 485584"/>
              <a:gd name="connsiteY19" fmla="*/ 201835 h 314229"/>
              <a:gd name="connsiteX20" fmla="*/ 251555 w 485584"/>
              <a:gd name="connsiteY20" fmla="*/ 198787 h 314229"/>
              <a:gd name="connsiteX21" fmla="*/ 303276 w 485584"/>
              <a:gd name="connsiteY21" fmla="*/ 157829 h 314229"/>
              <a:gd name="connsiteX22" fmla="*/ 431101 w 485584"/>
              <a:gd name="connsiteY22" fmla="*/ 285655 h 314229"/>
              <a:gd name="connsiteX23" fmla="*/ 53435 w 485584"/>
              <a:gd name="connsiteY23" fmla="*/ 285655 h 314229"/>
              <a:gd name="connsiteX24" fmla="*/ 181642 w 485584"/>
              <a:gd name="connsiteY24" fmla="*/ 157448 h 314229"/>
              <a:gd name="connsiteX25" fmla="*/ 325946 w 485584"/>
              <a:gd name="connsiteY25" fmla="*/ 140018 h 314229"/>
              <a:gd name="connsiteX26" fmla="*/ 457010 w 485584"/>
              <a:gd name="connsiteY26" fmla="*/ 36290 h 314229"/>
              <a:gd name="connsiteX27" fmla="*/ 457010 w 485584"/>
              <a:gd name="connsiteY27" fmla="*/ 271082 h 314229"/>
              <a:gd name="connsiteX28" fmla="*/ 325946 w 485584"/>
              <a:gd name="connsiteY28" fmla="*/ 140018 h 31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5584" h="314229">
                <a:moveTo>
                  <a:pt x="461772" y="0"/>
                </a:moveTo>
                <a:lnTo>
                  <a:pt x="23813" y="0"/>
                </a:lnTo>
                <a:cubicBezTo>
                  <a:pt x="10668" y="0"/>
                  <a:pt x="0" y="10668"/>
                  <a:pt x="0" y="23813"/>
                </a:cubicBezTo>
                <a:lnTo>
                  <a:pt x="0" y="290417"/>
                </a:lnTo>
                <a:cubicBezTo>
                  <a:pt x="0" y="303562"/>
                  <a:pt x="10668" y="314230"/>
                  <a:pt x="23813" y="314230"/>
                </a:cubicBezTo>
                <a:lnTo>
                  <a:pt x="461772" y="314230"/>
                </a:lnTo>
                <a:cubicBezTo>
                  <a:pt x="474917" y="314230"/>
                  <a:pt x="485585" y="303562"/>
                  <a:pt x="485585" y="290417"/>
                </a:cubicBezTo>
                <a:lnTo>
                  <a:pt x="485585" y="23813"/>
                </a:lnTo>
                <a:cubicBezTo>
                  <a:pt x="485585" y="10668"/>
                  <a:pt x="474917" y="0"/>
                  <a:pt x="461772" y="0"/>
                </a:cubicBezTo>
                <a:close/>
                <a:moveTo>
                  <a:pt x="242792" y="169355"/>
                </a:moveTo>
                <a:lnTo>
                  <a:pt x="64865" y="28575"/>
                </a:lnTo>
                <a:lnTo>
                  <a:pt x="420624" y="28575"/>
                </a:lnTo>
                <a:lnTo>
                  <a:pt x="242792" y="169355"/>
                </a:lnTo>
                <a:close/>
                <a:moveTo>
                  <a:pt x="28575" y="36290"/>
                </a:moveTo>
                <a:lnTo>
                  <a:pt x="159163" y="139637"/>
                </a:lnTo>
                <a:lnTo>
                  <a:pt x="28575" y="270224"/>
                </a:lnTo>
                <a:lnTo>
                  <a:pt x="28575" y="36290"/>
                </a:lnTo>
                <a:close/>
                <a:moveTo>
                  <a:pt x="181642" y="157448"/>
                </a:moveTo>
                <a:lnTo>
                  <a:pt x="233839" y="198787"/>
                </a:lnTo>
                <a:cubicBezTo>
                  <a:pt x="236411" y="200882"/>
                  <a:pt x="239554" y="201835"/>
                  <a:pt x="242697" y="201835"/>
                </a:cubicBezTo>
                <a:cubicBezTo>
                  <a:pt x="245840" y="201835"/>
                  <a:pt x="248984" y="200787"/>
                  <a:pt x="251555" y="198787"/>
                </a:cubicBezTo>
                <a:lnTo>
                  <a:pt x="303276" y="157829"/>
                </a:lnTo>
                <a:lnTo>
                  <a:pt x="431101" y="285655"/>
                </a:lnTo>
                <a:lnTo>
                  <a:pt x="53435" y="285655"/>
                </a:lnTo>
                <a:lnTo>
                  <a:pt x="181642" y="157448"/>
                </a:lnTo>
                <a:close/>
                <a:moveTo>
                  <a:pt x="325946" y="140018"/>
                </a:moveTo>
                <a:lnTo>
                  <a:pt x="457010" y="36290"/>
                </a:lnTo>
                <a:lnTo>
                  <a:pt x="457010" y="271082"/>
                </a:lnTo>
                <a:lnTo>
                  <a:pt x="325946" y="140018"/>
                </a:lnTo>
                <a:close/>
              </a:path>
            </a:pathLst>
          </a:custGeom>
          <a:solidFill>
            <a:srgbClr val="211452"/>
          </a:solidFill>
          <a:ln w="9525" cap="flat">
            <a:noFill/>
            <a:prstDash val="solid"/>
            <a:miter/>
          </a:ln>
        </p:spPr>
        <p:txBody>
          <a:bodyPr rtlCol="0" anchor="ctr"/>
          <a:lstStyle/>
          <a:p>
            <a:endParaRPr lang="en-US"/>
          </a:p>
        </p:txBody>
      </p:sp>
      <p:sp>
        <p:nvSpPr>
          <p:cNvPr id="269" name="Grafik 50">
            <a:extLst>
              <a:ext uri="{FF2B5EF4-FFF2-40B4-BE49-F238E27FC236}">
                <a16:creationId xmlns:a16="http://schemas.microsoft.com/office/drawing/2014/main" id="{EF2DDB5A-385E-4EFE-B8DD-AD086F7A7BD6}"/>
              </a:ext>
            </a:extLst>
          </p:cNvPr>
          <p:cNvSpPr/>
          <p:nvPr/>
        </p:nvSpPr>
        <p:spPr bwMode="gray">
          <a:xfrm>
            <a:off x="5018667" y="1920146"/>
            <a:ext cx="371665" cy="485775"/>
          </a:xfrm>
          <a:custGeom>
            <a:avLst/>
            <a:gdLst>
              <a:gd name="connsiteX0" fmla="*/ 304895 w 371665"/>
              <a:gd name="connsiteY0" fmla="*/ 382429 h 485775"/>
              <a:gd name="connsiteX1" fmla="*/ 290608 w 371665"/>
              <a:gd name="connsiteY1" fmla="*/ 396716 h 485775"/>
              <a:gd name="connsiteX2" fmla="*/ 224314 w 371665"/>
              <a:gd name="connsiteY2" fmla="*/ 396716 h 485775"/>
              <a:gd name="connsiteX3" fmla="*/ 210026 w 371665"/>
              <a:gd name="connsiteY3" fmla="*/ 382429 h 485775"/>
              <a:gd name="connsiteX4" fmla="*/ 224314 w 371665"/>
              <a:gd name="connsiteY4" fmla="*/ 368141 h 485775"/>
              <a:gd name="connsiteX5" fmla="*/ 290608 w 371665"/>
              <a:gd name="connsiteY5" fmla="*/ 368141 h 485775"/>
              <a:gd name="connsiteX6" fmla="*/ 304895 w 371665"/>
              <a:gd name="connsiteY6" fmla="*/ 382429 h 485775"/>
              <a:gd name="connsiteX7" fmla="*/ 135160 w 371665"/>
              <a:gd name="connsiteY7" fmla="*/ 361379 h 485775"/>
              <a:gd name="connsiteX8" fmla="*/ 148114 w 371665"/>
              <a:gd name="connsiteY8" fmla="*/ 348425 h 485775"/>
              <a:gd name="connsiteX9" fmla="*/ 148114 w 371665"/>
              <a:gd name="connsiteY9" fmla="*/ 328232 h 485775"/>
              <a:gd name="connsiteX10" fmla="*/ 127921 w 371665"/>
              <a:gd name="connsiteY10" fmla="*/ 328232 h 485775"/>
              <a:gd name="connsiteX11" fmla="*/ 114967 w 371665"/>
              <a:gd name="connsiteY11" fmla="*/ 341186 h 485775"/>
              <a:gd name="connsiteX12" fmla="*/ 101441 w 371665"/>
              <a:gd name="connsiteY12" fmla="*/ 327660 h 485775"/>
              <a:gd name="connsiteX13" fmla="*/ 81248 w 371665"/>
              <a:gd name="connsiteY13" fmla="*/ 327660 h 485775"/>
              <a:gd name="connsiteX14" fmla="*/ 81248 w 371665"/>
              <a:gd name="connsiteY14" fmla="*/ 347853 h 485775"/>
              <a:gd name="connsiteX15" fmla="*/ 94774 w 371665"/>
              <a:gd name="connsiteY15" fmla="*/ 361379 h 485775"/>
              <a:gd name="connsiteX16" fmla="*/ 80772 w 371665"/>
              <a:gd name="connsiteY16" fmla="*/ 375380 h 485775"/>
              <a:gd name="connsiteX17" fmla="*/ 80772 w 371665"/>
              <a:gd name="connsiteY17" fmla="*/ 395573 h 485775"/>
              <a:gd name="connsiteX18" fmla="*/ 90869 w 371665"/>
              <a:gd name="connsiteY18" fmla="*/ 399764 h 485775"/>
              <a:gd name="connsiteX19" fmla="*/ 100965 w 371665"/>
              <a:gd name="connsiteY19" fmla="*/ 395573 h 485775"/>
              <a:gd name="connsiteX20" fmla="*/ 114967 w 371665"/>
              <a:gd name="connsiteY20" fmla="*/ 381572 h 485775"/>
              <a:gd name="connsiteX21" fmla="*/ 128492 w 371665"/>
              <a:gd name="connsiteY21" fmla="*/ 395097 h 485775"/>
              <a:gd name="connsiteX22" fmla="*/ 138589 w 371665"/>
              <a:gd name="connsiteY22" fmla="*/ 399288 h 485775"/>
              <a:gd name="connsiteX23" fmla="*/ 148685 w 371665"/>
              <a:gd name="connsiteY23" fmla="*/ 395097 h 485775"/>
              <a:gd name="connsiteX24" fmla="*/ 148685 w 371665"/>
              <a:gd name="connsiteY24" fmla="*/ 374904 h 485775"/>
              <a:gd name="connsiteX25" fmla="*/ 135160 w 371665"/>
              <a:gd name="connsiteY25" fmla="*/ 361379 h 485775"/>
              <a:gd name="connsiteX26" fmla="*/ 224028 w 371665"/>
              <a:gd name="connsiteY26" fmla="*/ 235458 h 485775"/>
              <a:gd name="connsiteX27" fmla="*/ 290513 w 371665"/>
              <a:gd name="connsiteY27" fmla="*/ 235458 h 485775"/>
              <a:gd name="connsiteX28" fmla="*/ 304800 w 371665"/>
              <a:gd name="connsiteY28" fmla="*/ 221171 h 485775"/>
              <a:gd name="connsiteX29" fmla="*/ 290513 w 371665"/>
              <a:gd name="connsiteY29" fmla="*/ 206883 h 485775"/>
              <a:gd name="connsiteX30" fmla="*/ 224028 w 371665"/>
              <a:gd name="connsiteY30" fmla="*/ 206883 h 485775"/>
              <a:gd name="connsiteX31" fmla="*/ 209741 w 371665"/>
              <a:gd name="connsiteY31" fmla="*/ 221171 h 485775"/>
              <a:gd name="connsiteX32" fmla="*/ 224028 w 371665"/>
              <a:gd name="connsiteY32" fmla="*/ 235458 h 485775"/>
              <a:gd name="connsiteX33" fmla="*/ 371666 w 371665"/>
              <a:gd name="connsiteY33" fmla="*/ 23813 h 485775"/>
              <a:gd name="connsiteX34" fmla="*/ 371666 w 371665"/>
              <a:gd name="connsiteY34" fmla="*/ 461963 h 485775"/>
              <a:gd name="connsiteX35" fmla="*/ 347853 w 371665"/>
              <a:gd name="connsiteY35" fmla="*/ 485775 h 485775"/>
              <a:gd name="connsiteX36" fmla="*/ 23813 w 371665"/>
              <a:gd name="connsiteY36" fmla="*/ 485775 h 485775"/>
              <a:gd name="connsiteX37" fmla="*/ 0 w 371665"/>
              <a:gd name="connsiteY37" fmla="*/ 461963 h 485775"/>
              <a:gd name="connsiteX38" fmla="*/ 0 w 371665"/>
              <a:gd name="connsiteY38" fmla="*/ 23813 h 485775"/>
              <a:gd name="connsiteX39" fmla="*/ 23813 w 371665"/>
              <a:gd name="connsiteY39" fmla="*/ 0 h 485775"/>
              <a:gd name="connsiteX40" fmla="*/ 347758 w 371665"/>
              <a:gd name="connsiteY40" fmla="*/ 0 h 485775"/>
              <a:gd name="connsiteX41" fmla="*/ 371666 w 371665"/>
              <a:gd name="connsiteY41" fmla="*/ 23813 h 485775"/>
              <a:gd name="connsiteX42" fmla="*/ 343091 w 371665"/>
              <a:gd name="connsiteY42" fmla="*/ 28575 h 485775"/>
              <a:gd name="connsiteX43" fmla="*/ 28575 w 371665"/>
              <a:gd name="connsiteY43" fmla="*/ 28575 h 485775"/>
              <a:gd name="connsiteX44" fmla="*/ 28575 w 371665"/>
              <a:gd name="connsiteY44" fmla="*/ 457200 h 485775"/>
              <a:gd name="connsiteX45" fmla="*/ 343091 w 371665"/>
              <a:gd name="connsiteY45" fmla="*/ 457200 h 485775"/>
              <a:gd name="connsiteX46" fmla="*/ 343091 w 371665"/>
              <a:gd name="connsiteY46" fmla="*/ 28575 h 485775"/>
              <a:gd name="connsiteX47" fmla="*/ 290608 w 371665"/>
              <a:gd name="connsiteY47" fmla="*/ 326041 h 485775"/>
              <a:gd name="connsiteX48" fmla="*/ 224314 w 371665"/>
              <a:gd name="connsiteY48" fmla="*/ 326041 h 485775"/>
              <a:gd name="connsiteX49" fmla="*/ 210026 w 371665"/>
              <a:gd name="connsiteY49" fmla="*/ 340328 h 485775"/>
              <a:gd name="connsiteX50" fmla="*/ 224314 w 371665"/>
              <a:gd name="connsiteY50" fmla="*/ 354616 h 485775"/>
              <a:gd name="connsiteX51" fmla="*/ 290608 w 371665"/>
              <a:gd name="connsiteY51" fmla="*/ 354616 h 485775"/>
              <a:gd name="connsiteX52" fmla="*/ 304895 w 371665"/>
              <a:gd name="connsiteY52" fmla="*/ 340328 h 485775"/>
              <a:gd name="connsiteX53" fmla="*/ 290608 w 371665"/>
              <a:gd name="connsiteY53" fmla="*/ 326041 h 485775"/>
              <a:gd name="connsiteX54" fmla="*/ 85534 w 371665"/>
              <a:gd name="connsiteY54" fmla="*/ 128588 h 485775"/>
              <a:gd name="connsiteX55" fmla="*/ 286036 w 371665"/>
              <a:gd name="connsiteY55" fmla="*/ 128588 h 485775"/>
              <a:gd name="connsiteX56" fmla="*/ 314611 w 371665"/>
              <a:gd name="connsiteY56" fmla="*/ 100013 h 485775"/>
              <a:gd name="connsiteX57" fmla="*/ 286036 w 371665"/>
              <a:gd name="connsiteY57" fmla="*/ 71438 h 485775"/>
              <a:gd name="connsiteX58" fmla="*/ 85534 w 371665"/>
              <a:gd name="connsiteY58" fmla="*/ 71438 h 485775"/>
              <a:gd name="connsiteX59" fmla="*/ 56960 w 371665"/>
              <a:gd name="connsiteY59" fmla="*/ 100013 h 485775"/>
              <a:gd name="connsiteX60" fmla="*/ 85534 w 371665"/>
              <a:gd name="connsiteY60" fmla="*/ 128588 h 485775"/>
              <a:gd name="connsiteX61" fmla="*/ 147733 w 371665"/>
              <a:gd name="connsiteY61" fmla="*/ 206883 h 485775"/>
              <a:gd name="connsiteX62" fmla="*/ 129540 w 371665"/>
              <a:gd name="connsiteY62" fmla="*/ 206883 h 485775"/>
              <a:gd name="connsiteX63" fmla="*/ 129540 w 371665"/>
              <a:gd name="connsiteY63" fmla="*/ 187738 h 485775"/>
              <a:gd name="connsiteX64" fmla="*/ 115253 w 371665"/>
              <a:gd name="connsiteY64" fmla="*/ 173450 h 485775"/>
              <a:gd name="connsiteX65" fmla="*/ 100965 w 371665"/>
              <a:gd name="connsiteY65" fmla="*/ 187738 h 485775"/>
              <a:gd name="connsiteX66" fmla="*/ 100965 w 371665"/>
              <a:gd name="connsiteY66" fmla="*/ 206883 h 485775"/>
              <a:gd name="connsiteX67" fmla="*/ 81153 w 371665"/>
              <a:gd name="connsiteY67" fmla="*/ 206883 h 485775"/>
              <a:gd name="connsiteX68" fmla="*/ 66866 w 371665"/>
              <a:gd name="connsiteY68" fmla="*/ 221171 h 485775"/>
              <a:gd name="connsiteX69" fmla="*/ 81153 w 371665"/>
              <a:gd name="connsiteY69" fmla="*/ 235458 h 485775"/>
              <a:gd name="connsiteX70" fmla="*/ 100965 w 371665"/>
              <a:gd name="connsiteY70" fmla="*/ 235458 h 485775"/>
              <a:gd name="connsiteX71" fmla="*/ 100965 w 371665"/>
              <a:gd name="connsiteY71" fmla="*/ 254603 h 485775"/>
              <a:gd name="connsiteX72" fmla="*/ 115253 w 371665"/>
              <a:gd name="connsiteY72" fmla="*/ 268891 h 485775"/>
              <a:gd name="connsiteX73" fmla="*/ 129540 w 371665"/>
              <a:gd name="connsiteY73" fmla="*/ 254603 h 485775"/>
              <a:gd name="connsiteX74" fmla="*/ 129540 w 371665"/>
              <a:gd name="connsiteY74" fmla="*/ 235458 h 485775"/>
              <a:gd name="connsiteX75" fmla="*/ 147828 w 371665"/>
              <a:gd name="connsiteY75" fmla="*/ 235458 h 485775"/>
              <a:gd name="connsiteX76" fmla="*/ 162116 w 371665"/>
              <a:gd name="connsiteY76" fmla="*/ 221171 h 485775"/>
              <a:gd name="connsiteX77" fmla="*/ 147733 w 371665"/>
              <a:gd name="connsiteY77" fmla="*/ 20688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1665" h="485775">
                <a:moveTo>
                  <a:pt x="304895" y="382429"/>
                </a:moveTo>
                <a:cubicBezTo>
                  <a:pt x="304895" y="390335"/>
                  <a:pt x="298514" y="396716"/>
                  <a:pt x="290608" y="396716"/>
                </a:cubicBezTo>
                <a:lnTo>
                  <a:pt x="224314" y="396716"/>
                </a:lnTo>
                <a:cubicBezTo>
                  <a:pt x="216408" y="396716"/>
                  <a:pt x="210026" y="390335"/>
                  <a:pt x="210026" y="382429"/>
                </a:cubicBezTo>
                <a:cubicBezTo>
                  <a:pt x="210026" y="374523"/>
                  <a:pt x="216408" y="368141"/>
                  <a:pt x="224314" y="368141"/>
                </a:cubicBezTo>
                <a:lnTo>
                  <a:pt x="290608" y="368141"/>
                </a:lnTo>
                <a:cubicBezTo>
                  <a:pt x="298514" y="368141"/>
                  <a:pt x="304895" y="374523"/>
                  <a:pt x="304895" y="382429"/>
                </a:cubicBezTo>
                <a:close/>
                <a:moveTo>
                  <a:pt x="135160" y="361379"/>
                </a:moveTo>
                <a:lnTo>
                  <a:pt x="148114" y="348425"/>
                </a:lnTo>
                <a:cubicBezTo>
                  <a:pt x="153734" y="342805"/>
                  <a:pt x="153734" y="333756"/>
                  <a:pt x="148114" y="328232"/>
                </a:cubicBezTo>
                <a:cubicBezTo>
                  <a:pt x="142494" y="322707"/>
                  <a:pt x="133445" y="322612"/>
                  <a:pt x="127921" y="328232"/>
                </a:cubicBezTo>
                <a:lnTo>
                  <a:pt x="114967" y="341186"/>
                </a:lnTo>
                <a:lnTo>
                  <a:pt x="101441" y="327660"/>
                </a:lnTo>
                <a:cubicBezTo>
                  <a:pt x="95822" y="322040"/>
                  <a:pt x="86773" y="322040"/>
                  <a:pt x="81248" y="327660"/>
                </a:cubicBezTo>
                <a:cubicBezTo>
                  <a:pt x="75724" y="333280"/>
                  <a:pt x="75629" y="342329"/>
                  <a:pt x="81248" y="347853"/>
                </a:cubicBezTo>
                <a:lnTo>
                  <a:pt x="94774" y="361379"/>
                </a:lnTo>
                <a:lnTo>
                  <a:pt x="80772" y="375380"/>
                </a:lnTo>
                <a:cubicBezTo>
                  <a:pt x="75152" y="381000"/>
                  <a:pt x="75152" y="390049"/>
                  <a:pt x="80772" y="395573"/>
                </a:cubicBezTo>
                <a:cubicBezTo>
                  <a:pt x="83534" y="398336"/>
                  <a:pt x="87249" y="399764"/>
                  <a:pt x="90869" y="399764"/>
                </a:cubicBezTo>
                <a:cubicBezTo>
                  <a:pt x="94488" y="399764"/>
                  <a:pt x="98203" y="398336"/>
                  <a:pt x="100965" y="395573"/>
                </a:cubicBezTo>
                <a:lnTo>
                  <a:pt x="114967" y="381572"/>
                </a:lnTo>
                <a:lnTo>
                  <a:pt x="128492" y="395097"/>
                </a:lnTo>
                <a:cubicBezTo>
                  <a:pt x="131255" y="397859"/>
                  <a:pt x="134969" y="399288"/>
                  <a:pt x="138589" y="399288"/>
                </a:cubicBezTo>
                <a:cubicBezTo>
                  <a:pt x="142208" y="399288"/>
                  <a:pt x="145923" y="397859"/>
                  <a:pt x="148685" y="395097"/>
                </a:cubicBezTo>
                <a:cubicBezTo>
                  <a:pt x="154305" y="389477"/>
                  <a:pt x="154305" y="380429"/>
                  <a:pt x="148685" y="374904"/>
                </a:cubicBezTo>
                <a:lnTo>
                  <a:pt x="135160" y="361379"/>
                </a:lnTo>
                <a:close/>
                <a:moveTo>
                  <a:pt x="224028" y="235458"/>
                </a:moveTo>
                <a:lnTo>
                  <a:pt x="290513" y="235458"/>
                </a:lnTo>
                <a:cubicBezTo>
                  <a:pt x="298418" y="235458"/>
                  <a:pt x="304800" y="229076"/>
                  <a:pt x="304800" y="221171"/>
                </a:cubicBezTo>
                <a:cubicBezTo>
                  <a:pt x="304800" y="213265"/>
                  <a:pt x="298418" y="206883"/>
                  <a:pt x="290513" y="206883"/>
                </a:cubicBezTo>
                <a:lnTo>
                  <a:pt x="224028" y="206883"/>
                </a:lnTo>
                <a:cubicBezTo>
                  <a:pt x="216122" y="206883"/>
                  <a:pt x="209741" y="213265"/>
                  <a:pt x="209741" y="221171"/>
                </a:cubicBezTo>
                <a:cubicBezTo>
                  <a:pt x="209741" y="229076"/>
                  <a:pt x="216122" y="235458"/>
                  <a:pt x="224028" y="235458"/>
                </a:cubicBezTo>
                <a:close/>
                <a:moveTo>
                  <a:pt x="371666" y="23813"/>
                </a:moveTo>
                <a:lnTo>
                  <a:pt x="371666" y="461963"/>
                </a:lnTo>
                <a:cubicBezTo>
                  <a:pt x="371666" y="475107"/>
                  <a:pt x="360998" y="485775"/>
                  <a:pt x="347853" y="485775"/>
                </a:cubicBezTo>
                <a:lnTo>
                  <a:pt x="23813" y="485775"/>
                </a:lnTo>
                <a:cubicBezTo>
                  <a:pt x="10668" y="485775"/>
                  <a:pt x="0" y="475107"/>
                  <a:pt x="0" y="461963"/>
                </a:cubicBezTo>
                <a:lnTo>
                  <a:pt x="0" y="23813"/>
                </a:lnTo>
                <a:cubicBezTo>
                  <a:pt x="0" y="10668"/>
                  <a:pt x="10668" y="0"/>
                  <a:pt x="23813" y="0"/>
                </a:cubicBezTo>
                <a:lnTo>
                  <a:pt x="347758" y="0"/>
                </a:lnTo>
                <a:cubicBezTo>
                  <a:pt x="360902" y="0"/>
                  <a:pt x="371666" y="10668"/>
                  <a:pt x="371666" y="23813"/>
                </a:cubicBezTo>
                <a:close/>
                <a:moveTo>
                  <a:pt x="343091" y="28575"/>
                </a:moveTo>
                <a:lnTo>
                  <a:pt x="28575" y="28575"/>
                </a:lnTo>
                <a:lnTo>
                  <a:pt x="28575" y="457200"/>
                </a:lnTo>
                <a:lnTo>
                  <a:pt x="343091" y="457200"/>
                </a:lnTo>
                <a:lnTo>
                  <a:pt x="343091" y="28575"/>
                </a:lnTo>
                <a:close/>
                <a:moveTo>
                  <a:pt x="290608" y="326041"/>
                </a:moveTo>
                <a:lnTo>
                  <a:pt x="224314" y="326041"/>
                </a:lnTo>
                <a:cubicBezTo>
                  <a:pt x="216408" y="326041"/>
                  <a:pt x="210026" y="332423"/>
                  <a:pt x="210026" y="340328"/>
                </a:cubicBezTo>
                <a:cubicBezTo>
                  <a:pt x="210026" y="348234"/>
                  <a:pt x="216408" y="354616"/>
                  <a:pt x="224314" y="354616"/>
                </a:cubicBezTo>
                <a:lnTo>
                  <a:pt x="290608" y="354616"/>
                </a:lnTo>
                <a:cubicBezTo>
                  <a:pt x="298514" y="354616"/>
                  <a:pt x="304895" y="348234"/>
                  <a:pt x="304895" y="340328"/>
                </a:cubicBezTo>
                <a:cubicBezTo>
                  <a:pt x="304895" y="332423"/>
                  <a:pt x="298514" y="326041"/>
                  <a:pt x="290608" y="326041"/>
                </a:cubicBezTo>
                <a:close/>
                <a:moveTo>
                  <a:pt x="85534" y="128588"/>
                </a:moveTo>
                <a:lnTo>
                  <a:pt x="286036" y="128588"/>
                </a:lnTo>
                <a:cubicBezTo>
                  <a:pt x="301847" y="128588"/>
                  <a:pt x="314611" y="115824"/>
                  <a:pt x="314611" y="100013"/>
                </a:cubicBezTo>
                <a:cubicBezTo>
                  <a:pt x="314611" y="84201"/>
                  <a:pt x="301847" y="71438"/>
                  <a:pt x="286036" y="71438"/>
                </a:cubicBezTo>
                <a:lnTo>
                  <a:pt x="85534" y="71438"/>
                </a:lnTo>
                <a:cubicBezTo>
                  <a:pt x="69723" y="71438"/>
                  <a:pt x="56960" y="84201"/>
                  <a:pt x="56960" y="100013"/>
                </a:cubicBezTo>
                <a:cubicBezTo>
                  <a:pt x="56960" y="115824"/>
                  <a:pt x="69818" y="128588"/>
                  <a:pt x="85534" y="128588"/>
                </a:cubicBezTo>
                <a:close/>
                <a:moveTo>
                  <a:pt x="147733" y="206883"/>
                </a:moveTo>
                <a:lnTo>
                  <a:pt x="129540" y="206883"/>
                </a:lnTo>
                <a:lnTo>
                  <a:pt x="129540" y="187738"/>
                </a:lnTo>
                <a:cubicBezTo>
                  <a:pt x="129540" y="179832"/>
                  <a:pt x="123158" y="173450"/>
                  <a:pt x="115253" y="173450"/>
                </a:cubicBezTo>
                <a:cubicBezTo>
                  <a:pt x="107347" y="173450"/>
                  <a:pt x="100965" y="179832"/>
                  <a:pt x="100965" y="187738"/>
                </a:cubicBezTo>
                <a:lnTo>
                  <a:pt x="100965" y="206883"/>
                </a:lnTo>
                <a:lnTo>
                  <a:pt x="81153" y="206883"/>
                </a:lnTo>
                <a:cubicBezTo>
                  <a:pt x="73247" y="206883"/>
                  <a:pt x="66866" y="213265"/>
                  <a:pt x="66866" y="221171"/>
                </a:cubicBezTo>
                <a:cubicBezTo>
                  <a:pt x="66866" y="229076"/>
                  <a:pt x="73247" y="235458"/>
                  <a:pt x="81153" y="235458"/>
                </a:cubicBezTo>
                <a:lnTo>
                  <a:pt x="100965" y="235458"/>
                </a:lnTo>
                <a:lnTo>
                  <a:pt x="100965" y="254603"/>
                </a:lnTo>
                <a:cubicBezTo>
                  <a:pt x="100965" y="262509"/>
                  <a:pt x="107347" y="268891"/>
                  <a:pt x="115253" y="268891"/>
                </a:cubicBezTo>
                <a:cubicBezTo>
                  <a:pt x="123158" y="268891"/>
                  <a:pt x="129540" y="262509"/>
                  <a:pt x="129540" y="254603"/>
                </a:cubicBezTo>
                <a:lnTo>
                  <a:pt x="129540" y="235458"/>
                </a:lnTo>
                <a:lnTo>
                  <a:pt x="147828" y="235458"/>
                </a:lnTo>
                <a:cubicBezTo>
                  <a:pt x="155734" y="235458"/>
                  <a:pt x="162116" y="229076"/>
                  <a:pt x="162116" y="221171"/>
                </a:cubicBezTo>
                <a:cubicBezTo>
                  <a:pt x="162116" y="213265"/>
                  <a:pt x="155639" y="206883"/>
                  <a:pt x="147733" y="206883"/>
                </a:cubicBezTo>
                <a:close/>
              </a:path>
            </a:pathLst>
          </a:custGeom>
          <a:solidFill>
            <a:srgbClr val="211452"/>
          </a:solidFill>
          <a:ln w="9525" cap="flat">
            <a:noFill/>
            <a:prstDash val="solid"/>
            <a:miter/>
          </a:ln>
        </p:spPr>
        <p:txBody>
          <a:bodyPr rtlCol="0" anchor="ctr"/>
          <a:lstStyle/>
          <a:p>
            <a:endParaRPr lang="en-US"/>
          </a:p>
        </p:txBody>
      </p:sp>
      <p:sp>
        <p:nvSpPr>
          <p:cNvPr id="280" name="Grafik 62">
            <a:extLst>
              <a:ext uri="{FF2B5EF4-FFF2-40B4-BE49-F238E27FC236}">
                <a16:creationId xmlns:a16="http://schemas.microsoft.com/office/drawing/2014/main" id="{C19E7820-004B-42F9-BCE8-DB8F2B620719}"/>
              </a:ext>
            </a:extLst>
          </p:cNvPr>
          <p:cNvSpPr/>
          <p:nvPr/>
        </p:nvSpPr>
        <p:spPr bwMode="gray">
          <a:xfrm>
            <a:off x="11116736" y="1920050"/>
            <a:ext cx="485584" cy="485584"/>
          </a:xfrm>
          <a:custGeom>
            <a:avLst/>
            <a:gdLst>
              <a:gd name="connsiteX0" fmla="*/ 461772 w 485584"/>
              <a:gd name="connsiteY0" fmla="*/ 114205 h 485584"/>
              <a:gd name="connsiteX1" fmla="*/ 428339 w 485584"/>
              <a:gd name="connsiteY1" fmla="*/ 114205 h 485584"/>
              <a:gd name="connsiteX2" fmla="*/ 428339 w 485584"/>
              <a:gd name="connsiteY2" fmla="*/ 23813 h 485584"/>
              <a:gd name="connsiteX3" fmla="*/ 404527 w 485584"/>
              <a:gd name="connsiteY3" fmla="*/ 0 h 485584"/>
              <a:gd name="connsiteX4" fmla="*/ 80867 w 485584"/>
              <a:gd name="connsiteY4" fmla="*/ 0 h 485584"/>
              <a:gd name="connsiteX5" fmla="*/ 57055 w 485584"/>
              <a:gd name="connsiteY5" fmla="*/ 23813 h 485584"/>
              <a:gd name="connsiteX6" fmla="*/ 57055 w 485584"/>
              <a:gd name="connsiteY6" fmla="*/ 114205 h 485584"/>
              <a:gd name="connsiteX7" fmla="*/ 23813 w 485584"/>
              <a:gd name="connsiteY7" fmla="*/ 114205 h 485584"/>
              <a:gd name="connsiteX8" fmla="*/ 0 w 485584"/>
              <a:gd name="connsiteY8" fmla="*/ 138017 h 485584"/>
              <a:gd name="connsiteX9" fmla="*/ 0 w 485584"/>
              <a:gd name="connsiteY9" fmla="*/ 404336 h 485584"/>
              <a:gd name="connsiteX10" fmla="*/ 23813 w 485584"/>
              <a:gd name="connsiteY10" fmla="*/ 428149 h 485584"/>
              <a:gd name="connsiteX11" fmla="*/ 57055 w 485584"/>
              <a:gd name="connsiteY11" fmla="*/ 428149 h 485584"/>
              <a:gd name="connsiteX12" fmla="*/ 57055 w 485584"/>
              <a:gd name="connsiteY12" fmla="*/ 461772 h 485584"/>
              <a:gd name="connsiteX13" fmla="*/ 80867 w 485584"/>
              <a:gd name="connsiteY13" fmla="*/ 485585 h 485584"/>
              <a:gd name="connsiteX14" fmla="*/ 404717 w 485584"/>
              <a:gd name="connsiteY14" fmla="*/ 485585 h 485584"/>
              <a:gd name="connsiteX15" fmla="*/ 428530 w 485584"/>
              <a:gd name="connsiteY15" fmla="*/ 461772 h 485584"/>
              <a:gd name="connsiteX16" fmla="*/ 428530 w 485584"/>
              <a:gd name="connsiteY16" fmla="*/ 428149 h 485584"/>
              <a:gd name="connsiteX17" fmla="*/ 461772 w 485584"/>
              <a:gd name="connsiteY17" fmla="*/ 428149 h 485584"/>
              <a:gd name="connsiteX18" fmla="*/ 485585 w 485584"/>
              <a:gd name="connsiteY18" fmla="*/ 404336 h 485584"/>
              <a:gd name="connsiteX19" fmla="*/ 485585 w 485584"/>
              <a:gd name="connsiteY19" fmla="*/ 138017 h 485584"/>
              <a:gd name="connsiteX20" fmla="*/ 461772 w 485584"/>
              <a:gd name="connsiteY20" fmla="*/ 114205 h 485584"/>
              <a:gd name="connsiteX21" fmla="*/ 85630 w 485584"/>
              <a:gd name="connsiteY21" fmla="*/ 28575 h 485584"/>
              <a:gd name="connsiteX22" fmla="*/ 399764 w 485584"/>
              <a:gd name="connsiteY22" fmla="*/ 28575 h 485584"/>
              <a:gd name="connsiteX23" fmla="*/ 399764 w 485584"/>
              <a:gd name="connsiteY23" fmla="*/ 114205 h 485584"/>
              <a:gd name="connsiteX24" fmla="*/ 85630 w 485584"/>
              <a:gd name="connsiteY24" fmla="*/ 114205 h 485584"/>
              <a:gd name="connsiteX25" fmla="*/ 85630 w 485584"/>
              <a:gd name="connsiteY25" fmla="*/ 28575 h 485584"/>
              <a:gd name="connsiteX26" fmla="*/ 399955 w 485584"/>
              <a:gd name="connsiteY26" fmla="*/ 457010 h 485584"/>
              <a:gd name="connsiteX27" fmla="*/ 85630 w 485584"/>
              <a:gd name="connsiteY27" fmla="*/ 457010 h 485584"/>
              <a:gd name="connsiteX28" fmla="*/ 85630 w 485584"/>
              <a:gd name="connsiteY28" fmla="*/ 313944 h 485584"/>
              <a:gd name="connsiteX29" fmla="*/ 399955 w 485584"/>
              <a:gd name="connsiteY29" fmla="*/ 313944 h 485584"/>
              <a:gd name="connsiteX30" fmla="*/ 399955 w 485584"/>
              <a:gd name="connsiteY30" fmla="*/ 457010 h 485584"/>
              <a:gd name="connsiteX31" fmla="*/ 457010 w 485584"/>
              <a:gd name="connsiteY31" fmla="*/ 399574 h 485584"/>
              <a:gd name="connsiteX32" fmla="*/ 428530 w 485584"/>
              <a:gd name="connsiteY32" fmla="*/ 399574 h 485584"/>
              <a:gd name="connsiteX33" fmla="*/ 428530 w 485584"/>
              <a:gd name="connsiteY33" fmla="*/ 309182 h 485584"/>
              <a:gd name="connsiteX34" fmla="*/ 404717 w 485584"/>
              <a:gd name="connsiteY34" fmla="*/ 285369 h 485584"/>
              <a:gd name="connsiteX35" fmla="*/ 80867 w 485584"/>
              <a:gd name="connsiteY35" fmla="*/ 285369 h 485584"/>
              <a:gd name="connsiteX36" fmla="*/ 57055 w 485584"/>
              <a:gd name="connsiteY36" fmla="*/ 309182 h 485584"/>
              <a:gd name="connsiteX37" fmla="*/ 57055 w 485584"/>
              <a:gd name="connsiteY37" fmla="*/ 399574 h 485584"/>
              <a:gd name="connsiteX38" fmla="*/ 28575 w 485584"/>
              <a:gd name="connsiteY38" fmla="*/ 399574 h 485584"/>
              <a:gd name="connsiteX39" fmla="*/ 28575 w 485584"/>
              <a:gd name="connsiteY39" fmla="*/ 142780 h 485584"/>
              <a:gd name="connsiteX40" fmla="*/ 457010 w 485584"/>
              <a:gd name="connsiteY40" fmla="*/ 142780 h 485584"/>
              <a:gd name="connsiteX41" fmla="*/ 457010 w 485584"/>
              <a:gd name="connsiteY41" fmla="*/ 399574 h 485584"/>
              <a:gd name="connsiteX42" fmla="*/ 399098 w 485584"/>
              <a:gd name="connsiteY42" fmla="*/ 228314 h 485584"/>
              <a:gd name="connsiteX43" fmla="*/ 314706 w 485584"/>
              <a:gd name="connsiteY43" fmla="*/ 228314 h 485584"/>
              <a:gd name="connsiteX44" fmla="*/ 300419 w 485584"/>
              <a:gd name="connsiteY44" fmla="*/ 214027 h 485584"/>
              <a:gd name="connsiteX45" fmla="*/ 314706 w 485584"/>
              <a:gd name="connsiteY45" fmla="*/ 199739 h 485584"/>
              <a:gd name="connsiteX46" fmla="*/ 399098 w 485584"/>
              <a:gd name="connsiteY46" fmla="*/ 199739 h 485584"/>
              <a:gd name="connsiteX47" fmla="*/ 413385 w 485584"/>
              <a:gd name="connsiteY47" fmla="*/ 214027 h 485584"/>
              <a:gd name="connsiteX48" fmla="*/ 399098 w 485584"/>
              <a:gd name="connsiteY48" fmla="*/ 228314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85584" h="485584">
                <a:moveTo>
                  <a:pt x="461772" y="114205"/>
                </a:moveTo>
                <a:lnTo>
                  <a:pt x="428339" y="114205"/>
                </a:lnTo>
                <a:lnTo>
                  <a:pt x="428339" y="23813"/>
                </a:lnTo>
                <a:cubicBezTo>
                  <a:pt x="428339" y="10668"/>
                  <a:pt x="417671" y="0"/>
                  <a:pt x="404527" y="0"/>
                </a:cubicBezTo>
                <a:lnTo>
                  <a:pt x="80867" y="0"/>
                </a:lnTo>
                <a:cubicBezTo>
                  <a:pt x="67723" y="0"/>
                  <a:pt x="57055" y="10668"/>
                  <a:pt x="57055" y="23813"/>
                </a:cubicBezTo>
                <a:lnTo>
                  <a:pt x="57055" y="114205"/>
                </a:lnTo>
                <a:lnTo>
                  <a:pt x="23813" y="114205"/>
                </a:lnTo>
                <a:cubicBezTo>
                  <a:pt x="10668" y="114205"/>
                  <a:pt x="0" y="124873"/>
                  <a:pt x="0" y="138017"/>
                </a:cubicBezTo>
                <a:lnTo>
                  <a:pt x="0" y="404336"/>
                </a:lnTo>
                <a:cubicBezTo>
                  <a:pt x="0" y="417481"/>
                  <a:pt x="10668" y="428149"/>
                  <a:pt x="23813" y="428149"/>
                </a:cubicBezTo>
                <a:lnTo>
                  <a:pt x="57055" y="428149"/>
                </a:lnTo>
                <a:lnTo>
                  <a:pt x="57055" y="461772"/>
                </a:lnTo>
                <a:cubicBezTo>
                  <a:pt x="57055" y="474917"/>
                  <a:pt x="67723" y="485585"/>
                  <a:pt x="80867" y="485585"/>
                </a:cubicBezTo>
                <a:lnTo>
                  <a:pt x="404717" y="485585"/>
                </a:lnTo>
                <a:cubicBezTo>
                  <a:pt x="417862" y="485585"/>
                  <a:pt x="428530" y="474917"/>
                  <a:pt x="428530" y="461772"/>
                </a:cubicBezTo>
                <a:lnTo>
                  <a:pt x="428530" y="428149"/>
                </a:lnTo>
                <a:lnTo>
                  <a:pt x="461772" y="428149"/>
                </a:lnTo>
                <a:cubicBezTo>
                  <a:pt x="474917" y="428149"/>
                  <a:pt x="485585" y="417481"/>
                  <a:pt x="485585" y="404336"/>
                </a:cubicBezTo>
                <a:lnTo>
                  <a:pt x="485585" y="138017"/>
                </a:lnTo>
                <a:cubicBezTo>
                  <a:pt x="485585" y="124968"/>
                  <a:pt x="474917" y="114205"/>
                  <a:pt x="461772" y="114205"/>
                </a:cubicBezTo>
                <a:close/>
                <a:moveTo>
                  <a:pt x="85630" y="28575"/>
                </a:moveTo>
                <a:lnTo>
                  <a:pt x="399764" y="28575"/>
                </a:lnTo>
                <a:lnTo>
                  <a:pt x="399764" y="114205"/>
                </a:lnTo>
                <a:lnTo>
                  <a:pt x="85630" y="114205"/>
                </a:lnTo>
                <a:lnTo>
                  <a:pt x="85630" y="28575"/>
                </a:lnTo>
                <a:close/>
                <a:moveTo>
                  <a:pt x="399955" y="457010"/>
                </a:moveTo>
                <a:lnTo>
                  <a:pt x="85630" y="457010"/>
                </a:lnTo>
                <a:lnTo>
                  <a:pt x="85630" y="313944"/>
                </a:lnTo>
                <a:lnTo>
                  <a:pt x="399955" y="313944"/>
                </a:lnTo>
                <a:lnTo>
                  <a:pt x="399955" y="457010"/>
                </a:lnTo>
                <a:close/>
                <a:moveTo>
                  <a:pt x="457010" y="399574"/>
                </a:moveTo>
                <a:lnTo>
                  <a:pt x="428530" y="399574"/>
                </a:lnTo>
                <a:lnTo>
                  <a:pt x="428530" y="309182"/>
                </a:lnTo>
                <a:cubicBezTo>
                  <a:pt x="428530" y="296037"/>
                  <a:pt x="417862" y="285369"/>
                  <a:pt x="404717" y="285369"/>
                </a:cubicBezTo>
                <a:lnTo>
                  <a:pt x="80867" y="285369"/>
                </a:lnTo>
                <a:cubicBezTo>
                  <a:pt x="67723" y="285369"/>
                  <a:pt x="57055" y="296037"/>
                  <a:pt x="57055" y="309182"/>
                </a:cubicBezTo>
                <a:lnTo>
                  <a:pt x="57055" y="399574"/>
                </a:lnTo>
                <a:lnTo>
                  <a:pt x="28575" y="399574"/>
                </a:lnTo>
                <a:lnTo>
                  <a:pt x="28575" y="142780"/>
                </a:lnTo>
                <a:lnTo>
                  <a:pt x="457010" y="142780"/>
                </a:lnTo>
                <a:lnTo>
                  <a:pt x="457010" y="399574"/>
                </a:lnTo>
                <a:close/>
                <a:moveTo>
                  <a:pt x="399098" y="228314"/>
                </a:moveTo>
                <a:lnTo>
                  <a:pt x="314706" y="228314"/>
                </a:lnTo>
                <a:cubicBezTo>
                  <a:pt x="306800" y="228314"/>
                  <a:pt x="300419" y="221933"/>
                  <a:pt x="300419" y="214027"/>
                </a:cubicBezTo>
                <a:cubicBezTo>
                  <a:pt x="300419" y="206121"/>
                  <a:pt x="306800" y="199739"/>
                  <a:pt x="314706" y="199739"/>
                </a:cubicBezTo>
                <a:lnTo>
                  <a:pt x="399098" y="199739"/>
                </a:lnTo>
                <a:cubicBezTo>
                  <a:pt x="407003" y="199739"/>
                  <a:pt x="413385" y="206121"/>
                  <a:pt x="413385" y="214027"/>
                </a:cubicBezTo>
                <a:cubicBezTo>
                  <a:pt x="413385" y="221933"/>
                  <a:pt x="407003" y="228314"/>
                  <a:pt x="399098" y="228314"/>
                </a:cubicBezTo>
                <a:close/>
              </a:path>
            </a:pathLst>
          </a:custGeom>
          <a:solidFill>
            <a:srgbClr val="211452"/>
          </a:solidFill>
          <a:ln w="9525" cap="flat">
            <a:noFill/>
            <a:prstDash val="solid"/>
            <a:miter/>
          </a:ln>
        </p:spPr>
        <p:txBody>
          <a:bodyPr rtlCol="0" anchor="ctr"/>
          <a:lstStyle/>
          <a:p>
            <a:endParaRPr lang="en-US"/>
          </a:p>
        </p:txBody>
      </p:sp>
      <p:sp>
        <p:nvSpPr>
          <p:cNvPr id="281" name="Grafik 63">
            <a:extLst>
              <a:ext uri="{FF2B5EF4-FFF2-40B4-BE49-F238E27FC236}">
                <a16:creationId xmlns:a16="http://schemas.microsoft.com/office/drawing/2014/main" id="{BA2F824E-5217-4FFA-ADBC-06F7615351D4}"/>
              </a:ext>
            </a:extLst>
          </p:cNvPr>
          <p:cNvSpPr/>
          <p:nvPr/>
        </p:nvSpPr>
        <p:spPr bwMode="gray">
          <a:xfrm>
            <a:off x="10205291" y="1920050"/>
            <a:ext cx="485584" cy="485775"/>
          </a:xfrm>
          <a:custGeom>
            <a:avLst/>
            <a:gdLst>
              <a:gd name="connsiteX0" fmla="*/ 114300 w 485584"/>
              <a:gd name="connsiteY0" fmla="*/ 71438 h 485775"/>
              <a:gd name="connsiteX1" fmla="*/ 128588 w 485584"/>
              <a:gd name="connsiteY1" fmla="*/ 57150 h 485775"/>
              <a:gd name="connsiteX2" fmla="*/ 357092 w 485584"/>
              <a:gd name="connsiteY2" fmla="*/ 57150 h 485775"/>
              <a:gd name="connsiteX3" fmla="*/ 371380 w 485584"/>
              <a:gd name="connsiteY3" fmla="*/ 71438 h 485775"/>
              <a:gd name="connsiteX4" fmla="*/ 357092 w 485584"/>
              <a:gd name="connsiteY4" fmla="*/ 85725 h 485775"/>
              <a:gd name="connsiteX5" fmla="*/ 128588 w 485584"/>
              <a:gd name="connsiteY5" fmla="*/ 85725 h 485775"/>
              <a:gd name="connsiteX6" fmla="*/ 114300 w 485584"/>
              <a:gd name="connsiteY6" fmla="*/ 71438 h 485775"/>
              <a:gd name="connsiteX7" fmla="*/ 128588 w 485584"/>
              <a:gd name="connsiteY7" fmla="*/ 142875 h 485775"/>
              <a:gd name="connsiteX8" fmla="*/ 357092 w 485584"/>
              <a:gd name="connsiteY8" fmla="*/ 142875 h 485775"/>
              <a:gd name="connsiteX9" fmla="*/ 371380 w 485584"/>
              <a:gd name="connsiteY9" fmla="*/ 128588 h 485775"/>
              <a:gd name="connsiteX10" fmla="*/ 357092 w 485584"/>
              <a:gd name="connsiteY10" fmla="*/ 114300 h 485775"/>
              <a:gd name="connsiteX11" fmla="*/ 128588 w 485584"/>
              <a:gd name="connsiteY11" fmla="*/ 114300 h 485775"/>
              <a:gd name="connsiteX12" fmla="*/ 114300 w 485584"/>
              <a:gd name="connsiteY12" fmla="*/ 128588 h 485775"/>
              <a:gd name="connsiteX13" fmla="*/ 128588 w 485584"/>
              <a:gd name="connsiteY13" fmla="*/ 142875 h 485775"/>
              <a:gd name="connsiteX14" fmla="*/ 357092 w 485584"/>
              <a:gd name="connsiteY14" fmla="*/ 200120 h 485775"/>
              <a:gd name="connsiteX15" fmla="*/ 371380 w 485584"/>
              <a:gd name="connsiteY15" fmla="*/ 185833 h 485775"/>
              <a:gd name="connsiteX16" fmla="*/ 357092 w 485584"/>
              <a:gd name="connsiteY16" fmla="*/ 171545 h 485775"/>
              <a:gd name="connsiteX17" fmla="*/ 128588 w 485584"/>
              <a:gd name="connsiteY17" fmla="*/ 171545 h 485775"/>
              <a:gd name="connsiteX18" fmla="*/ 114300 w 485584"/>
              <a:gd name="connsiteY18" fmla="*/ 185833 h 485775"/>
              <a:gd name="connsiteX19" fmla="*/ 128588 w 485584"/>
              <a:gd name="connsiteY19" fmla="*/ 200120 h 485775"/>
              <a:gd name="connsiteX20" fmla="*/ 357092 w 485584"/>
              <a:gd name="connsiteY20" fmla="*/ 200120 h 485775"/>
              <a:gd name="connsiteX21" fmla="*/ 485585 w 485584"/>
              <a:gd name="connsiteY21" fmla="*/ 195358 h 485775"/>
              <a:gd name="connsiteX22" fmla="*/ 485585 w 485584"/>
              <a:gd name="connsiteY22" fmla="*/ 461963 h 485775"/>
              <a:gd name="connsiteX23" fmla="*/ 461772 w 485584"/>
              <a:gd name="connsiteY23" fmla="*/ 485775 h 485775"/>
              <a:gd name="connsiteX24" fmla="*/ 23813 w 485584"/>
              <a:gd name="connsiteY24" fmla="*/ 485775 h 485775"/>
              <a:gd name="connsiteX25" fmla="*/ 0 w 485584"/>
              <a:gd name="connsiteY25" fmla="*/ 461963 h 485775"/>
              <a:gd name="connsiteX26" fmla="*/ 0 w 485584"/>
              <a:gd name="connsiteY26" fmla="*/ 195358 h 485775"/>
              <a:gd name="connsiteX27" fmla="*/ 23813 w 485584"/>
              <a:gd name="connsiteY27" fmla="*/ 171545 h 485775"/>
              <a:gd name="connsiteX28" fmla="*/ 33147 w 485584"/>
              <a:gd name="connsiteY28" fmla="*/ 175069 h 485775"/>
              <a:gd name="connsiteX29" fmla="*/ 57150 w 485584"/>
              <a:gd name="connsiteY29" fmla="*/ 195834 h 485775"/>
              <a:gd name="connsiteX30" fmla="*/ 57150 w 485584"/>
              <a:gd name="connsiteY30" fmla="*/ 14288 h 485775"/>
              <a:gd name="connsiteX31" fmla="*/ 61341 w 485584"/>
              <a:gd name="connsiteY31" fmla="*/ 4191 h 485775"/>
              <a:gd name="connsiteX32" fmla="*/ 71438 w 485584"/>
              <a:gd name="connsiteY32" fmla="*/ 0 h 485775"/>
              <a:gd name="connsiteX33" fmla="*/ 71438 w 485584"/>
              <a:gd name="connsiteY33" fmla="*/ 0 h 485775"/>
              <a:gd name="connsiteX34" fmla="*/ 414338 w 485584"/>
              <a:gd name="connsiteY34" fmla="*/ 191 h 485775"/>
              <a:gd name="connsiteX35" fmla="*/ 428625 w 485584"/>
              <a:gd name="connsiteY35" fmla="*/ 14478 h 485775"/>
              <a:gd name="connsiteX36" fmla="*/ 428720 w 485584"/>
              <a:gd name="connsiteY36" fmla="*/ 195453 h 485775"/>
              <a:gd name="connsiteX37" fmla="*/ 452438 w 485584"/>
              <a:gd name="connsiteY37" fmla="*/ 174974 h 485775"/>
              <a:gd name="connsiteX38" fmla="*/ 453009 w 485584"/>
              <a:gd name="connsiteY38" fmla="*/ 174498 h 485775"/>
              <a:gd name="connsiteX39" fmla="*/ 454343 w 485584"/>
              <a:gd name="connsiteY39" fmla="*/ 173546 h 485775"/>
              <a:gd name="connsiteX40" fmla="*/ 455486 w 485584"/>
              <a:gd name="connsiteY40" fmla="*/ 172974 h 485775"/>
              <a:gd name="connsiteX41" fmla="*/ 456819 w 485584"/>
              <a:gd name="connsiteY41" fmla="*/ 172403 h 485775"/>
              <a:gd name="connsiteX42" fmla="*/ 458057 w 485584"/>
              <a:gd name="connsiteY42" fmla="*/ 172022 h 485775"/>
              <a:gd name="connsiteX43" fmla="*/ 459486 w 485584"/>
              <a:gd name="connsiteY43" fmla="*/ 171736 h 485775"/>
              <a:gd name="connsiteX44" fmla="*/ 460915 w 485584"/>
              <a:gd name="connsiteY44" fmla="*/ 171545 h 485775"/>
              <a:gd name="connsiteX45" fmla="*/ 461772 w 485584"/>
              <a:gd name="connsiteY45" fmla="*/ 171450 h 485775"/>
              <a:gd name="connsiteX46" fmla="*/ 462344 w 485584"/>
              <a:gd name="connsiteY46" fmla="*/ 171545 h 485775"/>
              <a:gd name="connsiteX47" fmla="*/ 463772 w 485584"/>
              <a:gd name="connsiteY47" fmla="*/ 171736 h 485775"/>
              <a:gd name="connsiteX48" fmla="*/ 485585 w 485584"/>
              <a:gd name="connsiteY48" fmla="*/ 195358 h 485775"/>
              <a:gd name="connsiteX49" fmla="*/ 48863 w 485584"/>
              <a:gd name="connsiteY49" fmla="*/ 457200 h 485775"/>
              <a:gd name="connsiteX50" fmla="*/ 437007 w 485584"/>
              <a:gd name="connsiteY50" fmla="*/ 457200 h 485775"/>
              <a:gd name="connsiteX51" fmla="*/ 303657 w 485584"/>
              <a:gd name="connsiteY51" fmla="*/ 323850 h 485775"/>
              <a:gd name="connsiteX52" fmla="*/ 242697 w 485584"/>
              <a:gd name="connsiteY52" fmla="*/ 263081 h 485775"/>
              <a:gd name="connsiteX53" fmla="*/ 182404 w 485584"/>
              <a:gd name="connsiteY53" fmla="*/ 323469 h 485775"/>
              <a:gd name="connsiteX54" fmla="*/ 182309 w 485584"/>
              <a:gd name="connsiteY54" fmla="*/ 323564 h 485775"/>
              <a:gd name="connsiteX55" fmla="*/ 181832 w 485584"/>
              <a:gd name="connsiteY55" fmla="*/ 323945 h 485775"/>
              <a:gd name="connsiteX56" fmla="*/ 48863 w 485584"/>
              <a:gd name="connsiteY56" fmla="*/ 457200 h 485775"/>
              <a:gd name="connsiteX57" fmla="*/ 457010 w 485584"/>
              <a:gd name="connsiteY57" fmla="*/ 436721 h 485775"/>
              <a:gd name="connsiteX58" fmla="*/ 457010 w 485584"/>
              <a:gd name="connsiteY58" fmla="*/ 208788 h 485775"/>
              <a:gd name="connsiteX59" fmla="*/ 334709 w 485584"/>
              <a:gd name="connsiteY59" fmla="*/ 314420 h 485775"/>
              <a:gd name="connsiteX60" fmla="*/ 457010 w 485584"/>
              <a:gd name="connsiteY60" fmla="*/ 436721 h 485775"/>
              <a:gd name="connsiteX61" fmla="*/ 85725 w 485584"/>
              <a:gd name="connsiteY61" fmla="*/ 220694 h 485775"/>
              <a:gd name="connsiteX62" fmla="*/ 170783 w 485584"/>
              <a:gd name="connsiteY62" fmla="*/ 294608 h 485775"/>
              <a:gd name="connsiteX63" fmla="*/ 232601 w 485584"/>
              <a:gd name="connsiteY63" fmla="*/ 232791 h 485775"/>
              <a:gd name="connsiteX64" fmla="*/ 252794 w 485584"/>
              <a:gd name="connsiteY64" fmla="*/ 232791 h 485775"/>
              <a:gd name="connsiteX65" fmla="*/ 314420 w 485584"/>
              <a:gd name="connsiteY65" fmla="*/ 294227 h 485775"/>
              <a:gd name="connsiteX66" fmla="*/ 400050 w 485584"/>
              <a:gd name="connsiteY66" fmla="*/ 220218 h 485775"/>
              <a:gd name="connsiteX67" fmla="*/ 400050 w 485584"/>
              <a:gd name="connsiteY67" fmla="*/ 28766 h 485775"/>
              <a:gd name="connsiteX68" fmla="*/ 85725 w 485584"/>
              <a:gd name="connsiteY68" fmla="*/ 28575 h 485775"/>
              <a:gd name="connsiteX69" fmla="*/ 85725 w 485584"/>
              <a:gd name="connsiteY69" fmla="*/ 220694 h 485775"/>
              <a:gd name="connsiteX70" fmla="*/ 28575 w 485584"/>
              <a:gd name="connsiteY70" fmla="*/ 208883 h 485775"/>
              <a:gd name="connsiteX71" fmla="*/ 28575 w 485584"/>
              <a:gd name="connsiteY71" fmla="*/ 437102 h 485775"/>
              <a:gd name="connsiteX72" fmla="*/ 150590 w 485584"/>
              <a:gd name="connsiteY72" fmla="*/ 314992 h 485775"/>
              <a:gd name="connsiteX73" fmla="*/ 28575 w 485584"/>
              <a:gd name="connsiteY73" fmla="*/ 20888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85584" h="485775">
                <a:moveTo>
                  <a:pt x="114300" y="71438"/>
                </a:moveTo>
                <a:cubicBezTo>
                  <a:pt x="114300" y="63532"/>
                  <a:pt x="120777" y="57150"/>
                  <a:pt x="128588" y="57150"/>
                </a:cubicBezTo>
                <a:lnTo>
                  <a:pt x="357092" y="57150"/>
                </a:lnTo>
                <a:cubicBezTo>
                  <a:pt x="364998" y="57150"/>
                  <a:pt x="371380" y="63532"/>
                  <a:pt x="371380" y="71438"/>
                </a:cubicBezTo>
                <a:cubicBezTo>
                  <a:pt x="371380" y="79343"/>
                  <a:pt x="364998" y="85725"/>
                  <a:pt x="357092" y="85725"/>
                </a:cubicBezTo>
                <a:lnTo>
                  <a:pt x="128588" y="85725"/>
                </a:lnTo>
                <a:cubicBezTo>
                  <a:pt x="120777" y="85725"/>
                  <a:pt x="114300" y="79343"/>
                  <a:pt x="114300" y="71438"/>
                </a:cubicBezTo>
                <a:close/>
                <a:moveTo>
                  <a:pt x="128588" y="142875"/>
                </a:moveTo>
                <a:lnTo>
                  <a:pt x="357092" y="142875"/>
                </a:lnTo>
                <a:cubicBezTo>
                  <a:pt x="364998" y="142875"/>
                  <a:pt x="371380" y="136493"/>
                  <a:pt x="371380" y="128588"/>
                </a:cubicBezTo>
                <a:cubicBezTo>
                  <a:pt x="371380" y="120682"/>
                  <a:pt x="364998" y="114300"/>
                  <a:pt x="357092" y="114300"/>
                </a:cubicBezTo>
                <a:lnTo>
                  <a:pt x="128588" y="114300"/>
                </a:lnTo>
                <a:cubicBezTo>
                  <a:pt x="120682" y="114300"/>
                  <a:pt x="114300" y="120682"/>
                  <a:pt x="114300" y="128588"/>
                </a:cubicBezTo>
                <a:cubicBezTo>
                  <a:pt x="114300" y="136493"/>
                  <a:pt x="120777" y="142875"/>
                  <a:pt x="128588" y="142875"/>
                </a:cubicBezTo>
                <a:close/>
                <a:moveTo>
                  <a:pt x="357092" y="200120"/>
                </a:moveTo>
                <a:cubicBezTo>
                  <a:pt x="364998" y="200120"/>
                  <a:pt x="371380" y="193739"/>
                  <a:pt x="371380" y="185833"/>
                </a:cubicBezTo>
                <a:cubicBezTo>
                  <a:pt x="371380" y="177927"/>
                  <a:pt x="364998" y="171545"/>
                  <a:pt x="357092" y="171545"/>
                </a:cubicBezTo>
                <a:lnTo>
                  <a:pt x="128588" y="171545"/>
                </a:lnTo>
                <a:cubicBezTo>
                  <a:pt x="120682" y="171545"/>
                  <a:pt x="114300" y="177927"/>
                  <a:pt x="114300" y="185833"/>
                </a:cubicBezTo>
                <a:cubicBezTo>
                  <a:pt x="114300" y="193739"/>
                  <a:pt x="120682" y="200120"/>
                  <a:pt x="128588" y="200120"/>
                </a:cubicBezTo>
                <a:lnTo>
                  <a:pt x="357092" y="200120"/>
                </a:lnTo>
                <a:close/>
                <a:moveTo>
                  <a:pt x="485585" y="195358"/>
                </a:moveTo>
                <a:lnTo>
                  <a:pt x="485585" y="461963"/>
                </a:lnTo>
                <a:cubicBezTo>
                  <a:pt x="485585" y="475107"/>
                  <a:pt x="474917" y="485775"/>
                  <a:pt x="461772" y="485775"/>
                </a:cubicBezTo>
                <a:lnTo>
                  <a:pt x="23813" y="485775"/>
                </a:lnTo>
                <a:cubicBezTo>
                  <a:pt x="10668" y="485775"/>
                  <a:pt x="0" y="475107"/>
                  <a:pt x="0" y="461963"/>
                </a:cubicBezTo>
                <a:lnTo>
                  <a:pt x="0" y="195358"/>
                </a:lnTo>
                <a:cubicBezTo>
                  <a:pt x="0" y="182213"/>
                  <a:pt x="10668" y="171545"/>
                  <a:pt x="23813" y="171545"/>
                </a:cubicBezTo>
                <a:cubicBezTo>
                  <a:pt x="27241" y="171545"/>
                  <a:pt x="30575" y="172784"/>
                  <a:pt x="33147" y="175069"/>
                </a:cubicBezTo>
                <a:lnTo>
                  <a:pt x="57150" y="195834"/>
                </a:lnTo>
                <a:lnTo>
                  <a:pt x="57150" y="14288"/>
                </a:lnTo>
                <a:cubicBezTo>
                  <a:pt x="57150" y="10478"/>
                  <a:pt x="58674" y="6858"/>
                  <a:pt x="61341" y="4191"/>
                </a:cubicBezTo>
                <a:cubicBezTo>
                  <a:pt x="64008" y="1524"/>
                  <a:pt x="67628" y="0"/>
                  <a:pt x="71438" y="0"/>
                </a:cubicBezTo>
                <a:lnTo>
                  <a:pt x="71438" y="0"/>
                </a:lnTo>
                <a:lnTo>
                  <a:pt x="414338" y="191"/>
                </a:lnTo>
                <a:cubicBezTo>
                  <a:pt x="422243" y="191"/>
                  <a:pt x="428625" y="6572"/>
                  <a:pt x="428625" y="14478"/>
                </a:cubicBezTo>
                <a:lnTo>
                  <a:pt x="428720" y="195453"/>
                </a:lnTo>
                <a:lnTo>
                  <a:pt x="452438" y="174974"/>
                </a:lnTo>
                <a:cubicBezTo>
                  <a:pt x="452628" y="174784"/>
                  <a:pt x="452819" y="174689"/>
                  <a:pt x="453009" y="174498"/>
                </a:cubicBezTo>
                <a:cubicBezTo>
                  <a:pt x="453390" y="174212"/>
                  <a:pt x="453866" y="173831"/>
                  <a:pt x="454343" y="173546"/>
                </a:cubicBezTo>
                <a:cubicBezTo>
                  <a:pt x="454724" y="173355"/>
                  <a:pt x="455105" y="173165"/>
                  <a:pt x="455486" y="172974"/>
                </a:cubicBezTo>
                <a:cubicBezTo>
                  <a:pt x="455962" y="172784"/>
                  <a:pt x="456343" y="172593"/>
                  <a:pt x="456819" y="172403"/>
                </a:cubicBezTo>
                <a:cubicBezTo>
                  <a:pt x="457200" y="172212"/>
                  <a:pt x="457676" y="172117"/>
                  <a:pt x="458057" y="172022"/>
                </a:cubicBezTo>
                <a:cubicBezTo>
                  <a:pt x="458534" y="171926"/>
                  <a:pt x="459010" y="171831"/>
                  <a:pt x="459486" y="171736"/>
                </a:cubicBezTo>
                <a:cubicBezTo>
                  <a:pt x="459962" y="171641"/>
                  <a:pt x="460439" y="171641"/>
                  <a:pt x="460915" y="171545"/>
                </a:cubicBezTo>
                <a:cubicBezTo>
                  <a:pt x="461200" y="171545"/>
                  <a:pt x="461486" y="171450"/>
                  <a:pt x="461772" y="171450"/>
                </a:cubicBezTo>
                <a:cubicBezTo>
                  <a:pt x="461963" y="171450"/>
                  <a:pt x="462153" y="171545"/>
                  <a:pt x="462344" y="171545"/>
                </a:cubicBezTo>
                <a:cubicBezTo>
                  <a:pt x="462820" y="171545"/>
                  <a:pt x="463296" y="171641"/>
                  <a:pt x="463772" y="171736"/>
                </a:cubicBezTo>
                <a:cubicBezTo>
                  <a:pt x="475869" y="172688"/>
                  <a:pt x="485585" y="182880"/>
                  <a:pt x="485585" y="195358"/>
                </a:cubicBezTo>
                <a:close/>
                <a:moveTo>
                  <a:pt x="48863" y="457200"/>
                </a:moveTo>
                <a:lnTo>
                  <a:pt x="437007" y="457200"/>
                </a:lnTo>
                <a:lnTo>
                  <a:pt x="303657" y="323850"/>
                </a:lnTo>
                <a:lnTo>
                  <a:pt x="242697" y="263081"/>
                </a:lnTo>
                <a:lnTo>
                  <a:pt x="182404" y="323469"/>
                </a:lnTo>
                <a:cubicBezTo>
                  <a:pt x="182404" y="323469"/>
                  <a:pt x="182404" y="323564"/>
                  <a:pt x="182309" y="323564"/>
                </a:cubicBezTo>
                <a:cubicBezTo>
                  <a:pt x="182213" y="323755"/>
                  <a:pt x="182023" y="323850"/>
                  <a:pt x="181832" y="323945"/>
                </a:cubicBezTo>
                <a:lnTo>
                  <a:pt x="48863" y="457200"/>
                </a:lnTo>
                <a:close/>
                <a:moveTo>
                  <a:pt x="457010" y="436721"/>
                </a:moveTo>
                <a:lnTo>
                  <a:pt x="457010" y="208788"/>
                </a:lnTo>
                <a:lnTo>
                  <a:pt x="334709" y="314420"/>
                </a:lnTo>
                <a:lnTo>
                  <a:pt x="457010" y="436721"/>
                </a:lnTo>
                <a:close/>
                <a:moveTo>
                  <a:pt x="85725" y="220694"/>
                </a:moveTo>
                <a:lnTo>
                  <a:pt x="170783" y="294608"/>
                </a:lnTo>
                <a:lnTo>
                  <a:pt x="232601" y="232791"/>
                </a:lnTo>
                <a:cubicBezTo>
                  <a:pt x="238125" y="227171"/>
                  <a:pt x="247269" y="227171"/>
                  <a:pt x="252794" y="232791"/>
                </a:cubicBezTo>
                <a:lnTo>
                  <a:pt x="314420" y="294227"/>
                </a:lnTo>
                <a:lnTo>
                  <a:pt x="400050" y="220218"/>
                </a:lnTo>
                <a:lnTo>
                  <a:pt x="400050" y="28766"/>
                </a:lnTo>
                <a:lnTo>
                  <a:pt x="85725" y="28575"/>
                </a:lnTo>
                <a:lnTo>
                  <a:pt x="85725" y="220694"/>
                </a:lnTo>
                <a:close/>
                <a:moveTo>
                  <a:pt x="28575" y="208883"/>
                </a:moveTo>
                <a:lnTo>
                  <a:pt x="28575" y="437102"/>
                </a:lnTo>
                <a:lnTo>
                  <a:pt x="150590" y="314992"/>
                </a:lnTo>
                <a:lnTo>
                  <a:pt x="28575" y="208883"/>
                </a:lnTo>
                <a:close/>
              </a:path>
            </a:pathLst>
          </a:custGeom>
          <a:solidFill>
            <a:srgbClr val="211452"/>
          </a:solidFill>
          <a:ln w="9525" cap="flat">
            <a:noFill/>
            <a:prstDash val="solid"/>
            <a:miter/>
          </a:ln>
        </p:spPr>
        <p:txBody>
          <a:bodyPr rtlCol="0" anchor="ctr"/>
          <a:lstStyle/>
          <a:p>
            <a:endParaRPr lang="en-US"/>
          </a:p>
        </p:txBody>
      </p:sp>
      <p:sp>
        <p:nvSpPr>
          <p:cNvPr id="282" name="Grafik 64">
            <a:extLst>
              <a:ext uri="{FF2B5EF4-FFF2-40B4-BE49-F238E27FC236}">
                <a16:creationId xmlns:a16="http://schemas.microsoft.com/office/drawing/2014/main" id="{142FCD87-BCC8-482E-8D08-EBA0917091EC}"/>
              </a:ext>
            </a:extLst>
          </p:cNvPr>
          <p:cNvSpPr/>
          <p:nvPr/>
        </p:nvSpPr>
        <p:spPr bwMode="gray">
          <a:xfrm>
            <a:off x="3307223" y="1920454"/>
            <a:ext cx="429958" cy="485679"/>
          </a:xfrm>
          <a:custGeom>
            <a:avLst/>
            <a:gdLst>
              <a:gd name="connsiteX0" fmla="*/ 57055 w 429958"/>
              <a:gd name="connsiteY0" fmla="*/ 225362 h 485679"/>
              <a:gd name="connsiteX1" fmla="*/ 57055 w 429958"/>
              <a:gd name="connsiteY1" fmla="*/ 146780 h 485679"/>
              <a:gd name="connsiteX2" fmla="*/ 74962 w 429958"/>
              <a:gd name="connsiteY2" fmla="*/ 128873 h 485679"/>
              <a:gd name="connsiteX3" fmla="*/ 153543 w 429958"/>
              <a:gd name="connsiteY3" fmla="*/ 128873 h 485679"/>
              <a:gd name="connsiteX4" fmla="*/ 171450 w 429958"/>
              <a:gd name="connsiteY4" fmla="*/ 146780 h 485679"/>
              <a:gd name="connsiteX5" fmla="*/ 171450 w 429958"/>
              <a:gd name="connsiteY5" fmla="*/ 225362 h 485679"/>
              <a:gd name="connsiteX6" fmla="*/ 153543 w 429958"/>
              <a:gd name="connsiteY6" fmla="*/ 243269 h 485679"/>
              <a:gd name="connsiteX7" fmla="*/ 74962 w 429958"/>
              <a:gd name="connsiteY7" fmla="*/ 243269 h 485679"/>
              <a:gd name="connsiteX8" fmla="*/ 57055 w 429958"/>
              <a:gd name="connsiteY8" fmla="*/ 225362 h 485679"/>
              <a:gd name="connsiteX9" fmla="*/ 226314 w 429958"/>
              <a:gd name="connsiteY9" fmla="*/ 171641 h 485679"/>
              <a:gd name="connsiteX10" fmla="*/ 300133 w 429958"/>
              <a:gd name="connsiteY10" fmla="*/ 171641 h 485679"/>
              <a:gd name="connsiteX11" fmla="*/ 314420 w 429958"/>
              <a:gd name="connsiteY11" fmla="*/ 157353 h 485679"/>
              <a:gd name="connsiteX12" fmla="*/ 300133 w 429958"/>
              <a:gd name="connsiteY12" fmla="*/ 143066 h 485679"/>
              <a:gd name="connsiteX13" fmla="*/ 226314 w 429958"/>
              <a:gd name="connsiteY13" fmla="*/ 143066 h 485679"/>
              <a:gd name="connsiteX14" fmla="*/ 212027 w 429958"/>
              <a:gd name="connsiteY14" fmla="*/ 157353 h 485679"/>
              <a:gd name="connsiteX15" fmla="*/ 226314 w 429958"/>
              <a:gd name="connsiteY15" fmla="*/ 171641 h 485679"/>
              <a:gd name="connsiteX16" fmla="*/ 226314 w 429958"/>
              <a:gd name="connsiteY16" fmla="*/ 229076 h 485679"/>
              <a:gd name="connsiteX17" fmla="*/ 300038 w 429958"/>
              <a:gd name="connsiteY17" fmla="*/ 229076 h 485679"/>
              <a:gd name="connsiteX18" fmla="*/ 314325 w 429958"/>
              <a:gd name="connsiteY18" fmla="*/ 214789 h 485679"/>
              <a:gd name="connsiteX19" fmla="*/ 300038 w 429958"/>
              <a:gd name="connsiteY19" fmla="*/ 200501 h 485679"/>
              <a:gd name="connsiteX20" fmla="*/ 226314 w 429958"/>
              <a:gd name="connsiteY20" fmla="*/ 200501 h 485679"/>
              <a:gd name="connsiteX21" fmla="*/ 212027 w 429958"/>
              <a:gd name="connsiteY21" fmla="*/ 214789 h 485679"/>
              <a:gd name="connsiteX22" fmla="*/ 226314 w 429958"/>
              <a:gd name="connsiteY22" fmla="*/ 229076 h 485679"/>
              <a:gd name="connsiteX23" fmla="*/ 299942 w 429958"/>
              <a:gd name="connsiteY23" fmla="*/ 271082 h 485679"/>
              <a:gd name="connsiteX24" fmla="*/ 71438 w 429958"/>
              <a:gd name="connsiteY24" fmla="*/ 271082 h 485679"/>
              <a:gd name="connsiteX25" fmla="*/ 57150 w 429958"/>
              <a:gd name="connsiteY25" fmla="*/ 285369 h 485679"/>
              <a:gd name="connsiteX26" fmla="*/ 71438 w 429958"/>
              <a:gd name="connsiteY26" fmla="*/ 299657 h 485679"/>
              <a:gd name="connsiteX27" fmla="*/ 299942 w 429958"/>
              <a:gd name="connsiteY27" fmla="*/ 299657 h 485679"/>
              <a:gd name="connsiteX28" fmla="*/ 314230 w 429958"/>
              <a:gd name="connsiteY28" fmla="*/ 285369 h 485679"/>
              <a:gd name="connsiteX29" fmla="*/ 299942 w 429958"/>
              <a:gd name="connsiteY29" fmla="*/ 271082 h 485679"/>
              <a:gd name="connsiteX30" fmla="*/ 299942 w 429958"/>
              <a:gd name="connsiteY30" fmla="*/ 328708 h 485679"/>
              <a:gd name="connsiteX31" fmla="*/ 71438 w 429958"/>
              <a:gd name="connsiteY31" fmla="*/ 328708 h 485679"/>
              <a:gd name="connsiteX32" fmla="*/ 57150 w 429958"/>
              <a:gd name="connsiteY32" fmla="*/ 342995 h 485679"/>
              <a:gd name="connsiteX33" fmla="*/ 71438 w 429958"/>
              <a:gd name="connsiteY33" fmla="*/ 357283 h 485679"/>
              <a:gd name="connsiteX34" fmla="*/ 299942 w 429958"/>
              <a:gd name="connsiteY34" fmla="*/ 357283 h 485679"/>
              <a:gd name="connsiteX35" fmla="*/ 314230 w 429958"/>
              <a:gd name="connsiteY35" fmla="*/ 342995 h 485679"/>
              <a:gd name="connsiteX36" fmla="*/ 299942 w 429958"/>
              <a:gd name="connsiteY36" fmla="*/ 328708 h 485679"/>
              <a:gd name="connsiteX37" fmla="*/ 299942 w 429958"/>
              <a:gd name="connsiteY37" fmla="*/ 385572 h 485679"/>
              <a:gd name="connsiteX38" fmla="*/ 71438 w 429958"/>
              <a:gd name="connsiteY38" fmla="*/ 385572 h 485679"/>
              <a:gd name="connsiteX39" fmla="*/ 57150 w 429958"/>
              <a:gd name="connsiteY39" fmla="*/ 399860 h 485679"/>
              <a:gd name="connsiteX40" fmla="*/ 71438 w 429958"/>
              <a:gd name="connsiteY40" fmla="*/ 414147 h 485679"/>
              <a:gd name="connsiteX41" fmla="*/ 299942 w 429958"/>
              <a:gd name="connsiteY41" fmla="*/ 414147 h 485679"/>
              <a:gd name="connsiteX42" fmla="*/ 314230 w 429958"/>
              <a:gd name="connsiteY42" fmla="*/ 399860 h 485679"/>
              <a:gd name="connsiteX43" fmla="*/ 299942 w 429958"/>
              <a:gd name="connsiteY43" fmla="*/ 385572 h 485679"/>
              <a:gd name="connsiteX44" fmla="*/ 429959 w 429958"/>
              <a:gd name="connsiteY44" fmla="*/ 23813 h 485679"/>
              <a:gd name="connsiteX45" fmla="*/ 429959 w 429958"/>
              <a:gd name="connsiteY45" fmla="*/ 428149 h 485679"/>
              <a:gd name="connsiteX46" fmla="*/ 401384 w 429958"/>
              <a:gd name="connsiteY46" fmla="*/ 428149 h 485679"/>
              <a:gd name="connsiteX47" fmla="*/ 401384 w 429958"/>
              <a:gd name="connsiteY47" fmla="*/ 28575 h 485679"/>
              <a:gd name="connsiteX48" fmla="*/ 84963 w 429958"/>
              <a:gd name="connsiteY48" fmla="*/ 28575 h 485679"/>
              <a:gd name="connsiteX49" fmla="*/ 84963 w 429958"/>
              <a:gd name="connsiteY49" fmla="*/ 56769 h 485679"/>
              <a:gd name="connsiteX50" fmla="*/ 346710 w 429958"/>
              <a:gd name="connsiteY50" fmla="*/ 56769 h 485679"/>
              <a:gd name="connsiteX51" fmla="*/ 370523 w 429958"/>
              <a:gd name="connsiteY51" fmla="*/ 80582 h 485679"/>
              <a:gd name="connsiteX52" fmla="*/ 371285 w 429958"/>
              <a:gd name="connsiteY52" fmla="*/ 461867 h 485679"/>
              <a:gd name="connsiteX53" fmla="*/ 364331 w 429958"/>
              <a:gd name="connsiteY53" fmla="*/ 478726 h 485679"/>
              <a:gd name="connsiteX54" fmla="*/ 347472 w 429958"/>
              <a:gd name="connsiteY54" fmla="*/ 485680 h 485679"/>
              <a:gd name="connsiteX55" fmla="*/ 23813 w 429958"/>
              <a:gd name="connsiteY55" fmla="*/ 485680 h 485679"/>
              <a:gd name="connsiteX56" fmla="*/ 0 w 429958"/>
              <a:gd name="connsiteY56" fmla="*/ 461867 h 485679"/>
              <a:gd name="connsiteX57" fmla="*/ 0 w 429958"/>
              <a:gd name="connsiteY57" fmla="*/ 80582 h 485679"/>
              <a:gd name="connsiteX58" fmla="*/ 23813 w 429958"/>
              <a:gd name="connsiteY58" fmla="*/ 56769 h 485679"/>
              <a:gd name="connsiteX59" fmla="*/ 56388 w 429958"/>
              <a:gd name="connsiteY59" fmla="*/ 56769 h 485679"/>
              <a:gd name="connsiteX60" fmla="*/ 56388 w 429958"/>
              <a:gd name="connsiteY60" fmla="*/ 23813 h 485679"/>
              <a:gd name="connsiteX61" fmla="*/ 80201 w 429958"/>
              <a:gd name="connsiteY61" fmla="*/ 0 h 485679"/>
              <a:gd name="connsiteX62" fmla="*/ 406146 w 429958"/>
              <a:gd name="connsiteY62" fmla="*/ 0 h 485679"/>
              <a:gd name="connsiteX63" fmla="*/ 429959 w 429958"/>
              <a:gd name="connsiteY63" fmla="*/ 23813 h 485679"/>
              <a:gd name="connsiteX64" fmla="*/ 341852 w 429958"/>
              <a:gd name="connsiteY64" fmla="*/ 85344 h 485679"/>
              <a:gd name="connsiteX65" fmla="*/ 28575 w 429958"/>
              <a:gd name="connsiteY65" fmla="*/ 85344 h 485679"/>
              <a:gd name="connsiteX66" fmla="*/ 28575 w 429958"/>
              <a:gd name="connsiteY66" fmla="*/ 457105 h 485679"/>
              <a:gd name="connsiteX67" fmla="*/ 342614 w 429958"/>
              <a:gd name="connsiteY67" fmla="*/ 457105 h 485679"/>
              <a:gd name="connsiteX68" fmla="*/ 341852 w 429958"/>
              <a:gd name="connsiteY68" fmla="*/ 85344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29958" h="485679">
                <a:moveTo>
                  <a:pt x="57055" y="225362"/>
                </a:moveTo>
                <a:lnTo>
                  <a:pt x="57055" y="146780"/>
                </a:lnTo>
                <a:cubicBezTo>
                  <a:pt x="57055" y="136874"/>
                  <a:pt x="65056" y="128873"/>
                  <a:pt x="74962" y="128873"/>
                </a:cubicBezTo>
                <a:lnTo>
                  <a:pt x="153543" y="128873"/>
                </a:lnTo>
                <a:cubicBezTo>
                  <a:pt x="163449" y="128873"/>
                  <a:pt x="171450" y="136874"/>
                  <a:pt x="171450" y="146780"/>
                </a:cubicBezTo>
                <a:lnTo>
                  <a:pt x="171450" y="225362"/>
                </a:lnTo>
                <a:cubicBezTo>
                  <a:pt x="171450" y="235268"/>
                  <a:pt x="163449" y="243269"/>
                  <a:pt x="153543" y="243269"/>
                </a:cubicBezTo>
                <a:lnTo>
                  <a:pt x="74962" y="243269"/>
                </a:lnTo>
                <a:cubicBezTo>
                  <a:pt x="65056" y="243173"/>
                  <a:pt x="57055" y="235172"/>
                  <a:pt x="57055" y="225362"/>
                </a:cubicBezTo>
                <a:close/>
                <a:moveTo>
                  <a:pt x="226314" y="171641"/>
                </a:moveTo>
                <a:lnTo>
                  <a:pt x="300133" y="171641"/>
                </a:lnTo>
                <a:cubicBezTo>
                  <a:pt x="308039" y="171641"/>
                  <a:pt x="314420" y="165259"/>
                  <a:pt x="314420" y="157353"/>
                </a:cubicBezTo>
                <a:cubicBezTo>
                  <a:pt x="314420" y="149447"/>
                  <a:pt x="308039" y="143066"/>
                  <a:pt x="300133" y="143066"/>
                </a:cubicBezTo>
                <a:lnTo>
                  <a:pt x="226314" y="143066"/>
                </a:lnTo>
                <a:cubicBezTo>
                  <a:pt x="218408" y="143066"/>
                  <a:pt x="212027" y="149447"/>
                  <a:pt x="212027" y="157353"/>
                </a:cubicBezTo>
                <a:cubicBezTo>
                  <a:pt x="212027" y="165259"/>
                  <a:pt x="218408" y="171641"/>
                  <a:pt x="226314" y="171641"/>
                </a:cubicBezTo>
                <a:close/>
                <a:moveTo>
                  <a:pt x="226314" y="229076"/>
                </a:moveTo>
                <a:lnTo>
                  <a:pt x="300038" y="229076"/>
                </a:lnTo>
                <a:cubicBezTo>
                  <a:pt x="307943" y="229076"/>
                  <a:pt x="314325" y="222694"/>
                  <a:pt x="314325" y="214789"/>
                </a:cubicBezTo>
                <a:cubicBezTo>
                  <a:pt x="314325" y="206883"/>
                  <a:pt x="307943" y="200501"/>
                  <a:pt x="300038" y="200501"/>
                </a:cubicBezTo>
                <a:lnTo>
                  <a:pt x="226314" y="200501"/>
                </a:lnTo>
                <a:cubicBezTo>
                  <a:pt x="218408" y="200501"/>
                  <a:pt x="212027" y="206883"/>
                  <a:pt x="212027" y="214789"/>
                </a:cubicBezTo>
                <a:cubicBezTo>
                  <a:pt x="212027" y="222694"/>
                  <a:pt x="218408" y="229076"/>
                  <a:pt x="226314" y="229076"/>
                </a:cubicBezTo>
                <a:close/>
                <a:moveTo>
                  <a:pt x="299942" y="271082"/>
                </a:moveTo>
                <a:lnTo>
                  <a:pt x="71438" y="271082"/>
                </a:lnTo>
                <a:cubicBezTo>
                  <a:pt x="63532" y="271082"/>
                  <a:pt x="57150" y="277463"/>
                  <a:pt x="57150" y="285369"/>
                </a:cubicBezTo>
                <a:cubicBezTo>
                  <a:pt x="57150" y="293275"/>
                  <a:pt x="63532" y="299657"/>
                  <a:pt x="71438" y="299657"/>
                </a:cubicBezTo>
                <a:lnTo>
                  <a:pt x="299942" y="299657"/>
                </a:lnTo>
                <a:cubicBezTo>
                  <a:pt x="307848" y="299657"/>
                  <a:pt x="314230" y="293275"/>
                  <a:pt x="314230" y="285369"/>
                </a:cubicBezTo>
                <a:cubicBezTo>
                  <a:pt x="314230" y="277463"/>
                  <a:pt x="307848" y="271082"/>
                  <a:pt x="299942" y="271082"/>
                </a:cubicBezTo>
                <a:close/>
                <a:moveTo>
                  <a:pt x="299942" y="328708"/>
                </a:moveTo>
                <a:lnTo>
                  <a:pt x="71438" y="328708"/>
                </a:lnTo>
                <a:cubicBezTo>
                  <a:pt x="63532" y="328708"/>
                  <a:pt x="57150" y="335090"/>
                  <a:pt x="57150" y="342995"/>
                </a:cubicBezTo>
                <a:cubicBezTo>
                  <a:pt x="57150" y="350901"/>
                  <a:pt x="63532" y="357283"/>
                  <a:pt x="71438" y="357283"/>
                </a:cubicBezTo>
                <a:lnTo>
                  <a:pt x="299942" y="357283"/>
                </a:lnTo>
                <a:cubicBezTo>
                  <a:pt x="307848" y="357283"/>
                  <a:pt x="314230" y="350901"/>
                  <a:pt x="314230" y="342995"/>
                </a:cubicBezTo>
                <a:cubicBezTo>
                  <a:pt x="314230" y="335090"/>
                  <a:pt x="307848" y="328708"/>
                  <a:pt x="299942" y="328708"/>
                </a:cubicBezTo>
                <a:close/>
                <a:moveTo>
                  <a:pt x="299942" y="385572"/>
                </a:moveTo>
                <a:lnTo>
                  <a:pt x="71438" y="385572"/>
                </a:lnTo>
                <a:cubicBezTo>
                  <a:pt x="63532" y="385572"/>
                  <a:pt x="57150" y="391954"/>
                  <a:pt x="57150" y="399860"/>
                </a:cubicBezTo>
                <a:cubicBezTo>
                  <a:pt x="57150" y="407765"/>
                  <a:pt x="63532" y="414147"/>
                  <a:pt x="71438" y="414147"/>
                </a:cubicBezTo>
                <a:lnTo>
                  <a:pt x="299942" y="414147"/>
                </a:lnTo>
                <a:cubicBezTo>
                  <a:pt x="307848" y="414147"/>
                  <a:pt x="314230" y="407765"/>
                  <a:pt x="314230" y="399860"/>
                </a:cubicBezTo>
                <a:cubicBezTo>
                  <a:pt x="314230" y="391954"/>
                  <a:pt x="307848" y="385572"/>
                  <a:pt x="299942" y="385572"/>
                </a:cubicBezTo>
                <a:close/>
                <a:moveTo>
                  <a:pt x="429959" y="23813"/>
                </a:moveTo>
                <a:lnTo>
                  <a:pt x="429959" y="428149"/>
                </a:lnTo>
                <a:lnTo>
                  <a:pt x="401384" y="428149"/>
                </a:lnTo>
                <a:lnTo>
                  <a:pt x="401384" y="28575"/>
                </a:lnTo>
                <a:lnTo>
                  <a:pt x="84963" y="28575"/>
                </a:lnTo>
                <a:lnTo>
                  <a:pt x="84963" y="56769"/>
                </a:lnTo>
                <a:lnTo>
                  <a:pt x="346710" y="56769"/>
                </a:lnTo>
                <a:cubicBezTo>
                  <a:pt x="359855" y="56769"/>
                  <a:pt x="370523" y="67437"/>
                  <a:pt x="370523" y="80582"/>
                </a:cubicBezTo>
                <a:lnTo>
                  <a:pt x="371285" y="461867"/>
                </a:lnTo>
                <a:cubicBezTo>
                  <a:pt x="371285" y="468249"/>
                  <a:pt x="368808" y="474250"/>
                  <a:pt x="364331" y="478726"/>
                </a:cubicBezTo>
                <a:cubicBezTo>
                  <a:pt x="359855" y="483203"/>
                  <a:pt x="353854" y="485680"/>
                  <a:pt x="347472" y="485680"/>
                </a:cubicBezTo>
                <a:lnTo>
                  <a:pt x="23813" y="485680"/>
                </a:lnTo>
                <a:cubicBezTo>
                  <a:pt x="10668" y="485680"/>
                  <a:pt x="0" y="475012"/>
                  <a:pt x="0" y="461867"/>
                </a:cubicBezTo>
                <a:lnTo>
                  <a:pt x="0" y="80582"/>
                </a:lnTo>
                <a:cubicBezTo>
                  <a:pt x="0" y="67437"/>
                  <a:pt x="10668" y="56769"/>
                  <a:pt x="23813" y="56769"/>
                </a:cubicBezTo>
                <a:lnTo>
                  <a:pt x="56388" y="56769"/>
                </a:lnTo>
                <a:lnTo>
                  <a:pt x="56388" y="23813"/>
                </a:lnTo>
                <a:cubicBezTo>
                  <a:pt x="56388" y="10668"/>
                  <a:pt x="67056" y="0"/>
                  <a:pt x="80201" y="0"/>
                </a:cubicBezTo>
                <a:lnTo>
                  <a:pt x="406146" y="0"/>
                </a:lnTo>
                <a:cubicBezTo>
                  <a:pt x="419291" y="0"/>
                  <a:pt x="429959" y="10668"/>
                  <a:pt x="429959" y="23813"/>
                </a:cubicBezTo>
                <a:close/>
                <a:moveTo>
                  <a:pt x="341852" y="85344"/>
                </a:moveTo>
                <a:lnTo>
                  <a:pt x="28575" y="85344"/>
                </a:lnTo>
                <a:lnTo>
                  <a:pt x="28575" y="457105"/>
                </a:lnTo>
                <a:lnTo>
                  <a:pt x="342614" y="457105"/>
                </a:lnTo>
                <a:lnTo>
                  <a:pt x="341852" y="85344"/>
                </a:lnTo>
                <a:close/>
              </a:path>
            </a:pathLst>
          </a:custGeom>
          <a:solidFill>
            <a:srgbClr val="211452"/>
          </a:solidFill>
          <a:ln w="9525" cap="flat">
            <a:noFill/>
            <a:prstDash val="solid"/>
            <a:miter/>
          </a:ln>
        </p:spPr>
        <p:txBody>
          <a:bodyPr rtlCol="0" anchor="ctr"/>
          <a:lstStyle/>
          <a:p>
            <a:endParaRPr lang="en-US"/>
          </a:p>
        </p:txBody>
      </p:sp>
      <p:sp>
        <p:nvSpPr>
          <p:cNvPr id="293" name="Grafik 76">
            <a:extLst>
              <a:ext uri="{FF2B5EF4-FFF2-40B4-BE49-F238E27FC236}">
                <a16:creationId xmlns:a16="http://schemas.microsoft.com/office/drawing/2014/main" id="{1E51FEFB-C400-4282-974E-20D7C0D77821}"/>
              </a:ext>
            </a:extLst>
          </p:cNvPr>
          <p:cNvSpPr/>
          <p:nvPr/>
        </p:nvSpPr>
        <p:spPr bwMode="gray">
          <a:xfrm>
            <a:off x="9264558" y="1996363"/>
            <a:ext cx="485775" cy="334517"/>
          </a:xfrm>
          <a:custGeom>
            <a:avLst/>
            <a:gdLst>
              <a:gd name="connsiteX0" fmla="*/ 356807 w 485775"/>
              <a:gd name="connsiteY0" fmla="*/ 81725 h 334517"/>
              <a:gd name="connsiteX1" fmla="*/ 356807 w 485775"/>
              <a:gd name="connsiteY1" fmla="*/ 101918 h 334517"/>
              <a:gd name="connsiteX2" fmla="*/ 205931 w 485775"/>
              <a:gd name="connsiteY2" fmla="*/ 252794 h 334517"/>
              <a:gd name="connsiteX3" fmla="*/ 195834 w 485775"/>
              <a:gd name="connsiteY3" fmla="*/ 256985 h 334517"/>
              <a:gd name="connsiteX4" fmla="*/ 185833 w 485775"/>
              <a:gd name="connsiteY4" fmla="*/ 252889 h 334517"/>
              <a:gd name="connsiteX5" fmla="*/ 127921 w 485775"/>
              <a:gd name="connsiteY5" fmla="*/ 195929 h 334517"/>
              <a:gd name="connsiteX6" fmla="*/ 127730 w 485775"/>
              <a:gd name="connsiteY6" fmla="*/ 175736 h 334517"/>
              <a:gd name="connsiteX7" fmla="*/ 147923 w 485775"/>
              <a:gd name="connsiteY7" fmla="*/ 175546 h 334517"/>
              <a:gd name="connsiteX8" fmla="*/ 195739 w 485775"/>
              <a:gd name="connsiteY8" fmla="*/ 222599 h 334517"/>
              <a:gd name="connsiteX9" fmla="*/ 336614 w 485775"/>
              <a:gd name="connsiteY9" fmla="*/ 81725 h 334517"/>
              <a:gd name="connsiteX10" fmla="*/ 356807 w 485775"/>
              <a:gd name="connsiteY10" fmla="*/ 81725 h 334517"/>
              <a:gd name="connsiteX11" fmla="*/ 434150 w 485775"/>
              <a:gd name="connsiteY11" fmla="*/ 167259 h 334517"/>
              <a:gd name="connsiteX12" fmla="*/ 471488 w 485775"/>
              <a:gd name="connsiteY12" fmla="*/ 204692 h 334517"/>
              <a:gd name="connsiteX13" fmla="*/ 485775 w 485775"/>
              <a:gd name="connsiteY13" fmla="*/ 218980 h 334517"/>
              <a:gd name="connsiteX14" fmla="*/ 485775 w 485775"/>
              <a:gd name="connsiteY14" fmla="*/ 320231 h 334517"/>
              <a:gd name="connsiteX15" fmla="*/ 471488 w 485775"/>
              <a:gd name="connsiteY15" fmla="*/ 334518 h 334517"/>
              <a:gd name="connsiteX16" fmla="*/ 14288 w 485775"/>
              <a:gd name="connsiteY16" fmla="*/ 334518 h 334517"/>
              <a:gd name="connsiteX17" fmla="*/ 0 w 485775"/>
              <a:gd name="connsiteY17" fmla="*/ 320231 h 334517"/>
              <a:gd name="connsiteX18" fmla="*/ 0 w 485775"/>
              <a:gd name="connsiteY18" fmla="*/ 218980 h 334517"/>
              <a:gd name="connsiteX19" fmla="*/ 14288 w 485775"/>
              <a:gd name="connsiteY19" fmla="*/ 204692 h 334517"/>
              <a:gd name="connsiteX20" fmla="*/ 51626 w 485775"/>
              <a:gd name="connsiteY20" fmla="*/ 167259 h 334517"/>
              <a:gd name="connsiteX21" fmla="*/ 14288 w 485775"/>
              <a:gd name="connsiteY21" fmla="*/ 129826 h 334517"/>
              <a:gd name="connsiteX22" fmla="*/ 0 w 485775"/>
              <a:gd name="connsiteY22" fmla="*/ 115538 h 334517"/>
              <a:gd name="connsiteX23" fmla="*/ 0 w 485775"/>
              <a:gd name="connsiteY23" fmla="*/ 14288 h 334517"/>
              <a:gd name="connsiteX24" fmla="*/ 14288 w 485775"/>
              <a:gd name="connsiteY24" fmla="*/ 0 h 334517"/>
              <a:gd name="connsiteX25" fmla="*/ 471392 w 485775"/>
              <a:gd name="connsiteY25" fmla="*/ 0 h 334517"/>
              <a:gd name="connsiteX26" fmla="*/ 485680 w 485775"/>
              <a:gd name="connsiteY26" fmla="*/ 14288 h 334517"/>
              <a:gd name="connsiteX27" fmla="*/ 485680 w 485775"/>
              <a:gd name="connsiteY27" fmla="*/ 115538 h 334517"/>
              <a:gd name="connsiteX28" fmla="*/ 471392 w 485775"/>
              <a:gd name="connsiteY28" fmla="*/ 129826 h 334517"/>
              <a:gd name="connsiteX29" fmla="*/ 434150 w 485775"/>
              <a:gd name="connsiteY29" fmla="*/ 167259 h 334517"/>
              <a:gd name="connsiteX30" fmla="*/ 405575 w 485775"/>
              <a:gd name="connsiteY30" fmla="*/ 167259 h 334517"/>
              <a:gd name="connsiteX31" fmla="*/ 457200 w 485775"/>
              <a:gd name="connsiteY31" fmla="*/ 102870 h 334517"/>
              <a:gd name="connsiteX32" fmla="*/ 457200 w 485775"/>
              <a:gd name="connsiteY32" fmla="*/ 28575 h 334517"/>
              <a:gd name="connsiteX33" fmla="*/ 28575 w 485775"/>
              <a:gd name="connsiteY33" fmla="*/ 28575 h 334517"/>
              <a:gd name="connsiteX34" fmla="*/ 28575 w 485775"/>
              <a:gd name="connsiteY34" fmla="*/ 102870 h 334517"/>
              <a:gd name="connsiteX35" fmla="*/ 80201 w 485775"/>
              <a:gd name="connsiteY35" fmla="*/ 167259 h 334517"/>
              <a:gd name="connsiteX36" fmla="*/ 28575 w 485775"/>
              <a:gd name="connsiteY36" fmla="*/ 231743 h 334517"/>
              <a:gd name="connsiteX37" fmla="*/ 28575 w 485775"/>
              <a:gd name="connsiteY37" fmla="*/ 306038 h 334517"/>
              <a:gd name="connsiteX38" fmla="*/ 457105 w 485775"/>
              <a:gd name="connsiteY38" fmla="*/ 306038 h 334517"/>
              <a:gd name="connsiteX39" fmla="*/ 457105 w 485775"/>
              <a:gd name="connsiteY39" fmla="*/ 231743 h 334517"/>
              <a:gd name="connsiteX40" fmla="*/ 405575 w 485775"/>
              <a:gd name="connsiteY40" fmla="*/ 167259 h 33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85775" h="334517">
                <a:moveTo>
                  <a:pt x="356807" y="81725"/>
                </a:moveTo>
                <a:cubicBezTo>
                  <a:pt x="362426" y="87344"/>
                  <a:pt x="362426" y="96393"/>
                  <a:pt x="356807" y="101918"/>
                </a:cubicBezTo>
                <a:lnTo>
                  <a:pt x="205931" y="252794"/>
                </a:lnTo>
                <a:cubicBezTo>
                  <a:pt x="203168" y="255556"/>
                  <a:pt x="199454" y="256985"/>
                  <a:pt x="195834" y="256985"/>
                </a:cubicBezTo>
                <a:cubicBezTo>
                  <a:pt x="192215" y="256985"/>
                  <a:pt x="188595" y="255651"/>
                  <a:pt x="185833" y="252889"/>
                </a:cubicBezTo>
                <a:lnTo>
                  <a:pt x="127921" y="195929"/>
                </a:lnTo>
                <a:cubicBezTo>
                  <a:pt x="122301" y="190405"/>
                  <a:pt x="122206" y="181356"/>
                  <a:pt x="127730" y="175736"/>
                </a:cubicBezTo>
                <a:cubicBezTo>
                  <a:pt x="133255" y="170117"/>
                  <a:pt x="142304" y="170021"/>
                  <a:pt x="147923" y="175546"/>
                </a:cubicBezTo>
                <a:lnTo>
                  <a:pt x="195739" y="222599"/>
                </a:lnTo>
                <a:lnTo>
                  <a:pt x="336614" y="81725"/>
                </a:lnTo>
                <a:cubicBezTo>
                  <a:pt x="342138" y="76200"/>
                  <a:pt x="351187" y="76200"/>
                  <a:pt x="356807" y="81725"/>
                </a:cubicBezTo>
                <a:close/>
                <a:moveTo>
                  <a:pt x="434150" y="167259"/>
                </a:moveTo>
                <a:cubicBezTo>
                  <a:pt x="434150" y="187833"/>
                  <a:pt x="450914" y="204692"/>
                  <a:pt x="471488" y="204692"/>
                </a:cubicBezTo>
                <a:cubicBezTo>
                  <a:pt x="479393" y="204692"/>
                  <a:pt x="485775" y="211074"/>
                  <a:pt x="485775" y="218980"/>
                </a:cubicBezTo>
                <a:lnTo>
                  <a:pt x="485775" y="320231"/>
                </a:lnTo>
                <a:cubicBezTo>
                  <a:pt x="485775" y="328136"/>
                  <a:pt x="479393" y="334518"/>
                  <a:pt x="471488" y="334518"/>
                </a:cubicBezTo>
                <a:lnTo>
                  <a:pt x="14288" y="334518"/>
                </a:lnTo>
                <a:cubicBezTo>
                  <a:pt x="6382" y="334518"/>
                  <a:pt x="0" y="328136"/>
                  <a:pt x="0" y="320231"/>
                </a:cubicBezTo>
                <a:lnTo>
                  <a:pt x="0" y="218980"/>
                </a:lnTo>
                <a:cubicBezTo>
                  <a:pt x="0" y="211074"/>
                  <a:pt x="6382" y="204692"/>
                  <a:pt x="14288" y="204692"/>
                </a:cubicBezTo>
                <a:cubicBezTo>
                  <a:pt x="34862" y="204692"/>
                  <a:pt x="51626" y="187833"/>
                  <a:pt x="51626" y="167259"/>
                </a:cubicBezTo>
                <a:cubicBezTo>
                  <a:pt x="51626" y="146685"/>
                  <a:pt x="34862" y="129826"/>
                  <a:pt x="14288" y="129826"/>
                </a:cubicBezTo>
                <a:cubicBezTo>
                  <a:pt x="6382" y="129826"/>
                  <a:pt x="0" y="123444"/>
                  <a:pt x="0" y="115538"/>
                </a:cubicBezTo>
                <a:lnTo>
                  <a:pt x="0" y="14288"/>
                </a:lnTo>
                <a:cubicBezTo>
                  <a:pt x="0" y="6382"/>
                  <a:pt x="6382" y="0"/>
                  <a:pt x="14288" y="0"/>
                </a:cubicBezTo>
                <a:lnTo>
                  <a:pt x="471392" y="0"/>
                </a:lnTo>
                <a:cubicBezTo>
                  <a:pt x="479298" y="0"/>
                  <a:pt x="485680" y="6382"/>
                  <a:pt x="485680" y="14288"/>
                </a:cubicBezTo>
                <a:lnTo>
                  <a:pt x="485680" y="115538"/>
                </a:lnTo>
                <a:cubicBezTo>
                  <a:pt x="485680" y="123444"/>
                  <a:pt x="479298" y="129826"/>
                  <a:pt x="471392" y="129826"/>
                </a:cubicBezTo>
                <a:cubicBezTo>
                  <a:pt x="450818" y="129921"/>
                  <a:pt x="434150" y="146685"/>
                  <a:pt x="434150" y="167259"/>
                </a:cubicBezTo>
                <a:close/>
                <a:moveTo>
                  <a:pt x="405575" y="167259"/>
                </a:moveTo>
                <a:cubicBezTo>
                  <a:pt x="405575" y="135827"/>
                  <a:pt x="427673" y="109442"/>
                  <a:pt x="457200" y="102870"/>
                </a:cubicBezTo>
                <a:lnTo>
                  <a:pt x="457200" y="28575"/>
                </a:lnTo>
                <a:lnTo>
                  <a:pt x="28575" y="28575"/>
                </a:lnTo>
                <a:lnTo>
                  <a:pt x="28575" y="102870"/>
                </a:lnTo>
                <a:cubicBezTo>
                  <a:pt x="58103" y="109442"/>
                  <a:pt x="80201" y="135827"/>
                  <a:pt x="80201" y="167259"/>
                </a:cubicBezTo>
                <a:cubicBezTo>
                  <a:pt x="80201" y="198692"/>
                  <a:pt x="58103" y="225076"/>
                  <a:pt x="28575" y="231743"/>
                </a:cubicBezTo>
                <a:lnTo>
                  <a:pt x="28575" y="306038"/>
                </a:lnTo>
                <a:lnTo>
                  <a:pt x="457105" y="306038"/>
                </a:lnTo>
                <a:lnTo>
                  <a:pt x="457105" y="231743"/>
                </a:lnTo>
                <a:cubicBezTo>
                  <a:pt x="427673" y="225076"/>
                  <a:pt x="405575" y="198692"/>
                  <a:pt x="405575" y="167259"/>
                </a:cubicBezTo>
                <a:close/>
              </a:path>
            </a:pathLst>
          </a:custGeom>
          <a:solidFill>
            <a:srgbClr val="211452"/>
          </a:solidFill>
          <a:ln w="9525" cap="flat">
            <a:noFill/>
            <a:prstDash val="solid"/>
            <a:miter/>
          </a:ln>
        </p:spPr>
        <p:txBody>
          <a:bodyPr rtlCol="0" anchor="ctr"/>
          <a:lstStyle/>
          <a:p>
            <a:endParaRPr lang="en-US"/>
          </a:p>
        </p:txBody>
      </p:sp>
      <p:sp>
        <p:nvSpPr>
          <p:cNvPr id="296" name="Grafik 78">
            <a:extLst>
              <a:ext uri="{FF2B5EF4-FFF2-40B4-BE49-F238E27FC236}">
                <a16:creationId xmlns:a16="http://schemas.microsoft.com/office/drawing/2014/main" id="{9D7066E5-92DF-4DF8-BD9B-4F414CA41760}"/>
              </a:ext>
            </a:extLst>
          </p:cNvPr>
          <p:cNvSpPr/>
          <p:nvPr/>
        </p:nvSpPr>
        <p:spPr bwMode="gray">
          <a:xfrm>
            <a:off x="587388" y="1916927"/>
            <a:ext cx="371284" cy="485489"/>
          </a:xfrm>
          <a:custGeom>
            <a:avLst/>
            <a:gdLst>
              <a:gd name="connsiteX0" fmla="*/ 57055 w 371284"/>
              <a:gd name="connsiteY0" fmla="*/ 128492 h 485489"/>
              <a:gd name="connsiteX1" fmla="*/ 71342 w 371284"/>
              <a:gd name="connsiteY1" fmla="*/ 114205 h 485489"/>
              <a:gd name="connsiteX2" fmla="*/ 185642 w 371284"/>
              <a:gd name="connsiteY2" fmla="*/ 114205 h 485489"/>
              <a:gd name="connsiteX3" fmla="*/ 199930 w 371284"/>
              <a:gd name="connsiteY3" fmla="*/ 128492 h 485489"/>
              <a:gd name="connsiteX4" fmla="*/ 185642 w 371284"/>
              <a:gd name="connsiteY4" fmla="*/ 142780 h 485489"/>
              <a:gd name="connsiteX5" fmla="*/ 71342 w 371284"/>
              <a:gd name="connsiteY5" fmla="*/ 142780 h 485489"/>
              <a:gd name="connsiteX6" fmla="*/ 57055 w 371284"/>
              <a:gd name="connsiteY6" fmla="*/ 128492 h 485489"/>
              <a:gd name="connsiteX7" fmla="*/ 57055 w 371284"/>
              <a:gd name="connsiteY7" fmla="*/ 185547 h 485489"/>
              <a:gd name="connsiteX8" fmla="*/ 71342 w 371284"/>
              <a:gd name="connsiteY8" fmla="*/ 199835 h 485489"/>
              <a:gd name="connsiteX9" fmla="*/ 299942 w 371284"/>
              <a:gd name="connsiteY9" fmla="*/ 199835 h 485489"/>
              <a:gd name="connsiteX10" fmla="*/ 314230 w 371284"/>
              <a:gd name="connsiteY10" fmla="*/ 185547 h 485489"/>
              <a:gd name="connsiteX11" fmla="*/ 299942 w 371284"/>
              <a:gd name="connsiteY11" fmla="*/ 171260 h 485489"/>
              <a:gd name="connsiteX12" fmla="*/ 71342 w 371284"/>
              <a:gd name="connsiteY12" fmla="*/ 171260 h 485489"/>
              <a:gd name="connsiteX13" fmla="*/ 57055 w 371284"/>
              <a:gd name="connsiteY13" fmla="*/ 185547 h 485489"/>
              <a:gd name="connsiteX14" fmla="*/ 299942 w 371284"/>
              <a:gd name="connsiteY14" fmla="*/ 228505 h 485489"/>
              <a:gd name="connsiteX15" fmla="*/ 71342 w 371284"/>
              <a:gd name="connsiteY15" fmla="*/ 228505 h 485489"/>
              <a:gd name="connsiteX16" fmla="*/ 57055 w 371284"/>
              <a:gd name="connsiteY16" fmla="*/ 242792 h 485489"/>
              <a:gd name="connsiteX17" fmla="*/ 71342 w 371284"/>
              <a:gd name="connsiteY17" fmla="*/ 257080 h 485489"/>
              <a:gd name="connsiteX18" fmla="*/ 299942 w 371284"/>
              <a:gd name="connsiteY18" fmla="*/ 257080 h 485489"/>
              <a:gd name="connsiteX19" fmla="*/ 314230 w 371284"/>
              <a:gd name="connsiteY19" fmla="*/ 242792 h 485489"/>
              <a:gd name="connsiteX20" fmla="*/ 299942 w 371284"/>
              <a:gd name="connsiteY20" fmla="*/ 228505 h 485489"/>
              <a:gd name="connsiteX21" fmla="*/ 371285 w 371284"/>
              <a:gd name="connsiteY21" fmla="*/ 133445 h 485489"/>
              <a:gd name="connsiteX22" fmla="*/ 371285 w 371284"/>
              <a:gd name="connsiteY22" fmla="*/ 461677 h 485489"/>
              <a:gd name="connsiteX23" fmla="*/ 347472 w 371284"/>
              <a:gd name="connsiteY23" fmla="*/ 485489 h 485489"/>
              <a:gd name="connsiteX24" fmla="*/ 23813 w 371284"/>
              <a:gd name="connsiteY24" fmla="*/ 485489 h 485489"/>
              <a:gd name="connsiteX25" fmla="*/ 0 w 371284"/>
              <a:gd name="connsiteY25" fmla="*/ 461677 h 485489"/>
              <a:gd name="connsiteX26" fmla="*/ 0 w 371284"/>
              <a:gd name="connsiteY26" fmla="*/ 23813 h 485489"/>
              <a:gd name="connsiteX27" fmla="*/ 23813 w 371284"/>
              <a:gd name="connsiteY27" fmla="*/ 0 h 485489"/>
              <a:gd name="connsiteX28" fmla="*/ 239744 w 371284"/>
              <a:gd name="connsiteY28" fmla="*/ 0 h 485489"/>
              <a:gd name="connsiteX29" fmla="*/ 256699 w 371284"/>
              <a:gd name="connsiteY29" fmla="*/ 7144 h 485489"/>
              <a:gd name="connsiteX30" fmla="*/ 364426 w 371284"/>
              <a:gd name="connsiteY30" fmla="*/ 116777 h 485489"/>
              <a:gd name="connsiteX31" fmla="*/ 371285 w 371284"/>
              <a:gd name="connsiteY31" fmla="*/ 133445 h 485489"/>
              <a:gd name="connsiteX32" fmla="*/ 342710 w 371284"/>
              <a:gd name="connsiteY32" fmla="*/ 142780 h 485489"/>
              <a:gd name="connsiteX33" fmla="*/ 242126 w 371284"/>
              <a:gd name="connsiteY33" fmla="*/ 142780 h 485489"/>
              <a:gd name="connsiteX34" fmla="*/ 227838 w 371284"/>
              <a:gd name="connsiteY34" fmla="*/ 128492 h 485489"/>
              <a:gd name="connsiteX35" fmla="*/ 227838 w 371284"/>
              <a:gd name="connsiteY35" fmla="*/ 28575 h 485489"/>
              <a:gd name="connsiteX36" fmla="*/ 28575 w 371284"/>
              <a:gd name="connsiteY36" fmla="*/ 28575 h 485489"/>
              <a:gd name="connsiteX37" fmla="*/ 28575 w 371284"/>
              <a:gd name="connsiteY37" fmla="*/ 457010 h 485489"/>
              <a:gd name="connsiteX38" fmla="*/ 342710 w 371284"/>
              <a:gd name="connsiteY38" fmla="*/ 457010 h 485489"/>
              <a:gd name="connsiteX39" fmla="*/ 342710 w 371284"/>
              <a:gd name="connsiteY39" fmla="*/ 142780 h 48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71284" h="485489">
                <a:moveTo>
                  <a:pt x="57055" y="128492"/>
                </a:moveTo>
                <a:cubicBezTo>
                  <a:pt x="57055" y="120587"/>
                  <a:pt x="63437" y="114205"/>
                  <a:pt x="71342" y="114205"/>
                </a:cubicBezTo>
                <a:lnTo>
                  <a:pt x="185642" y="114205"/>
                </a:lnTo>
                <a:cubicBezTo>
                  <a:pt x="193548" y="114205"/>
                  <a:pt x="199930" y="120587"/>
                  <a:pt x="199930" y="128492"/>
                </a:cubicBezTo>
                <a:cubicBezTo>
                  <a:pt x="199930" y="136398"/>
                  <a:pt x="193548" y="142780"/>
                  <a:pt x="185642" y="142780"/>
                </a:cubicBezTo>
                <a:lnTo>
                  <a:pt x="71342" y="142780"/>
                </a:lnTo>
                <a:cubicBezTo>
                  <a:pt x="63437" y="142780"/>
                  <a:pt x="57055" y="136398"/>
                  <a:pt x="57055" y="128492"/>
                </a:cubicBezTo>
                <a:close/>
                <a:moveTo>
                  <a:pt x="57055" y="185547"/>
                </a:moveTo>
                <a:cubicBezTo>
                  <a:pt x="57055" y="193453"/>
                  <a:pt x="63437" y="199835"/>
                  <a:pt x="71342" y="199835"/>
                </a:cubicBezTo>
                <a:lnTo>
                  <a:pt x="299942" y="199835"/>
                </a:lnTo>
                <a:cubicBezTo>
                  <a:pt x="307848" y="199835"/>
                  <a:pt x="314230" y="193453"/>
                  <a:pt x="314230" y="185547"/>
                </a:cubicBezTo>
                <a:cubicBezTo>
                  <a:pt x="314230" y="177641"/>
                  <a:pt x="307848" y="171260"/>
                  <a:pt x="299942" y="171260"/>
                </a:cubicBezTo>
                <a:lnTo>
                  <a:pt x="71342" y="171260"/>
                </a:lnTo>
                <a:cubicBezTo>
                  <a:pt x="63437" y="171260"/>
                  <a:pt x="57055" y="177641"/>
                  <a:pt x="57055" y="185547"/>
                </a:cubicBezTo>
                <a:close/>
                <a:moveTo>
                  <a:pt x="299942" y="228505"/>
                </a:moveTo>
                <a:lnTo>
                  <a:pt x="71342" y="228505"/>
                </a:lnTo>
                <a:cubicBezTo>
                  <a:pt x="63437" y="228505"/>
                  <a:pt x="57055" y="234887"/>
                  <a:pt x="57055" y="242792"/>
                </a:cubicBezTo>
                <a:cubicBezTo>
                  <a:pt x="57055" y="250698"/>
                  <a:pt x="63437" y="257080"/>
                  <a:pt x="71342" y="257080"/>
                </a:cubicBezTo>
                <a:lnTo>
                  <a:pt x="299942" y="257080"/>
                </a:lnTo>
                <a:cubicBezTo>
                  <a:pt x="307848" y="257080"/>
                  <a:pt x="314230" y="250698"/>
                  <a:pt x="314230" y="242792"/>
                </a:cubicBezTo>
                <a:cubicBezTo>
                  <a:pt x="314230" y="234887"/>
                  <a:pt x="307848" y="228505"/>
                  <a:pt x="299942" y="228505"/>
                </a:cubicBezTo>
                <a:close/>
                <a:moveTo>
                  <a:pt x="371285" y="133445"/>
                </a:moveTo>
                <a:lnTo>
                  <a:pt x="371285" y="461677"/>
                </a:lnTo>
                <a:cubicBezTo>
                  <a:pt x="371285" y="474821"/>
                  <a:pt x="360617" y="485489"/>
                  <a:pt x="347472" y="485489"/>
                </a:cubicBezTo>
                <a:lnTo>
                  <a:pt x="23813" y="485489"/>
                </a:lnTo>
                <a:cubicBezTo>
                  <a:pt x="10668" y="485489"/>
                  <a:pt x="0" y="474821"/>
                  <a:pt x="0" y="461677"/>
                </a:cubicBezTo>
                <a:lnTo>
                  <a:pt x="0" y="23813"/>
                </a:lnTo>
                <a:cubicBezTo>
                  <a:pt x="0" y="10668"/>
                  <a:pt x="10668" y="0"/>
                  <a:pt x="23813" y="0"/>
                </a:cubicBezTo>
                <a:lnTo>
                  <a:pt x="239744" y="0"/>
                </a:lnTo>
                <a:cubicBezTo>
                  <a:pt x="246126" y="0"/>
                  <a:pt x="252317" y="2572"/>
                  <a:pt x="256699" y="7144"/>
                </a:cubicBezTo>
                <a:lnTo>
                  <a:pt x="364426" y="116777"/>
                </a:lnTo>
                <a:cubicBezTo>
                  <a:pt x="368808" y="121253"/>
                  <a:pt x="371285" y="127159"/>
                  <a:pt x="371285" y="133445"/>
                </a:cubicBezTo>
                <a:close/>
                <a:moveTo>
                  <a:pt x="342710" y="142780"/>
                </a:moveTo>
                <a:lnTo>
                  <a:pt x="242126" y="142780"/>
                </a:lnTo>
                <a:cubicBezTo>
                  <a:pt x="234220" y="142780"/>
                  <a:pt x="227838" y="136398"/>
                  <a:pt x="227838" y="128492"/>
                </a:cubicBezTo>
                <a:lnTo>
                  <a:pt x="227838" y="28575"/>
                </a:lnTo>
                <a:lnTo>
                  <a:pt x="28575" y="28575"/>
                </a:lnTo>
                <a:lnTo>
                  <a:pt x="28575" y="457010"/>
                </a:lnTo>
                <a:lnTo>
                  <a:pt x="342710" y="457010"/>
                </a:lnTo>
                <a:lnTo>
                  <a:pt x="342710" y="142780"/>
                </a:lnTo>
                <a:close/>
              </a:path>
            </a:pathLst>
          </a:custGeom>
          <a:solidFill>
            <a:srgbClr val="211452"/>
          </a:solidFill>
          <a:ln w="9525" cap="flat">
            <a:noFill/>
            <a:prstDash val="solid"/>
            <a:miter/>
          </a:ln>
        </p:spPr>
        <p:txBody>
          <a:bodyPr rtlCol="0" anchor="ctr"/>
          <a:lstStyle/>
          <a:p>
            <a:endParaRPr lang="en-US" dirty="0"/>
          </a:p>
        </p:txBody>
      </p:sp>
      <p:sp>
        <p:nvSpPr>
          <p:cNvPr id="123" name="Grafik 1">
            <a:extLst>
              <a:ext uri="{FF2B5EF4-FFF2-40B4-BE49-F238E27FC236}">
                <a16:creationId xmlns:a16="http://schemas.microsoft.com/office/drawing/2014/main" id="{03A4DD98-F304-43F3-BAC5-EE7F5CC6F19A}"/>
              </a:ext>
            </a:extLst>
          </p:cNvPr>
          <p:cNvSpPr/>
          <p:nvPr/>
        </p:nvSpPr>
        <p:spPr bwMode="gray">
          <a:xfrm>
            <a:off x="4192139" y="1920146"/>
            <a:ext cx="371570" cy="485679"/>
          </a:xfrm>
          <a:custGeom>
            <a:avLst/>
            <a:gdLst>
              <a:gd name="connsiteX0" fmla="*/ 357188 w 371570"/>
              <a:gd name="connsiteY0" fmla="*/ 57626 h 485679"/>
              <a:gd name="connsiteX1" fmla="*/ 342710 w 371570"/>
              <a:gd name="connsiteY1" fmla="*/ 43053 h 485679"/>
              <a:gd name="connsiteX2" fmla="*/ 357188 w 371570"/>
              <a:gd name="connsiteY2" fmla="*/ 28480 h 485679"/>
              <a:gd name="connsiteX3" fmla="*/ 371475 w 371570"/>
              <a:gd name="connsiteY3" fmla="*/ 14288 h 485679"/>
              <a:gd name="connsiteX4" fmla="*/ 357188 w 371570"/>
              <a:gd name="connsiteY4" fmla="*/ 0 h 485679"/>
              <a:gd name="connsiteX5" fmla="*/ 42196 w 371570"/>
              <a:gd name="connsiteY5" fmla="*/ 0 h 485679"/>
              <a:gd name="connsiteX6" fmla="*/ 0 w 371570"/>
              <a:gd name="connsiteY6" fmla="*/ 43148 h 485679"/>
              <a:gd name="connsiteX7" fmla="*/ 0 w 371570"/>
              <a:gd name="connsiteY7" fmla="*/ 43339 h 485679"/>
              <a:gd name="connsiteX8" fmla="*/ 0 w 371570"/>
              <a:gd name="connsiteY8" fmla="*/ 461867 h 485679"/>
              <a:gd name="connsiteX9" fmla="*/ 23813 w 371570"/>
              <a:gd name="connsiteY9" fmla="*/ 485680 h 485679"/>
              <a:gd name="connsiteX10" fmla="*/ 347758 w 371570"/>
              <a:gd name="connsiteY10" fmla="*/ 485680 h 485679"/>
              <a:gd name="connsiteX11" fmla="*/ 371570 w 371570"/>
              <a:gd name="connsiteY11" fmla="*/ 461867 h 485679"/>
              <a:gd name="connsiteX12" fmla="*/ 371570 w 371570"/>
              <a:gd name="connsiteY12" fmla="*/ 75057 h 485679"/>
              <a:gd name="connsiteX13" fmla="*/ 371380 w 371570"/>
              <a:gd name="connsiteY13" fmla="*/ 73628 h 485679"/>
              <a:gd name="connsiteX14" fmla="*/ 371475 w 371570"/>
              <a:gd name="connsiteY14" fmla="*/ 71914 h 485679"/>
              <a:gd name="connsiteX15" fmla="*/ 357188 w 371570"/>
              <a:gd name="connsiteY15" fmla="*/ 57626 h 485679"/>
              <a:gd name="connsiteX16" fmla="*/ 42196 w 371570"/>
              <a:gd name="connsiteY16" fmla="*/ 28575 h 485679"/>
              <a:gd name="connsiteX17" fmla="*/ 316801 w 371570"/>
              <a:gd name="connsiteY17" fmla="*/ 28575 h 485679"/>
              <a:gd name="connsiteX18" fmla="*/ 314135 w 371570"/>
              <a:gd name="connsiteY18" fmla="*/ 43148 h 485679"/>
              <a:gd name="connsiteX19" fmla="*/ 316611 w 371570"/>
              <a:gd name="connsiteY19" fmla="*/ 57722 h 485679"/>
              <a:gd name="connsiteX20" fmla="*/ 43148 w 371570"/>
              <a:gd name="connsiteY20" fmla="*/ 57722 h 485679"/>
              <a:gd name="connsiteX21" fmla="*/ 28575 w 371570"/>
              <a:gd name="connsiteY21" fmla="*/ 43148 h 485679"/>
              <a:gd name="connsiteX22" fmla="*/ 42196 w 371570"/>
              <a:gd name="connsiteY22" fmla="*/ 28575 h 485679"/>
              <a:gd name="connsiteX23" fmla="*/ 28575 w 371570"/>
              <a:gd name="connsiteY23" fmla="*/ 457105 h 485679"/>
              <a:gd name="connsiteX24" fmla="*/ 28575 w 371570"/>
              <a:gd name="connsiteY24" fmla="*/ 83534 h 485679"/>
              <a:gd name="connsiteX25" fmla="*/ 43148 w 371570"/>
              <a:gd name="connsiteY25" fmla="*/ 86201 h 485679"/>
              <a:gd name="connsiteX26" fmla="*/ 186690 w 371570"/>
              <a:gd name="connsiteY26" fmla="*/ 86201 h 485679"/>
              <a:gd name="connsiteX27" fmla="*/ 186690 w 371570"/>
              <a:gd name="connsiteY27" fmla="*/ 185833 h 485679"/>
              <a:gd name="connsiteX28" fmla="*/ 196120 w 371570"/>
              <a:gd name="connsiteY28" fmla="*/ 189738 h 485679"/>
              <a:gd name="connsiteX29" fmla="*/ 239840 w 371570"/>
              <a:gd name="connsiteY29" fmla="*/ 146018 h 485679"/>
              <a:gd name="connsiteX30" fmla="*/ 247650 w 371570"/>
              <a:gd name="connsiteY30" fmla="*/ 146018 h 485679"/>
              <a:gd name="connsiteX31" fmla="*/ 291370 w 371570"/>
              <a:gd name="connsiteY31" fmla="*/ 189738 h 485679"/>
              <a:gd name="connsiteX32" fmla="*/ 300800 w 371570"/>
              <a:gd name="connsiteY32" fmla="*/ 185833 h 485679"/>
              <a:gd name="connsiteX33" fmla="*/ 300800 w 371570"/>
              <a:gd name="connsiteY33" fmla="*/ 86201 h 485679"/>
              <a:gd name="connsiteX34" fmla="*/ 342900 w 371570"/>
              <a:gd name="connsiteY34" fmla="*/ 86201 h 485679"/>
              <a:gd name="connsiteX35" fmla="*/ 342900 w 371570"/>
              <a:gd name="connsiteY35" fmla="*/ 457105 h 485679"/>
              <a:gd name="connsiteX36" fmla="*/ 28575 w 371570"/>
              <a:gd name="connsiteY36" fmla="*/ 457105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71570" h="485679">
                <a:moveTo>
                  <a:pt x="357188" y="57626"/>
                </a:moveTo>
                <a:cubicBezTo>
                  <a:pt x="349187" y="57626"/>
                  <a:pt x="342710" y="51054"/>
                  <a:pt x="342710" y="43053"/>
                </a:cubicBezTo>
                <a:cubicBezTo>
                  <a:pt x="342710" y="34766"/>
                  <a:pt x="350330" y="28480"/>
                  <a:pt x="357188" y="28480"/>
                </a:cubicBezTo>
                <a:cubicBezTo>
                  <a:pt x="365093" y="28575"/>
                  <a:pt x="371475" y="22193"/>
                  <a:pt x="371475" y="14288"/>
                </a:cubicBezTo>
                <a:cubicBezTo>
                  <a:pt x="371475" y="6382"/>
                  <a:pt x="365093" y="0"/>
                  <a:pt x="357188" y="0"/>
                </a:cubicBezTo>
                <a:lnTo>
                  <a:pt x="42196" y="0"/>
                </a:lnTo>
                <a:cubicBezTo>
                  <a:pt x="18955" y="0"/>
                  <a:pt x="0" y="19336"/>
                  <a:pt x="0" y="43148"/>
                </a:cubicBezTo>
                <a:cubicBezTo>
                  <a:pt x="0" y="43244"/>
                  <a:pt x="0" y="43244"/>
                  <a:pt x="0" y="43339"/>
                </a:cubicBezTo>
                <a:lnTo>
                  <a:pt x="0" y="461867"/>
                </a:lnTo>
                <a:cubicBezTo>
                  <a:pt x="0" y="475012"/>
                  <a:pt x="10668" y="485680"/>
                  <a:pt x="23813" y="485680"/>
                </a:cubicBezTo>
                <a:lnTo>
                  <a:pt x="347758" y="485680"/>
                </a:lnTo>
                <a:cubicBezTo>
                  <a:pt x="360902" y="485680"/>
                  <a:pt x="371570" y="475012"/>
                  <a:pt x="371570" y="461867"/>
                </a:cubicBezTo>
                <a:lnTo>
                  <a:pt x="371570" y="75057"/>
                </a:lnTo>
                <a:cubicBezTo>
                  <a:pt x="371570" y="74581"/>
                  <a:pt x="371475" y="74105"/>
                  <a:pt x="371380" y="73628"/>
                </a:cubicBezTo>
                <a:cubicBezTo>
                  <a:pt x="371380" y="73057"/>
                  <a:pt x="371475" y="72485"/>
                  <a:pt x="371475" y="71914"/>
                </a:cubicBezTo>
                <a:cubicBezTo>
                  <a:pt x="371475" y="64103"/>
                  <a:pt x="365093" y="57626"/>
                  <a:pt x="357188" y="57626"/>
                </a:cubicBezTo>
                <a:close/>
                <a:moveTo>
                  <a:pt x="42196" y="28575"/>
                </a:moveTo>
                <a:lnTo>
                  <a:pt x="316801" y="28575"/>
                </a:lnTo>
                <a:cubicBezTo>
                  <a:pt x="315087" y="33147"/>
                  <a:pt x="314135" y="38005"/>
                  <a:pt x="314135" y="43148"/>
                </a:cubicBezTo>
                <a:cubicBezTo>
                  <a:pt x="314135" y="48292"/>
                  <a:pt x="314992" y="53150"/>
                  <a:pt x="316611" y="57722"/>
                </a:cubicBezTo>
                <a:lnTo>
                  <a:pt x="43148" y="57722"/>
                </a:lnTo>
                <a:cubicBezTo>
                  <a:pt x="35052" y="57626"/>
                  <a:pt x="28575" y="51149"/>
                  <a:pt x="28575" y="43148"/>
                </a:cubicBezTo>
                <a:cubicBezTo>
                  <a:pt x="28575" y="35338"/>
                  <a:pt x="34957" y="28575"/>
                  <a:pt x="42196" y="28575"/>
                </a:cubicBezTo>
                <a:close/>
                <a:moveTo>
                  <a:pt x="28575" y="457105"/>
                </a:moveTo>
                <a:lnTo>
                  <a:pt x="28575" y="83534"/>
                </a:lnTo>
                <a:cubicBezTo>
                  <a:pt x="33147" y="85153"/>
                  <a:pt x="38005" y="86201"/>
                  <a:pt x="43148" y="86201"/>
                </a:cubicBezTo>
                <a:lnTo>
                  <a:pt x="186690" y="86201"/>
                </a:lnTo>
                <a:lnTo>
                  <a:pt x="186690" y="185833"/>
                </a:lnTo>
                <a:cubicBezTo>
                  <a:pt x="186690" y="190786"/>
                  <a:pt x="192691" y="193262"/>
                  <a:pt x="196120" y="189738"/>
                </a:cubicBezTo>
                <a:lnTo>
                  <a:pt x="239840" y="146018"/>
                </a:lnTo>
                <a:cubicBezTo>
                  <a:pt x="242030" y="143828"/>
                  <a:pt x="245555" y="143828"/>
                  <a:pt x="247650" y="146018"/>
                </a:cubicBezTo>
                <a:lnTo>
                  <a:pt x="291370" y="189738"/>
                </a:lnTo>
                <a:cubicBezTo>
                  <a:pt x="294894" y="193262"/>
                  <a:pt x="300800" y="190786"/>
                  <a:pt x="300800" y="185833"/>
                </a:cubicBezTo>
                <a:lnTo>
                  <a:pt x="300800" y="86201"/>
                </a:lnTo>
                <a:lnTo>
                  <a:pt x="342900" y="86201"/>
                </a:lnTo>
                <a:lnTo>
                  <a:pt x="342900" y="457105"/>
                </a:lnTo>
                <a:lnTo>
                  <a:pt x="28575" y="457105"/>
                </a:lnTo>
                <a:close/>
              </a:path>
            </a:pathLst>
          </a:custGeom>
          <a:solidFill>
            <a:srgbClr val="201751"/>
          </a:solidFill>
          <a:ln w="9525" cap="flat">
            <a:noFill/>
            <a:prstDash val="solid"/>
            <a:miter/>
          </a:ln>
        </p:spPr>
        <p:txBody>
          <a:bodyPr rtlCol="0" anchor="ctr"/>
          <a:lstStyle/>
          <a:p>
            <a:endParaRPr lang="en-US"/>
          </a:p>
        </p:txBody>
      </p:sp>
      <p:sp>
        <p:nvSpPr>
          <p:cNvPr id="126" name="Grafik 13">
            <a:extLst>
              <a:ext uri="{FF2B5EF4-FFF2-40B4-BE49-F238E27FC236}">
                <a16:creationId xmlns:a16="http://schemas.microsoft.com/office/drawing/2014/main" id="{0418FADB-63D4-4B23-BA69-89038CF344E0}"/>
              </a:ext>
            </a:extLst>
          </p:cNvPr>
          <p:cNvSpPr/>
          <p:nvPr/>
        </p:nvSpPr>
        <p:spPr bwMode="gray">
          <a:xfrm>
            <a:off x="551903" y="4716735"/>
            <a:ext cx="486012" cy="485965"/>
          </a:xfrm>
          <a:custGeom>
            <a:avLst/>
            <a:gdLst>
              <a:gd name="connsiteX0" fmla="*/ 485870 w 486012"/>
              <a:gd name="connsiteY0" fmla="*/ 414814 h 485965"/>
              <a:gd name="connsiteX1" fmla="*/ 485870 w 486012"/>
              <a:gd name="connsiteY1" fmla="*/ 414814 h 485965"/>
              <a:gd name="connsiteX2" fmla="*/ 414909 w 486012"/>
              <a:gd name="connsiteY2" fmla="*/ 352711 h 485965"/>
              <a:gd name="connsiteX3" fmla="*/ 372904 w 486012"/>
              <a:gd name="connsiteY3" fmla="*/ 371475 h 485965"/>
              <a:gd name="connsiteX4" fmla="*/ 276987 w 486012"/>
              <a:gd name="connsiteY4" fmla="*/ 308229 h 485965"/>
              <a:gd name="connsiteX5" fmla="*/ 282893 w 486012"/>
              <a:gd name="connsiteY5" fmla="*/ 278987 h 485965"/>
              <a:gd name="connsiteX6" fmla="*/ 260890 w 486012"/>
              <a:gd name="connsiteY6" fmla="*/ 225552 h 485965"/>
              <a:gd name="connsiteX7" fmla="*/ 329851 w 486012"/>
              <a:gd name="connsiteY7" fmla="*/ 128111 h 485965"/>
              <a:gd name="connsiteX8" fmla="*/ 355664 w 486012"/>
              <a:gd name="connsiteY8" fmla="*/ 133350 h 485965"/>
              <a:gd name="connsiteX9" fmla="*/ 422339 w 486012"/>
              <a:gd name="connsiteY9" fmla="*/ 66675 h 485965"/>
              <a:gd name="connsiteX10" fmla="*/ 355664 w 486012"/>
              <a:gd name="connsiteY10" fmla="*/ 0 h 485965"/>
              <a:gd name="connsiteX11" fmla="*/ 288989 w 486012"/>
              <a:gd name="connsiteY11" fmla="*/ 66675 h 485965"/>
              <a:gd name="connsiteX12" fmla="*/ 306419 w 486012"/>
              <a:gd name="connsiteY12" fmla="*/ 111538 h 485965"/>
              <a:gd name="connsiteX13" fmla="*/ 237268 w 486012"/>
              <a:gd name="connsiteY13" fmla="*/ 209264 h 485965"/>
              <a:gd name="connsiteX14" fmla="*/ 206502 w 486012"/>
              <a:gd name="connsiteY14" fmla="*/ 202692 h 485965"/>
              <a:gd name="connsiteX15" fmla="*/ 144590 w 486012"/>
              <a:gd name="connsiteY15" fmla="*/ 234601 h 485965"/>
              <a:gd name="connsiteX16" fmla="*/ 113348 w 486012"/>
              <a:gd name="connsiteY16" fmla="*/ 220218 h 485965"/>
              <a:gd name="connsiteX17" fmla="*/ 114300 w 486012"/>
              <a:gd name="connsiteY17" fmla="*/ 210026 h 485965"/>
              <a:gd name="connsiteX18" fmla="*/ 57150 w 486012"/>
              <a:gd name="connsiteY18" fmla="*/ 152876 h 485965"/>
              <a:gd name="connsiteX19" fmla="*/ 0 w 486012"/>
              <a:gd name="connsiteY19" fmla="*/ 210026 h 485965"/>
              <a:gd name="connsiteX20" fmla="*/ 57150 w 486012"/>
              <a:gd name="connsiteY20" fmla="*/ 267176 h 485965"/>
              <a:gd name="connsiteX21" fmla="*/ 101346 w 486012"/>
              <a:gd name="connsiteY21" fmla="*/ 246126 h 485965"/>
              <a:gd name="connsiteX22" fmla="*/ 132588 w 486012"/>
              <a:gd name="connsiteY22" fmla="*/ 260509 h 485965"/>
              <a:gd name="connsiteX23" fmla="*/ 130302 w 486012"/>
              <a:gd name="connsiteY23" fmla="*/ 278892 h 485965"/>
              <a:gd name="connsiteX24" fmla="*/ 151067 w 486012"/>
              <a:gd name="connsiteY24" fmla="*/ 330994 h 485965"/>
              <a:gd name="connsiteX25" fmla="*/ 119825 w 486012"/>
              <a:gd name="connsiteY25" fmla="*/ 375190 h 485965"/>
              <a:gd name="connsiteX26" fmla="*/ 99441 w 486012"/>
              <a:gd name="connsiteY26" fmla="*/ 371380 h 485965"/>
              <a:gd name="connsiteX27" fmla="*/ 42291 w 486012"/>
              <a:gd name="connsiteY27" fmla="*/ 428530 h 485965"/>
              <a:gd name="connsiteX28" fmla="*/ 99441 w 486012"/>
              <a:gd name="connsiteY28" fmla="*/ 485680 h 485965"/>
              <a:gd name="connsiteX29" fmla="*/ 156591 w 486012"/>
              <a:gd name="connsiteY29" fmla="*/ 428530 h 485965"/>
              <a:gd name="connsiteX30" fmla="*/ 143066 w 486012"/>
              <a:gd name="connsiteY30" fmla="*/ 391763 h 485965"/>
              <a:gd name="connsiteX31" fmla="*/ 174117 w 486012"/>
              <a:gd name="connsiteY31" fmla="*/ 347853 h 485965"/>
              <a:gd name="connsiteX32" fmla="*/ 206407 w 486012"/>
              <a:gd name="connsiteY32" fmla="*/ 355187 h 485965"/>
              <a:gd name="connsiteX33" fmla="*/ 260985 w 486012"/>
              <a:gd name="connsiteY33" fmla="*/ 332042 h 485965"/>
              <a:gd name="connsiteX34" fmla="*/ 356997 w 486012"/>
              <a:gd name="connsiteY34" fmla="*/ 395383 h 485965"/>
              <a:gd name="connsiteX35" fmla="*/ 352615 w 486012"/>
              <a:gd name="connsiteY35" fmla="*/ 423672 h 485965"/>
              <a:gd name="connsiteX36" fmla="*/ 419100 w 486012"/>
              <a:gd name="connsiteY36" fmla="*/ 485966 h 485965"/>
              <a:gd name="connsiteX37" fmla="*/ 423577 w 486012"/>
              <a:gd name="connsiteY37" fmla="*/ 485870 h 485965"/>
              <a:gd name="connsiteX38" fmla="*/ 485870 w 486012"/>
              <a:gd name="connsiteY38" fmla="*/ 414814 h 485965"/>
              <a:gd name="connsiteX39" fmla="*/ 57245 w 486012"/>
              <a:gd name="connsiteY39" fmla="*/ 238601 h 485965"/>
              <a:gd name="connsiteX40" fmla="*/ 28670 w 486012"/>
              <a:gd name="connsiteY40" fmla="*/ 210026 h 485965"/>
              <a:gd name="connsiteX41" fmla="*/ 57245 w 486012"/>
              <a:gd name="connsiteY41" fmla="*/ 181451 h 485965"/>
              <a:gd name="connsiteX42" fmla="*/ 85820 w 486012"/>
              <a:gd name="connsiteY42" fmla="*/ 210026 h 485965"/>
              <a:gd name="connsiteX43" fmla="*/ 57245 w 486012"/>
              <a:gd name="connsiteY43" fmla="*/ 238601 h 485965"/>
              <a:gd name="connsiteX44" fmla="*/ 355664 w 486012"/>
              <a:gd name="connsiteY44" fmla="*/ 28575 h 485965"/>
              <a:gd name="connsiteX45" fmla="*/ 393764 w 486012"/>
              <a:gd name="connsiteY45" fmla="*/ 66675 h 485965"/>
              <a:gd name="connsiteX46" fmla="*/ 355664 w 486012"/>
              <a:gd name="connsiteY46" fmla="*/ 104775 h 485965"/>
              <a:gd name="connsiteX47" fmla="*/ 317564 w 486012"/>
              <a:gd name="connsiteY47" fmla="*/ 66675 h 485965"/>
              <a:gd name="connsiteX48" fmla="*/ 355664 w 486012"/>
              <a:gd name="connsiteY48" fmla="*/ 28575 h 485965"/>
              <a:gd name="connsiteX49" fmla="*/ 99536 w 486012"/>
              <a:gd name="connsiteY49" fmla="*/ 457105 h 485965"/>
              <a:gd name="connsiteX50" fmla="*/ 70961 w 486012"/>
              <a:gd name="connsiteY50" fmla="*/ 428530 h 485965"/>
              <a:gd name="connsiteX51" fmla="*/ 99536 w 486012"/>
              <a:gd name="connsiteY51" fmla="*/ 399955 h 485965"/>
              <a:gd name="connsiteX52" fmla="*/ 128111 w 486012"/>
              <a:gd name="connsiteY52" fmla="*/ 428530 h 485965"/>
              <a:gd name="connsiteX53" fmla="*/ 99536 w 486012"/>
              <a:gd name="connsiteY53" fmla="*/ 457105 h 485965"/>
              <a:gd name="connsiteX54" fmla="*/ 206597 w 486012"/>
              <a:gd name="connsiteY54" fmla="*/ 326517 h 485965"/>
              <a:gd name="connsiteX55" fmla="*/ 158972 w 486012"/>
              <a:gd name="connsiteY55" fmla="*/ 278892 h 485965"/>
              <a:gd name="connsiteX56" fmla="*/ 206597 w 486012"/>
              <a:gd name="connsiteY56" fmla="*/ 231267 h 485965"/>
              <a:gd name="connsiteX57" fmla="*/ 254222 w 486012"/>
              <a:gd name="connsiteY57" fmla="*/ 278892 h 485965"/>
              <a:gd name="connsiteX58" fmla="*/ 206597 w 486012"/>
              <a:gd name="connsiteY58" fmla="*/ 326517 h 485965"/>
              <a:gd name="connsiteX59" fmla="*/ 421862 w 486012"/>
              <a:gd name="connsiteY59" fmla="*/ 457200 h 485965"/>
              <a:gd name="connsiteX60" fmla="*/ 381286 w 486012"/>
              <a:gd name="connsiteY60" fmla="*/ 421672 h 485965"/>
              <a:gd name="connsiteX61" fmla="*/ 416814 w 486012"/>
              <a:gd name="connsiteY61" fmla="*/ 381191 h 485965"/>
              <a:gd name="connsiteX62" fmla="*/ 419386 w 486012"/>
              <a:gd name="connsiteY62" fmla="*/ 381095 h 485965"/>
              <a:gd name="connsiteX63" fmla="*/ 457390 w 486012"/>
              <a:gd name="connsiteY63" fmla="*/ 416624 h 485965"/>
              <a:gd name="connsiteX64" fmla="*/ 421862 w 486012"/>
              <a:gd name="connsiteY64" fmla="*/ 457200 h 485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86012" h="485965">
                <a:moveTo>
                  <a:pt x="485870" y="414814"/>
                </a:moveTo>
                <a:lnTo>
                  <a:pt x="485870" y="414814"/>
                </a:lnTo>
                <a:cubicBezTo>
                  <a:pt x="483394" y="378143"/>
                  <a:pt x="451676" y="350425"/>
                  <a:pt x="414909" y="352711"/>
                </a:cubicBezTo>
                <a:cubicBezTo>
                  <a:pt x="398431" y="353759"/>
                  <a:pt x="383858" y="360807"/>
                  <a:pt x="372904" y="371475"/>
                </a:cubicBezTo>
                <a:lnTo>
                  <a:pt x="276987" y="308229"/>
                </a:lnTo>
                <a:cubicBezTo>
                  <a:pt x="280797" y="299180"/>
                  <a:pt x="282893" y="289370"/>
                  <a:pt x="282893" y="278987"/>
                </a:cubicBezTo>
                <a:cubicBezTo>
                  <a:pt x="282893" y="258223"/>
                  <a:pt x="274511" y="239363"/>
                  <a:pt x="260890" y="225552"/>
                </a:cubicBezTo>
                <a:lnTo>
                  <a:pt x="329851" y="128111"/>
                </a:lnTo>
                <a:cubicBezTo>
                  <a:pt x="337757" y="131445"/>
                  <a:pt x="346520" y="133350"/>
                  <a:pt x="355664" y="133350"/>
                </a:cubicBezTo>
                <a:cubicBezTo>
                  <a:pt x="392430" y="133350"/>
                  <a:pt x="422339" y="103442"/>
                  <a:pt x="422339" y="66675"/>
                </a:cubicBezTo>
                <a:cubicBezTo>
                  <a:pt x="422339" y="29909"/>
                  <a:pt x="392430" y="0"/>
                  <a:pt x="355664" y="0"/>
                </a:cubicBezTo>
                <a:cubicBezTo>
                  <a:pt x="318897" y="0"/>
                  <a:pt x="288989" y="29909"/>
                  <a:pt x="288989" y="66675"/>
                </a:cubicBezTo>
                <a:cubicBezTo>
                  <a:pt x="288989" y="83915"/>
                  <a:pt x="295656" y="99632"/>
                  <a:pt x="306419" y="111538"/>
                </a:cubicBezTo>
                <a:lnTo>
                  <a:pt x="237268" y="209264"/>
                </a:lnTo>
                <a:cubicBezTo>
                  <a:pt x="227838" y="205073"/>
                  <a:pt x="217456" y="202692"/>
                  <a:pt x="206502" y="202692"/>
                </a:cubicBezTo>
                <a:cubicBezTo>
                  <a:pt x="180975" y="202692"/>
                  <a:pt x="158496" y="215360"/>
                  <a:pt x="144590" y="234601"/>
                </a:cubicBezTo>
                <a:lnTo>
                  <a:pt x="113348" y="220218"/>
                </a:lnTo>
                <a:cubicBezTo>
                  <a:pt x="113919" y="216884"/>
                  <a:pt x="114300" y="213551"/>
                  <a:pt x="114300" y="210026"/>
                </a:cubicBezTo>
                <a:cubicBezTo>
                  <a:pt x="114300" y="178499"/>
                  <a:pt x="88678" y="152876"/>
                  <a:pt x="57150" y="152876"/>
                </a:cubicBezTo>
                <a:cubicBezTo>
                  <a:pt x="25622" y="152876"/>
                  <a:pt x="0" y="178499"/>
                  <a:pt x="0" y="210026"/>
                </a:cubicBezTo>
                <a:cubicBezTo>
                  <a:pt x="0" y="241554"/>
                  <a:pt x="25622" y="267176"/>
                  <a:pt x="57150" y="267176"/>
                </a:cubicBezTo>
                <a:cubicBezTo>
                  <a:pt x="74962" y="267176"/>
                  <a:pt x="90869" y="258985"/>
                  <a:pt x="101346" y="246126"/>
                </a:cubicBezTo>
                <a:lnTo>
                  <a:pt x="132588" y="260509"/>
                </a:lnTo>
                <a:cubicBezTo>
                  <a:pt x="131159" y="266414"/>
                  <a:pt x="130302" y="272510"/>
                  <a:pt x="130302" y="278892"/>
                </a:cubicBezTo>
                <a:cubicBezTo>
                  <a:pt x="130302" y="299085"/>
                  <a:pt x="138208" y="317373"/>
                  <a:pt x="151067" y="330994"/>
                </a:cubicBezTo>
                <a:lnTo>
                  <a:pt x="119825" y="375190"/>
                </a:lnTo>
                <a:cubicBezTo>
                  <a:pt x="113538" y="372809"/>
                  <a:pt x="106680" y="371380"/>
                  <a:pt x="99441" y="371380"/>
                </a:cubicBezTo>
                <a:cubicBezTo>
                  <a:pt x="67913" y="371380"/>
                  <a:pt x="42291" y="397002"/>
                  <a:pt x="42291" y="428530"/>
                </a:cubicBezTo>
                <a:cubicBezTo>
                  <a:pt x="42291" y="460058"/>
                  <a:pt x="67913" y="485680"/>
                  <a:pt x="99441" y="485680"/>
                </a:cubicBezTo>
                <a:cubicBezTo>
                  <a:pt x="130969" y="485680"/>
                  <a:pt x="156591" y="460058"/>
                  <a:pt x="156591" y="428530"/>
                </a:cubicBezTo>
                <a:cubicBezTo>
                  <a:pt x="156591" y="414528"/>
                  <a:pt x="151543" y="401669"/>
                  <a:pt x="143066" y="391763"/>
                </a:cubicBezTo>
                <a:lnTo>
                  <a:pt x="174117" y="347853"/>
                </a:lnTo>
                <a:cubicBezTo>
                  <a:pt x="183928" y="352520"/>
                  <a:pt x="194882" y="355187"/>
                  <a:pt x="206407" y="355187"/>
                </a:cubicBezTo>
                <a:cubicBezTo>
                  <a:pt x="227743" y="355187"/>
                  <a:pt x="247079" y="346329"/>
                  <a:pt x="260985" y="332042"/>
                </a:cubicBezTo>
                <a:lnTo>
                  <a:pt x="356997" y="395383"/>
                </a:lnTo>
                <a:cubicBezTo>
                  <a:pt x="353663" y="404146"/>
                  <a:pt x="351949" y="413671"/>
                  <a:pt x="352615" y="423672"/>
                </a:cubicBezTo>
                <a:cubicBezTo>
                  <a:pt x="354997" y="458819"/>
                  <a:pt x="384334" y="485966"/>
                  <a:pt x="419100" y="485966"/>
                </a:cubicBezTo>
                <a:cubicBezTo>
                  <a:pt x="420529" y="485966"/>
                  <a:pt x="422053" y="485966"/>
                  <a:pt x="423577" y="485870"/>
                </a:cubicBezTo>
                <a:cubicBezTo>
                  <a:pt x="460439" y="483299"/>
                  <a:pt x="488252" y="451485"/>
                  <a:pt x="485870" y="414814"/>
                </a:cubicBezTo>
                <a:close/>
                <a:moveTo>
                  <a:pt x="57245" y="238601"/>
                </a:moveTo>
                <a:cubicBezTo>
                  <a:pt x="41529" y="238601"/>
                  <a:pt x="28670" y="225743"/>
                  <a:pt x="28670" y="210026"/>
                </a:cubicBezTo>
                <a:cubicBezTo>
                  <a:pt x="28670" y="194310"/>
                  <a:pt x="41529" y="181451"/>
                  <a:pt x="57245" y="181451"/>
                </a:cubicBezTo>
                <a:cubicBezTo>
                  <a:pt x="72962" y="181451"/>
                  <a:pt x="85820" y="194310"/>
                  <a:pt x="85820" y="210026"/>
                </a:cubicBezTo>
                <a:cubicBezTo>
                  <a:pt x="85820" y="225743"/>
                  <a:pt x="72962" y="238601"/>
                  <a:pt x="57245" y="238601"/>
                </a:cubicBezTo>
                <a:close/>
                <a:moveTo>
                  <a:pt x="355664" y="28575"/>
                </a:moveTo>
                <a:cubicBezTo>
                  <a:pt x="376714" y="28575"/>
                  <a:pt x="393764" y="45625"/>
                  <a:pt x="393764" y="66675"/>
                </a:cubicBezTo>
                <a:cubicBezTo>
                  <a:pt x="393764" y="87725"/>
                  <a:pt x="376714" y="104775"/>
                  <a:pt x="355664" y="104775"/>
                </a:cubicBezTo>
                <a:cubicBezTo>
                  <a:pt x="334613" y="104775"/>
                  <a:pt x="317564" y="87725"/>
                  <a:pt x="317564" y="66675"/>
                </a:cubicBezTo>
                <a:cubicBezTo>
                  <a:pt x="317564" y="45625"/>
                  <a:pt x="334709" y="28575"/>
                  <a:pt x="355664" y="28575"/>
                </a:cubicBezTo>
                <a:close/>
                <a:moveTo>
                  <a:pt x="99536" y="457105"/>
                </a:moveTo>
                <a:cubicBezTo>
                  <a:pt x="83820" y="457105"/>
                  <a:pt x="70961" y="444246"/>
                  <a:pt x="70961" y="428530"/>
                </a:cubicBezTo>
                <a:cubicBezTo>
                  <a:pt x="70961" y="412814"/>
                  <a:pt x="83820" y="399955"/>
                  <a:pt x="99536" y="399955"/>
                </a:cubicBezTo>
                <a:cubicBezTo>
                  <a:pt x="115253" y="399955"/>
                  <a:pt x="128111" y="412814"/>
                  <a:pt x="128111" y="428530"/>
                </a:cubicBezTo>
                <a:cubicBezTo>
                  <a:pt x="128111" y="444246"/>
                  <a:pt x="115253" y="457105"/>
                  <a:pt x="99536" y="457105"/>
                </a:cubicBezTo>
                <a:close/>
                <a:moveTo>
                  <a:pt x="206597" y="326517"/>
                </a:moveTo>
                <a:cubicBezTo>
                  <a:pt x="180308" y="326517"/>
                  <a:pt x="158972" y="305181"/>
                  <a:pt x="158972" y="278892"/>
                </a:cubicBezTo>
                <a:cubicBezTo>
                  <a:pt x="158972" y="252603"/>
                  <a:pt x="180308" y="231267"/>
                  <a:pt x="206597" y="231267"/>
                </a:cubicBezTo>
                <a:cubicBezTo>
                  <a:pt x="232886" y="231267"/>
                  <a:pt x="254222" y="252603"/>
                  <a:pt x="254222" y="278892"/>
                </a:cubicBezTo>
                <a:cubicBezTo>
                  <a:pt x="254222" y="305181"/>
                  <a:pt x="232791" y="326517"/>
                  <a:pt x="206597" y="326517"/>
                </a:cubicBezTo>
                <a:close/>
                <a:moveTo>
                  <a:pt x="421862" y="457200"/>
                </a:moveTo>
                <a:cubicBezTo>
                  <a:pt x="400622" y="458534"/>
                  <a:pt x="382714" y="442627"/>
                  <a:pt x="381286" y="421672"/>
                </a:cubicBezTo>
                <a:cubicBezTo>
                  <a:pt x="379857" y="400717"/>
                  <a:pt x="395859" y="382524"/>
                  <a:pt x="416814" y="381191"/>
                </a:cubicBezTo>
                <a:cubicBezTo>
                  <a:pt x="417671" y="381095"/>
                  <a:pt x="418529" y="381095"/>
                  <a:pt x="419386" y="381095"/>
                </a:cubicBezTo>
                <a:cubicBezTo>
                  <a:pt x="439293" y="381095"/>
                  <a:pt x="456057" y="396526"/>
                  <a:pt x="457390" y="416624"/>
                </a:cubicBezTo>
                <a:cubicBezTo>
                  <a:pt x="458724" y="437674"/>
                  <a:pt x="442817" y="455867"/>
                  <a:pt x="421862" y="457200"/>
                </a:cubicBezTo>
                <a:close/>
              </a:path>
            </a:pathLst>
          </a:custGeom>
          <a:solidFill>
            <a:srgbClr val="211452"/>
          </a:solidFill>
          <a:ln w="9525" cap="flat">
            <a:noFill/>
            <a:prstDash val="solid"/>
            <a:miter/>
          </a:ln>
        </p:spPr>
        <p:txBody>
          <a:bodyPr rtlCol="0" anchor="ctr"/>
          <a:lstStyle/>
          <a:p>
            <a:endParaRPr lang="en-US"/>
          </a:p>
        </p:txBody>
      </p:sp>
      <p:sp>
        <p:nvSpPr>
          <p:cNvPr id="130" name="Grafik 67">
            <a:extLst>
              <a:ext uri="{FF2B5EF4-FFF2-40B4-BE49-F238E27FC236}">
                <a16:creationId xmlns:a16="http://schemas.microsoft.com/office/drawing/2014/main" id="{EFD8763F-0C8F-4BE7-9BC6-5B167B286463}"/>
              </a:ext>
            </a:extLst>
          </p:cNvPr>
          <p:cNvSpPr/>
          <p:nvPr/>
        </p:nvSpPr>
        <p:spPr bwMode="gray">
          <a:xfrm>
            <a:off x="1345584" y="4714828"/>
            <a:ext cx="485775" cy="485775"/>
          </a:xfrm>
          <a:custGeom>
            <a:avLst/>
            <a:gdLst>
              <a:gd name="connsiteX0" fmla="*/ 404813 w 485775"/>
              <a:gd name="connsiteY0" fmla="*/ 323850 h 485775"/>
              <a:gd name="connsiteX1" fmla="*/ 340233 w 485775"/>
              <a:gd name="connsiteY1" fmla="*/ 356140 h 485775"/>
              <a:gd name="connsiteX2" fmla="*/ 158591 w 485775"/>
              <a:gd name="connsiteY2" fmla="*/ 265557 h 485775"/>
              <a:gd name="connsiteX3" fmla="*/ 161925 w 485775"/>
              <a:gd name="connsiteY3" fmla="*/ 242888 h 485775"/>
              <a:gd name="connsiteX4" fmla="*/ 158591 w 485775"/>
              <a:gd name="connsiteY4" fmla="*/ 220028 h 485775"/>
              <a:gd name="connsiteX5" fmla="*/ 340043 w 485775"/>
              <a:gd name="connsiteY5" fmla="*/ 129254 h 485775"/>
              <a:gd name="connsiteX6" fmla="*/ 404813 w 485775"/>
              <a:gd name="connsiteY6" fmla="*/ 161830 h 485775"/>
              <a:gd name="connsiteX7" fmla="*/ 485775 w 485775"/>
              <a:gd name="connsiteY7" fmla="*/ 80867 h 485775"/>
              <a:gd name="connsiteX8" fmla="*/ 404813 w 485775"/>
              <a:gd name="connsiteY8" fmla="*/ 0 h 485775"/>
              <a:gd name="connsiteX9" fmla="*/ 323850 w 485775"/>
              <a:gd name="connsiteY9" fmla="*/ 80963 h 485775"/>
              <a:gd name="connsiteX10" fmla="*/ 327184 w 485775"/>
              <a:gd name="connsiteY10" fmla="*/ 103823 h 485775"/>
              <a:gd name="connsiteX11" fmla="*/ 145733 w 485775"/>
              <a:gd name="connsiteY11" fmla="*/ 194501 h 485775"/>
              <a:gd name="connsiteX12" fmla="*/ 80963 w 485775"/>
              <a:gd name="connsiteY12" fmla="*/ 161925 h 485775"/>
              <a:gd name="connsiteX13" fmla="*/ 0 w 485775"/>
              <a:gd name="connsiteY13" fmla="*/ 242888 h 485775"/>
              <a:gd name="connsiteX14" fmla="*/ 80963 w 485775"/>
              <a:gd name="connsiteY14" fmla="*/ 323850 h 485775"/>
              <a:gd name="connsiteX15" fmla="*/ 145828 w 485775"/>
              <a:gd name="connsiteY15" fmla="*/ 291179 h 485775"/>
              <a:gd name="connsiteX16" fmla="*/ 327279 w 485775"/>
              <a:gd name="connsiteY16" fmla="*/ 381667 h 485775"/>
              <a:gd name="connsiteX17" fmla="*/ 323850 w 485775"/>
              <a:gd name="connsiteY17" fmla="*/ 404813 h 485775"/>
              <a:gd name="connsiteX18" fmla="*/ 404813 w 485775"/>
              <a:gd name="connsiteY18" fmla="*/ 485775 h 485775"/>
              <a:gd name="connsiteX19" fmla="*/ 485775 w 485775"/>
              <a:gd name="connsiteY19" fmla="*/ 404813 h 485775"/>
              <a:gd name="connsiteX20" fmla="*/ 404813 w 485775"/>
              <a:gd name="connsiteY20" fmla="*/ 323850 h 485775"/>
              <a:gd name="connsiteX21" fmla="*/ 404813 w 485775"/>
              <a:gd name="connsiteY21" fmla="*/ 28575 h 485775"/>
              <a:gd name="connsiteX22" fmla="*/ 457200 w 485775"/>
              <a:gd name="connsiteY22" fmla="*/ 80963 h 485775"/>
              <a:gd name="connsiteX23" fmla="*/ 404813 w 485775"/>
              <a:gd name="connsiteY23" fmla="*/ 133350 h 485775"/>
              <a:gd name="connsiteX24" fmla="*/ 352425 w 485775"/>
              <a:gd name="connsiteY24" fmla="*/ 80963 h 485775"/>
              <a:gd name="connsiteX25" fmla="*/ 404813 w 485775"/>
              <a:gd name="connsiteY25" fmla="*/ 28575 h 485775"/>
              <a:gd name="connsiteX26" fmla="*/ 80963 w 485775"/>
              <a:gd name="connsiteY26" fmla="*/ 295275 h 485775"/>
              <a:gd name="connsiteX27" fmla="*/ 28575 w 485775"/>
              <a:gd name="connsiteY27" fmla="*/ 242888 h 485775"/>
              <a:gd name="connsiteX28" fmla="*/ 80963 w 485775"/>
              <a:gd name="connsiteY28" fmla="*/ 190500 h 485775"/>
              <a:gd name="connsiteX29" fmla="*/ 133350 w 485775"/>
              <a:gd name="connsiteY29" fmla="*/ 242888 h 485775"/>
              <a:gd name="connsiteX30" fmla="*/ 80963 w 485775"/>
              <a:gd name="connsiteY30" fmla="*/ 295275 h 485775"/>
              <a:gd name="connsiteX31" fmla="*/ 404813 w 485775"/>
              <a:gd name="connsiteY31" fmla="*/ 457200 h 485775"/>
              <a:gd name="connsiteX32" fmla="*/ 352425 w 485775"/>
              <a:gd name="connsiteY32" fmla="*/ 404813 h 485775"/>
              <a:gd name="connsiteX33" fmla="*/ 404813 w 485775"/>
              <a:gd name="connsiteY33" fmla="*/ 352425 h 485775"/>
              <a:gd name="connsiteX34" fmla="*/ 457200 w 485775"/>
              <a:gd name="connsiteY34" fmla="*/ 404813 h 485775"/>
              <a:gd name="connsiteX35" fmla="*/ 404813 w 485775"/>
              <a:gd name="connsiteY35"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85775" h="485775">
                <a:moveTo>
                  <a:pt x="404813" y="323850"/>
                </a:moveTo>
                <a:cubicBezTo>
                  <a:pt x="378428" y="323850"/>
                  <a:pt x="355092" y="336614"/>
                  <a:pt x="340233" y="356140"/>
                </a:cubicBezTo>
                <a:lnTo>
                  <a:pt x="158591" y="265557"/>
                </a:lnTo>
                <a:cubicBezTo>
                  <a:pt x="160782" y="258413"/>
                  <a:pt x="161925" y="250793"/>
                  <a:pt x="161925" y="242888"/>
                </a:cubicBezTo>
                <a:cubicBezTo>
                  <a:pt x="161925" y="234982"/>
                  <a:pt x="160687" y="227267"/>
                  <a:pt x="158591" y="220028"/>
                </a:cubicBezTo>
                <a:lnTo>
                  <a:pt x="340043" y="129254"/>
                </a:lnTo>
                <a:cubicBezTo>
                  <a:pt x="354806" y="148971"/>
                  <a:pt x="378333" y="161830"/>
                  <a:pt x="404813" y="161830"/>
                </a:cubicBezTo>
                <a:cubicBezTo>
                  <a:pt x="449485" y="161830"/>
                  <a:pt x="485775" y="125540"/>
                  <a:pt x="485775" y="80867"/>
                </a:cubicBezTo>
                <a:cubicBezTo>
                  <a:pt x="485775" y="36195"/>
                  <a:pt x="449485" y="0"/>
                  <a:pt x="404813" y="0"/>
                </a:cubicBezTo>
                <a:cubicBezTo>
                  <a:pt x="360140" y="0"/>
                  <a:pt x="323850" y="36290"/>
                  <a:pt x="323850" y="80963"/>
                </a:cubicBezTo>
                <a:cubicBezTo>
                  <a:pt x="323850" y="88868"/>
                  <a:pt x="325088" y="96584"/>
                  <a:pt x="327184" y="103823"/>
                </a:cubicBezTo>
                <a:lnTo>
                  <a:pt x="145733" y="194501"/>
                </a:lnTo>
                <a:cubicBezTo>
                  <a:pt x="130969" y="174784"/>
                  <a:pt x="107442" y="161925"/>
                  <a:pt x="80963" y="161925"/>
                </a:cubicBezTo>
                <a:cubicBezTo>
                  <a:pt x="36290" y="161925"/>
                  <a:pt x="0" y="198215"/>
                  <a:pt x="0" y="242888"/>
                </a:cubicBezTo>
                <a:cubicBezTo>
                  <a:pt x="0" y="287560"/>
                  <a:pt x="36290" y="323850"/>
                  <a:pt x="80963" y="323850"/>
                </a:cubicBezTo>
                <a:cubicBezTo>
                  <a:pt x="107537" y="323850"/>
                  <a:pt x="131064" y="310991"/>
                  <a:pt x="145828" y="291179"/>
                </a:cubicBezTo>
                <a:lnTo>
                  <a:pt x="327279" y="381667"/>
                </a:lnTo>
                <a:cubicBezTo>
                  <a:pt x="325088" y="389001"/>
                  <a:pt x="323850" y="396716"/>
                  <a:pt x="323850" y="404813"/>
                </a:cubicBezTo>
                <a:cubicBezTo>
                  <a:pt x="323850" y="449485"/>
                  <a:pt x="360140" y="485775"/>
                  <a:pt x="404813" y="485775"/>
                </a:cubicBezTo>
                <a:cubicBezTo>
                  <a:pt x="449485" y="485775"/>
                  <a:pt x="485775" y="449485"/>
                  <a:pt x="485775" y="404813"/>
                </a:cubicBezTo>
                <a:cubicBezTo>
                  <a:pt x="485775" y="360140"/>
                  <a:pt x="449485" y="323850"/>
                  <a:pt x="404813" y="323850"/>
                </a:cubicBezTo>
                <a:close/>
                <a:moveTo>
                  <a:pt x="404813" y="28575"/>
                </a:moveTo>
                <a:cubicBezTo>
                  <a:pt x="433673" y="28575"/>
                  <a:pt x="457200" y="52102"/>
                  <a:pt x="457200" y="80963"/>
                </a:cubicBezTo>
                <a:cubicBezTo>
                  <a:pt x="457200" y="109823"/>
                  <a:pt x="433673" y="133350"/>
                  <a:pt x="404813" y="133350"/>
                </a:cubicBezTo>
                <a:cubicBezTo>
                  <a:pt x="375952" y="133350"/>
                  <a:pt x="352425" y="109823"/>
                  <a:pt x="352425" y="80963"/>
                </a:cubicBezTo>
                <a:cubicBezTo>
                  <a:pt x="352425" y="52102"/>
                  <a:pt x="375952" y="28575"/>
                  <a:pt x="404813" y="28575"/>
                </a:cubicBezTo>
                <a:close/>
                <a:moveTo>
                  <a:pt x="80963" y="295275"/>
                </a:moveTo>
                <a:cubicBezTo>
                  <a:pt x="52102" y="295275"/>
                  <a:pt x="28575" y="271748"/>
                  <a:pt x="28575" y="242888"/>
                </a:cubicBezTo>
                <a:cubicBezTo>
                  <a:pt x="28575" y="214027"/>
                  <a:pt x="52102" y="190500"/>
                  <a:pt x="80963" y="190500"/>
                </a:cubicBezTo>
                <a:cubicBezTo>
                  <a:pt x="109823" y="190500"/>
                  <a:pt x="133350" y="214027"/>
                  <a:pt x="133350" y="242888"/>
                </a:cubicBezTo>
                <a:cubicBezTo>
                  <a:pt x="133350" y="271748"/>
                  <a:pt x="109823" y="295275"/>
                  <a:pt x="80963" y="295275"/>
                </a:cubicBezTo>
                <a:close/>
                <a:moveTo>
                  <a:pt x="404813" y="457200"/>
                </a:moveTo>
                <a:cubicBezTo>
                  <a:pt x="375952" y="457200"/>
                  <a:pt x="352425" y="433673"/>
                  <a:pt x="352425" y="404813"/>
                </a:cubicBezTo>
                <a:cubicBezTo>
                  <a:pt x="352425" y="375952"/>
                  <a:pt x="375952" y="352425"/>
                  <a:pt x="404813" y="352425"/>
                </a:cubicBezTo>
                <a:cubicBezTo>
                  <a:pt x="433673" y="352425"/>
                  <a:pt x="457200" y="375952"/>
                  <a:pt x="457200" y="404813"/>
                </a:cubicBezTo>
                <a:cubicBezTo>
                  <a:pt x="457200" y="433673"/>
                  <a:pt x="433673" y="457200"/>
                  <a:pt x="404813" y="457200"/>
                </a:cubicBezTo>
                <a:close/>
              </a:path>
            </a:pathLst>
          </a:custGeom>
          <a:solidFill>
            <a:srgbClr val="211452"/>
          </a:solidFill>
          <a:ln w="9525" cap="flat">
            <a:noFill/>
            <a:prstDash val="solid"/>
            <a:miter/>
          </a:ln>
        </p:spPr>
        <p:txBody>
          <a:bodyPr rtlCol="0" anchor="ctr"/>
          <a:lstStyle/>
          <a:p>
            <a:endParaRPr lang="en-US"/>
          </a:p>
        </p:txBody>
      </p:sp>
      <p:sp>
        <p:nvSpPr>
          <p:cNvPr id="132" name="Grafik 72">
            <a:extLst>
              <a:ext uri="{FF2B5EF4-FFF2-40B4-BE49-F238E27FC236}">
                <a16:creationId xmlns:a16="http://schemas.microsoft.com/office/drawing/2014/main" id="{354ABB96-6BB6-48A0-8A8D-31602B8492A8}"/>
              </a:ext>
            </a:extLst>
          </p:cNvPr>
          <p:cNvSpPr/>
          <p:nvPr/>
        </p:nvSpPr>
        <p:spPr bwMode="gray">
          <a:xfrm>
            <a:off x="2307341" y="4722368"/>
            <a:ext cx="485071" cy="483619"/>
          </a:xfrm>
          <a:custGeom>
            <a:avLst/>
            <a:gdLst>
              <a:gd name="connsiteX0" fmla="*/ 484645 w 485071"/>
              <a:gd name="connsiteY0" fmla="*/ 439519 h 483619"/>
              <a:gd name="connsiteX1" fmla="*/ 464738 w 485071"/>
              <a:gd name="connsiteY1" fmla="*/ 353890 h 483619"/>
              <a:gd name="connsiteX2" fmla="*/ 447593 w 485071"/>
              <a:gd name="connsiteY2" fmla="*/ 343222 h 483619"/>
              <a:gd name="connsiteX3" fmla="*/ 436925 w 485071"/>
              <a:gd name="connsiteY3" fmla="*/ 360367 h 483619"/>
              <a:gd name="connsiteX4" fmla="*/ 450831 w 485071"/>
              <a:gd name="connsiteY4" fmla="*/ 420184 h 483619"/>
              <a:gd name="connsiteX5" fmla="*/ 257950 w 485071"/>
              <a:gd name="connsiteY5" fmla="*/ 256449 h 483619"/>
              <a:gd name="connsiteX6" fmla="*/ 257950 w 485071"/>
              <a:gd name="connsiteY6" fmla="*/ 45089 h 483619"/>
              <a:gd name="connsiteX7" fmla="*/ 303670 w 485071"/>
              <a:gd name="connsiteY7" fmla="*/ 93381 h 483619"/>
              <a:gd name="connsiteX8" fmla="*/ 314052 w 485071"/>
              <a:gd name="connsiteY8" fmla="*/ 97858 h 483619"/>
              <a:gd name="connsiteX9" fmla="*/ 323863 w 485071"/>
              <a:gd name="connsiteY9" fmla="*/ 93952 h 483619"/>
              <a:gd name="connsiteX10" fmla="*/ 324435 w 485071"/>
              <a:gd name="connsiteY10" fmla="*/ 73759 h 483619"/>
              <a:gd name="connsiteX11" fmla="*/ 261665 w 485071"/>
              <a:gd name="connsiteY11" fmla="*/ 7465 h 483619"/>
              <a:gd name="connsiteX12" fmla="*/ 224613 w 485071"/>
              <a:gd name="connsiteY12" fmla="*/ 8037 h 483619"/>
              <a:gd name="connsiteX13" fmla="*/ 165843 w 485071"/>
              <a:gd name="connsiteY13" fmla="*/ 73474 h 483619"/>
              <a:gd name="connsiteX14" fmla="*/ 166891 w 485071"/>
              <a:gd name="connsiteY14" fmla="*/ 93667 h 483619"/>
              <a:gd name="connsiteX15" fmla="*/ 187084 w 485071"/>
              <a:gd name="connsiteY15" fmla="*/ 92619 h 483619"/>
              <a:gd name="connsiteX16" fmla="*/ 229375 w 485071"/>
              <a:gd name="connsiteY16" fmla="*/ 45470 h 483619"/>
              <a:gd name="connsiteX17" fmla="*/ 229375 w 485071"/>
              <a:gd name="connsiteY17" fmla="*/ 256544 h 483619"/>
              <a:gd name="connsiteX18" fmla="*/ 33065 w 485071"/>
              <a:gd name="connsiteY18" fmla="*/ 421898 h 483619"/>
              <a:gd name="connsiteX19" fmla="*/ 46686 w 485071"/>
              <a:gd name="connsiteY19" fmla="*/ 355414 h 483619"/>
              <a:gd name="connsiteX20" fmla="*/ 35541 w 485071"/>
              <a:gd name="connsiteY20" fmla="*/ 338554 h 483619"/>
              <a:gd name="connsiteX21" fmla="*/ 18682 w 485071"/>
              <a:gd name="connsiteY21" fmla="*/ 349699 h 483619"/>
              <a:gd name="connsiteX22" fmla="*/ 394 w 485071"/>
              <a:gd name="connsiteY22" fmla="*/ 439043 h 483619"/>
              <a:gd name="connsiteX23" fmla="*/ 22016 w 485071"/>
              <a:gd name="connsiteY23" fmla="*/ 469142 h 483619"/>
              <a:gd name="connsiteX24" fmla="*/ 109265 w 485071"/>
              <a:gd name="connsiteY24" fmla="*/ 480191 h 483619"/>
              <a:gd name="connsiteX25" fmla="*/ 111075 w 485071"/>
              <a:gd name="connsiteY25" fmla="*/ 480286 h 483619"/>
              <a:gd name="connsiteX26" fmla="*/ 125267 w 485071"/>
              <a:gd name="connsiteY26" fmla="*/ 467809 h 483619"/>
              <a:gd name="connsiteX27" fmla="*/ 112884 w 485071"/>
              <a:gd name="connsiteY27" fmla="*/ 451807 h 483619"/>
              <a:gd name="connsiteX28" fmla="*/ 51067 w 485071"/>
              <a:gd name="connsiteY28" fmla="*/ 443996 h 483619"/>
              <a:gd name="connsiteX29" fmla="*/ 243567 w 485071"/>
              <a:gd name="connsiteY29" fmla="*/ 281690 h 483619"/>
              <a:gd name="connsiteX30" fmla="*/ 435115 w 485071"/>
              <a:gd name="connsiteY30" fmla="*/ 444282 h 483619"/>
              <a:gd name="connsiteX31" fmla="*/ 436734 w 485071"/>
              <a:gd name="connsiteY31" fmla="*/ 445234 h 483619"/>
              <a:gd name="connsiteX32" fmla="*/ 369202 w 485071"/>
              <a:gd name="connsiteY32" fmla="*/ 455236 h 483619"/>
              <a:gd name="connsiteX33" fmla="*/ 357201 w 485071"/>
              <a:gd name="connsiteY33" fmla="*/ 471428 h 483619"/>
              <a:gd name="connsiteX34" fmla="*/ 371298 w 485071"/>
              <a:gd name="connsiteY34" fmla="*/ 483620 h 483619"/>
              <a:gd name="connsiteX35" fmla="*/ 373393 w 485071"/>
              <a:gd name="connsiteY35" fmla="*/ 483430 h 483619"/>
              <a:gd name="connsiteX36" fmla="*/ 463690 w 485071"/>
              <a:gd name="connsiteY36" fmla="*/ 469999 h 483619"/>
              <a:gd name="connsiteX37" fmla="*/ 484645 w 485071"/>
              <a:gd name="connsiteY37" fmla="*/ 439519 h 483619"/>
              <a:gd name="connsiteX38" fmla="*/ 29160 w 485071"/>
              <a:gd name="connsiteY38" fmla="*/ 441234 h 483619"/>
              <a:gd name="connsiteX39" fmla="*/ 29255 w 485071"/>
              <a:gd name="connsiteY39" fmla="*/ 440662 h 483619"/>
              <a:gd name="connsiteX40" fmla="*/ 29636 w 485071"/>
              <a:gd name="connsiteY40" fmla="*/ 441234 h 483619"/>
              <a:gd name="connsiteX41" fmla="*/ 29160 w 485071"/>
              <a:gd name="connsiteY41" fmla="*/ 441234 h 483619"/>
              <a:gd name="connsiteX42" fmla="*/ 455499 w 485071"/>
              <a:gd name="connsiteY42" fmla="*/ 442567 h 483619"/>
              <a:gd name="connsiteX43" fmla="*/ 455880 w 485071"/>
              <a:gd name="connsiteY43" fmla="*/ 441996 h 483619"/>
              <a:gd name="connsiteX44" fmla="*/ 455975 w 485071"/>
              <a:gd name="connsiteY44" fmla="*/ 442472 h 483619"/>
              <a:gd name="connsiteX45" fmla="*/ 455499 w 485071"/>
              <a:gd name="connsiteY45" fmla="*/ 442567 h 483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85071" h="483619">
                <a:moveTo>
                  <a:pt x="484645" y="439519"/>
                </a:moveTo>
                <a:lnTo>
                  <a:pt x="464738" y="353890"/>
                </a:lnTo>
                <a:cubicBezTo>
                  <a:pt x="462928" y="346174"/>
                  <a:pt x="455308" y="341412"/>
                  <a:pt x="447593" y="343222"/>
                </a:cubicBezTo>
                <a:cubicBezTo>
                  <a:pt x="439878" y="345031"/>
                  <a:pt x="435115" y="352651"/>
                  <a:pt x="436925" y="360367"/>
                </a:cubicBezTo>
                <a:lnTo>
                  <a:pt x="450831" y="420184"/>
                </a:lnTo>
                <a:lnTo>
                  <a:pt x="257950" y="256449"/>
                </a:lnTo>
                <a:lnTo>
                  <a:pt x="257950" y="45089"/>
                </a:lnTo>
                <a:lnTo>
                  <a:pt x="303670" y="93381"/>
                </a:lnTo>
                <a:cubicBezTo>
                  <a:pt x="306432" y="96334"/>
                  <a:pt x="310242" y="97858"/>
                  <a:pt x="314052" y="97858"/>
                </a:cubicBezTo>
                <a:cubicBezTo>
                  <a:pt x="317577" y="97858"/>
                  <a:pt x="321101" y="96524"/>
                  <a:pt x="323863" y="93952"/>
                </a:cubicBezTo>
                <a:cubicBezTo>
                  <a:pt x="329578" y="88523"/>
                  <a:pt x="329864" y="79474"/>
                  <a:pt x="324435" y="73759"/>
                </a:cubicBezTo>
                <a:lnTo>
                  <a:pt x="261665" y="7465"/>
                </a:lnTo>
                <a:cubicBezTo>
                  <a:pt x="251854" y="-2345"/>
                  <a:pt x="235376" y="-2822"/>
                  <a:pt x="224613" y="8037"/>
                </a:cubicBezTo>
                <a:lnTo>
                  <a:pt x="165843" y="73474"/>
                </a:lnTo>
                <a:cubicBezTo>
                  <a:pt x="160605" y="79379"/>
                  <a:pt x="161081" y="88333"/>
                  <a:pt x="166891" y="93667"/>
                </a:cubicBezTo>
                <a:cubicBezTo>
                  <a:pt x="172797" y="98905"/>
                  <a:pt x="181845" y="98429"/>
                  <a:pt x="187084" y="92619"/>
                </a:cubicBezTo>
                <a:lnTo>
                  <a:pt x="229375" y="45470"/>
                </a:lnTo>
                <a:lnTo>
                  <a:pt x="229375" y="256544"/>
                </a:lnTo>
                <a:lnTo>
                  <a:pt x="33065" y="421898"/>
                </a:lnTo>
                <a:lnTo>
                  <a:pt x="46686" y="355414"/>
                </a:lnTo>
                <a:cubicBezTo>
                  <a:pt x="48305" y="347698"/>
                  <a:pt x="43257" y="340174"/>
                  <a:pt x="35541" y="338554"/>
                </a:cubicBezTo>
                <a:cubicBezTo>
                  <a:pt x="27731" y="336935"/>
                  <a:pt x="20301" y="341983"/>
                  <a:pt x="18682" y="349699"/>
                </a:cubicBezTo>
                <a:lnTo>
                  <a:pt x="394" y="439043"/>
                </a:lnTo>
                <a:cubicBezTo>
                  <a:pt x="-2082" y="453045"/>
                  <a:pt x="7347" y="466475"/>
                  <a:pt x="22016" y="469142"/>
                </a:cubicBezTo>
                <a:lnTo>
                  <a:pt x="109265" y="480191"/>
                </a:lnTo>
                <a:cubicBezTo>
                  <a:pt x="109836" y="480286"/>
                  <a:pt x="110503" y="480286"/>
                  <a:pt x="111075" y="480286"/>
                </a:cubicBezTo>
                <a:cubicBezTo>
                  <a:pt x="118123" y="480286"/>
                  <a:pt x="124314" y="475048"/>
                  <a:pt x="125267" y="467809"/>
                </a:cubicBezTo>
                <a:cubicBezTo>
                  <a:pt x="126219" y="459998"/>
                  <a:pt x="120695" y="452854"/>
                  <a:pt x="112884" y="451807"/>
                </a:cubicBezTo>
                <a:lnTo>
                  <a:pt x="51067" y="443996"/>
                </a:lnTo>
                <a:lnTo>
                  <a:pt x="243567" y="281690"/>
                </a:lnTo>
                <a:lnTo>
                  <a:pt x="435115" y="444282"/>
                </a:lnTo>
                <a:cubicBezTo>
                  <a:pt x="435591" y="444663"/>
                  <a:pt x="436163" y="444853"/>
                  <a:pt x="436734" y="445234"/>
                </a:cubicBezTo>
                <a:lnTo>
                  <a:pt x="369202" y="455236"/>
                </a:lnTo>
                <a:cubicBezTo>
                  <a:pt x="361392" y="456379"/>
                  <a:pt x="355962" y="463618"/>
                  <a:pt x="357201" y="471428"/>
                </a:cubicBezTo>
                <a:cubicBezTo>
                  <a:pt x="358248" y="478572"/>
                  <a:pt x="364344" y="483620"/>
                  <a:pt x="371298" y="483620"/>
                </a:cubicBezTo>
                <a:cubicBezTo>
                  <a:pt x="371964" y="483620"/>
                  <a:pt x="372726" y="483620"/>
                  <a:pt x="373393" y="483430"/>
                </a:cubicBezTo>
                <a:lnTo>
                  <a:pt x="463690" y="469999"/>
                </a:lnTo>
                <a:cubicBezTo>
                  <a:pt x="477882" y="467713"/>
                  <a:pt x="487217" y="454283"/>
                  <a:pt x="484645" y="439519"/>
                </a:cubicBezTo>
                <a:close/>
                <a:moveTo>
                  <a:pt x="29160" y="441234"/>
                </a:moveTo>
                <a:lnTo>
                  <a:pt x="29255" y="440662"/>
                </a:lnTo>
                <a:cubicBezTo>
                  <a:pt x="29350" y="440853"/>
                  <a:pt x="29541" y="441043"/>
                  <a:pt x="29636" y="441234"/>
                </a:cubicBezTo>
                <a:lnTo>
                  <a:pt x="29160" y="441234"/>
                </a:lnTo>
                <a:close/>
                <a:moveTo>
                  <a:pt x="455499" y="442567"/>
                </a:moveTo>
                <a:cubicBezTo>
                  <a:pt x="455689" y="442377"/>
                  <a:pt x="455784" y="442186"/>
                  <a:pt x="455880" y="441996"/>
                </a:cubicBezTo>
                <a:lnTo>
                  <a:pt x="455975" y="442472"/>
                </a:lnTo>
                <a:lnTo>
                  <a:pt x="455499" y="442567"/>
                </a:lnTo>
                <a:close/>
              </a:path>
            </a:pathLst>
          </a:custGeom>
          <a:solidFill>
            <a:srgbClr val="211452"/>
          </a:solidFill>
          <a:ln w="9525" cap="flat">
            <a:noFill/>
            <a:prstDash val="solid"/>
            <a:miter/>
          </a:ln>
        </p:spPr>
        <p:txBody>
          <a:bodyPr rtlCol="0" anchor="ctr"/>
          <a:lstStyle/>
          <a:p>
            <a:endParaRPr lang="en-US"/>
          </a:p>
        </p:txBody>
      </p:sp>
      <p:sp>
        <p:nvSpPr>
          <p:cNvPr id="134" name="Grafik 25">
            <a:extLst>
              <a:ext uri="{FF2B5EF4-FFF2-40B4-BE49-F238E27FC236}">
                <a16:creationId xmlns:a16="http://schemas.microsoft.com/office/drawing/2014/main" id="{61BCBBAC-1CB7-41D5-BE86-F802CFC83FB0}"/>
              </a:ext>
            </a:extLst>
          </p:cNvPr>
          <p:cNvSpPr/>
          <p:nvPr/>
        </p:nvSpPr>
        <p:spPr bwMode="gray">
          <a:xfrm>
            <a:off x="3317678" y="4773097"/>
            <a:ext cx="351901" cy="351877"/>
          </a:xfrm>
          <a:custGeom>
            <a:avLst/>
            <a:gdLst>
              <a:gd name="connsiteX0" fmla="*/ 347686 w 351901"/>
              <a:gd name="connsiteY0" fmla="*/ 347686 h 351877"/>
              <a:gd name="connsiteX1" fmla="*/ 337590 w 351901"/>
              <a:gd name="connsiteY1" fmla="*/ 351877 h 351877"/>
              <a:gd name="connsiteX2" fmla="*/ 327493 w 351901"/>
              <a:gd name="connsiteY2" fmla="*/ 347686 h 351877"/>
              <a:gd name="connsiteX3" fmla="*/ 175951 w 351901"/>
              <a:gd name="connsiteY3" fmla="*/ 196144 h 351877"/>
              <a:gd name="connsiteX4" fmla="*/ 24408 w 351901"/>
              <a:gd name="connsiteY4" fmla="*/ 347686 h 351877"/>
              <a:gd name="connsiteX5" fmla="*/ 14311 w 351901"/>
              <a:gd name="connsiteY5" fmla="*/ 351877 h 351877"/>
              <a:gd name="connsiteX6" fmla="*/ 4215 w 351901"/>
              <a:gd name="connsiteY6" fmla="*/ 347686 h 351877"/>
              <a:gd name="connsiteX7" fmla="*/ 4215 w 351901"/>
              <a:gd name="connsiteY7" fmla="*/ 327493 h 351877"/>
              <a:gd name="connsiteX8" fmla="*/ 155758 w 351901"/>
              <a:gd name="connsiteY8" fmla="*/ 175951 h 351877"/>
              <a:gd name="connsiteX9" fmla="*/ 4215 w 351901"/>
              <a:gd name="connsiteY9" fmla="*/ 24408 h 351877"/>
              <a:gd name="connsiteX10" fmla="*/ 4215 w 351901"/>
              <a:gd name="connsiteY10" fmla="*/ 4215 h 351877"/>
              <a:gd name="connsiteX11" fmla="*/ 24408 w 351901"/>
              <a:gd name="connsiteY11" fmla="*/ 4215 h 351877"/>
              <a:gd name="connsiteX12" fmla="*/ 175951 w 351901"/>
              <a:gd name="connsiteY12" fmla="*/ 155758 h 351877"/>
              <a:gd name="connsiteX13" fmla="*/ 327493 w 351901"/>
              <a:gd name="connsiteY13" fmla="*/ 4215 h 351877"/>
              <a:gd name="connsiteX14" fmla="*/ 347686 w 351901"/>
              <a:gd name="connsiteY14" fmla="*/ 4215 h 351877"/>
              <a:gd name="connsiteX15" fmla="*/ 347686 w 351901"/>
              <a:gd name="connsiteY15" fmla="*/ 24408 h 351877"/>
              <a:gd name="connsiteX16" fmla="*/ 196144 w 351901"/>
              <a:gd name="connsiteY16" fmla="*/ 175951 h 351877"/>
              <a:gd name="connsiteX17" fmla="*/ 347686 w 351901"/>
              <a:gd name="connsiteY17" fmla="*/ 327493 h 351877"/>
              <a:gd name="connsiteX18" fmla="*/ 347686 w 351901"/>
              <a:gd name="connsiteY18" fmla="*/ 347686 h 35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1901" h="351877">
                <a:moveTo>
                  <a:pt x="347686" y="347686"/>
                </a:moveTo>
                <a:cubicBezTo>
                  <a:pt x="344924" y="350449"/>
                  <a:pt x="341209" y="351877"/>
                  <a:pt x="337590" y="351877"/>
                </a:cubicBezTo>
                <a:cubicBezTo>
                  <a:pt x="333970" y="351877"/>
                  <a:pt x="330256" y="350449"/>
                  <a:pt x="327493" y="347686"/>
                </a:cubicBezTo>
                <a:lnTo>
                  <a:pt x="175951" y="196144"/>
                </a:lnTo>
                <a:lnTo>
                  <a:pt x="24408" y="347686"/>
                </a:lnTo>
                <a:cubicBezTo>
                  <a:pt x="21646" y="350449"/>
                  <a:pt x="17931" y="351877"/>
                  <a:pt x="14311" y="351877"/>
                </a:cubicBezTo>
                <a:cubicBezTo>
                  <a:pt x="10692" y="351877"/>
                  <a:pt x="6977" y="350449"/>
                  <a:pt x="4215" y="347686"/>
                </a:cubicBezTo>
                <a:cubicBezTo>
                  <a:pt x="-1405" y="342067"/>
                  <a:pt x="-1405" y="333018"/>
                  <a:pt x="4215" y="327493"/>
                </a:cubicBezTo>
                <a:lnTo>
                  <a:pt x="155758" y="175951"/>
                </a:lnTo>
                <a:lnTo>
                  <a:pt x="4215" y="24408"/>
                </a:lnTo>
                <a:cubicBezTo>
                  <a:pt x="-1405" y="18788"/>
                  <a:pt x="-1405" y="9739"/>
                  <a:pt x="4215" y="4215"/>
                </a:cubicBezTo>
                <a:cubicBezTo>
                  <a:pt x="9835" y="-1310"/>
                  <a:pt x="18883" y="-1405"/>
                  <a:pt x="24408" y="4215"/>
                </a:cubicBezTo>
                <a:lnTo>
                  <a:pt x="175951" y="155758"/>
                </a:lnTo>
                <a:lnTo>
                  <a:pt x="327493" y="4215"/>
                </a:lnTo>
                <a:cubicBezTo>
                  <a:pt x="333113" y="-1405"/>
                  <a:pt x="342162" y="-1405"/>
                  <a:pt x="347686" y="4215"/>
                </a:cubicBezTo>
                <a:cubicBezTo>
                  <a:pt x="353211" y="9835"/>
                  <a:pt x="353306" y="18883"/>
                  <a:pt x="347686" y="24408"/>
                </a:cubicBezTo>
                <a:lnTo>
                  <a:pt x="196144" y="175951"/>
                </a:lnTo>
                <a:lnTo>
                  <a:pt x="347686" y="327493"/>
                </a:lnTo>
                <a:cubicBezTo>
                  <a:pt x="353306" y="333113"/>
                  <a:pt x="353306" y="342162"/>
                  <a:pt x="347686" y="347686"/>
                </a:cubicBezTo>
                <a:close/>
              </a:path>
            </a:pathLst>
          </a:custGeom>
          <a:solidFill>
            <a:srgbClr val="211452"/>
          </a:solidFill>
          <a:ln w="9525" cap="flat">
            <a:noFill/>
            <a:prstDash val="solid"/>
            <a:miter/>
          </a:ln>
        </p:spPr>
        <p:txBody>
          <a:bodyPr rtlCol="0" anchor="ctr"/>
          <a:lstStyle/>
          <a:p>
            <a:endParaRPr lang="en-US"/>
          </a:p>
        </p:txBody>
      </p:sp>
      <p:sp>
        <p:nvSpPr>
          <p:cNvPr id="135" name="Grafik 42">
            <a:extLst>
              <a:ext uri="{FF2B5EF4-FFF2-40B4-BE49-F238E27FC236}">
                <a16:creationId xmlns:a16="http://schemas.microsoft.com/office/drawing/2014/main" id="{3226758F-558D-470E-8617-8D7D6CE3880B}"/>
              </a:ext>
            </a:extLst>
          </p:cNvPr>
          <p:cNvSpPr/>
          <p:nvPr/>
        </p:nvSpPr>
        <p:spPr bwMode="gray">
          <a:xfrm>
            <a:off x="4125456" y="4741831"/>
            <a:ext cx="485544" cy="431768"/>
          </a:xfrm>
          <a:custGeom>
            <a:avLst/>
            <a:gdLst>
              <a:gd name="connsiteX0" fmla="*/ 310896 w 485544"/>
              <a:gd name="connsiteY0" fmla="*/ 410909 h 431768"/>
              <a:gd name="connsiteX1" fmla="*/ 310419 w 485544"/>
              <a:gd name="connsiteY1" fmla="*/ 424910 h 431768"/>
              <a:gd name="connsiteX2" fmla="*/ 298227 w 485544"/>
              <a:gd name="connsiteY2" fmla="*/ 431768 h 431768"/>
              <a:gd name="connsiteX3" fmla="*/ 298227 w 485544"/>
              <a:gd name="connsiteY3" fmla="*/ 431768 h 431768"/>
              <a:gd name="connsiteX4" fmla="*/ 182880 w 485544"/>
              <a:gd name="connsiteY4" fmla="*/ 431483 h 431768"/>
              <a:gd name="connsiteX5" fmla="*/ 170592 w 485544"/>
              <a:gd name="connsiteY5" fmla="*/ 424434 h 431768"/>
              <a:gd name="connsiteX6" fmla="*/ 170307 w 485544"/>
              <a:gd name="connsiteY6" fmla="*/ 410337 h 431768"/>
              <a:gd name="connsiteX7" fmla="*/ 229362 w 485544"/>
              <a:gd name="connsiteY7" fmla="*/ 301943 h 431768"/>
              <a:gd name="connsiteX8" fmla="*/ 241935 w 485544"/>
              <a:gd name="connsiteY8" fmla="*/ 294513 h 431768"/>
              <a:gd name="connsiteX9" fmla="*/ 242125 w 485544"/>
              <a:gd name="connsiteY9" fmla="*/ 294513 h 431768"/>
              <a:gd name="connsiteX10" fmla="*/ 254698 w 485544"/>
              <a:gd name="connsiteY10" fmla="*/ 302228 h 431768"/>
              <a:gd name="connsiteX11" fmla="*/ 310896 w 485544"/>
              <a:gd name="connsiteY11" fmla="*/ 410909 h 431768"/>
              <a:gd name="connsiteX12" fmla="*/ 484632 w 485544"/>
              <a:gd name="connsiteY12" fmla="*/ 159830 h 431768"/>
              <a:gd name="connsiteX13" fmla="*/ 466248 w 485544"/>
              <a:gd name="connsiteY13" fmla="*/ 151543 h 431768"/>
              <a:gd name="connsiteX14" fmla="*/ 9239 w 485544"/>
              <a:gd name="connsiteY14" fmla="*/ 324041 h 431768"/>
              <a:gd name="connsiteX15" fmla="*/ 952 w 485544"/>
              <a:gd name="connsiteY15" fmla="*/ 342424 h 431768"/>
              <a:gd name="connsiteX16" fmla="*/ 14287 w 485544"/>
              <a:gd name="connsiteY16" fmla="*/ 351663 h 431768"/>
              <a:gd name="connsiteX17" fmla="*/ 19335 w 485544"/>
              <a:gd name="connsiteY17" fmla="*/ 350711 h 431768"/>
              <a:gd name="connsiteX18" fmla="*/ 476345 w 485544"/>
              <a:gd name="connsiteY18" fmla="*/ 178118 h 431768"/>
              <a:gd name="connsiteX19" fmla="*/ 484632 w 485544"/>
              <a:gd name="connsiteY19" fmla="*/ 159830 h 431768"/>
              <a:gd name="connsiteX20" fmla="*/ 14668 w 485544"/>
              <a:gd name="connsiteY20" fmla="*/ 213551 h 431768"/>
              <a:gd name="connsiteX21" fmla="*/ 71818 w 485544"/>
              <a:gd name="connsiteY21" fmla="*/ 156401 h 431768"/>
              <a:gd name="connsiteX22" fmla="*/ 128968 w 485544"/>
              <a:gd name="connsiteY22" fmla="*/ 213551 h 431768"/>
              <a:gd name="connsiteX23" fmla="*/ 71818 w 485544"/>
              <a:gd name="connsiteY23" fmla="*/ 270701 h 431768"/>
              <a:gd name="connsiteX24" fmla="*/ 14668 w 485544"/>
              <a:gd name="connsiteY24" fmla="*/ 213551 h 431768"/>
              <a:gd name="connsiteX25" fmla="*/ 43243 w 485544"/>
              <a:gd name="connsiteY25" fmla="*/ 213551 h 431768"/>
              <a:gd name="connsiteX26" fmla="*/ 71818 w 485544"/>
              <a:gd name="connsiteY26" fmla="*/ 242126 h 431768"/>
              <a:gd name="connsiteX27" fmla="*/ 100393 w 485544"/>
              <a:gd name="connsiteY27" fmla="*/ 213551 h 431768"/>
              <a:gd name="connsiteX28" fmla="*/ 71818 w 485544"/>
              <a:gd name="connsiteY28" fmla="*/ 184976 h 431768"/>
              <a:gd name="connsiteX29" fmla="*/ 43243 w 485544"/>
              <a:gd name="connsiteY29" fmla="*/ 213551 h 431768"/>
              <a:gd name="connsiteX30" fmla="*/ 280320 w 485544"/>
              <a:gd name="connsiteY30" fmla="*/ 80963 h 431768"/>
              <a:gd name="connsiteX31" fmla="*/ 361283 w 485544"/>
              <a:gd name="connsiteY31" fmla="*/ 0 h 431768"/>
              <a:gd name="connsiteX32" fmla="*/ 442245 w 485544"/>
              <a:gd name="connsiteY32" fmla="*/ 80963 h 431768"/>
              <a:gd name="connsiteX33" fmla="*/ 361283 w 485544"/>
              <a:gd name="connsiteY33" fmla="*/ 161925 h 431768"/>
              <a:gd name="connsiteX34" fmla="*/ 280320 w 485544"/>
              <a:gd name="connsiteY34" fmla="*/ 80963 h 431768"/>
              <a:gd name="connsiteX35" fmla="*/ 308895 w 485544"/>
              <a:gd name="connsiteY35" fmla="*/ 80963 h 431768"/>
              <a:gd name="connsiteX36" fmla="*/ 361283 w 485544"/>
              <a:gd name="connsiteY36" fmla="*/ 133350 h 431768"/>
              <a:gd name="connsiteX37" fmla="*/ 413670 w 485544"/>
              <a:gd name="connsiteY37" fmla="*/ 80963 h 431768"/>
              <a:gd name="connsiteX38" fmla="*/ 361283 w 485544"/>
              <a:gd name="connsiteY38" fmla="*/ 28575 h 431768"/>
              <a:gd name="connsiteX39" fmla="*/ 308895 w 485544"/>
              <a:gd name="connsiteY39" fmla="*/ 80963 h 43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85544" h="431768">
                <a:moveTo>
                  <a:pt x="310896" y="410909"/>
                </a:moveTo>
                <a:cubicBezTo>
                  <a:pt x="313182" y="415290"/>
                  <a:pt x="312991" y="420624"/>
                  <a:pt x="310419" y="424910"/>
                </a:cubicBezTo>
                <a:cubicBezTo>
                  <a:pt x="307848" y="429197"/>
                  <a:pt x="303180" y="431768"/>
                  <a:pt x="298227" y="431768"/>
                </a:cubicBezTo>
                <a:cubicBezTo>
                  <a:pt x="298227" y="431768"/>
                  <a:pt x="298227" y="431768"/>
                  <a:pt x="298227" y="431768"/>
                </a:cubicBezTo>
                <a:lnTo>
                  <a:pt x="182880" y="431483"/>
                </a:lnTo>
                <a:cubicBezTo>
                  <a:pt x="177831" y="431483"/>
                  <a:pt x="173164" y="428816"/>
                  <a:pt x="170592" y="424434"/>
                </a:cubicBezTo>
                <a:cubicBezTo>
                  <a:pt x="168021" y="420148"/>
                  <a:pt x="167925" y="414719"/>
                  <a:pt x="170307" y="410337"/>
                </a:cubicBezTo>
                <a:lnTo>
                  <a:pt x="229362" y="301943"/>
                </a:lnTo>
                <a:cubicBezTo>
                  <a:pt x="231838" y="297371"/>
                  <a:pt x="236696" y="294513"/>
                  <a:pt x="241935" y="294513"/>
                </a:cubicBezTo>
                <a:cubicBezTo>
                  <a:pt x="241935" y="294513"/>
                  <a:pt x="242030" y="294513"/>
                  <a:pt x="242125" y="294513"/>
                </a:cubicBezTo>
                <a:cubicBezTo>
                  <a:pt x="247364" y="294608"/>
                  <a:pt x="252222" y="297561"/>
                  <a:pt x="254698" y="302228"/>
                </a:cubicBezTo>
                <a:lnTo>
                  <a:pt x="310896" y="410909"/>
                </a:lnTo>
                <a:close/>
                <a:moveTo>
                  <a:pt x="484632" y="159830"/>
                </a:moveTo>
                <a:cubicBezTo>
                  <a:pt x="481869" y="152400"/>
                  <a:pt x="473583" y="148781"/>
                  <a:pt x="466248" y="151543"/>
                </a:cubicBezTo>
                <a:lnTo>
                  <a:pt x="9239" y="324041"/>
                </a:lnTo>
                <a:cubicBezTo>
                  <a:pt x="1905" y="326803"/>
                  <a:pt x="-1905" y="335090"/>
                  <a:pt x="952" y="342424"/>
                </a:cubicBezTo>
                <a:cubicBezTo>
                  <a:pt x="3143" y="348139"/>
                  <a:pt x="8572" y="351663"/>
                  <a:pt x="14287" y="351663"/>
                </a:cubicBezTo>
                <a:cubicBezTo>
                  <a:pt x="16002" y="351663"/>
                  <a:pt x="17621" y="351377"/>
                  <a:pt x="19335" y="350711"/>
                </a:cubicBezTo>
                <a:lnTo>
                  <a:pt x="476345" y="178118"/>
                </a:lnTo>
                <a:cubicBezTo>
                  <a:pt x="483679" y="175451"/>
                  <a:pt x="487394" y="167164"/>
                  <a:pt x="484632" y="159830"/>
                </a:cubicBezTo>
                <a:close/>
                <a:moveTo>
                  <a:pt x="14668" y="213551"/>
                </a:moveTo>
                <a:cubicBezTo>
                  <a:pt x="14668" y="182023"/>
                  <a:pt x="40290" y="156401"/>
                  <a:pt x="71818" y="156401"/>
                </a:cubicBezTo>
                <a:cubicBezTo>
                  <a:pt x="103346" y="156401"/>
                  <a:pt x="128968" y="182023"/>
                  <a:pt x="128968" y="213551"/>
                </a:cubicBezTo>
                <a:cubicBezTo>
                  <a:pt x="128968" y="245078"/>
                  <a:pt x="103346" y="270701"/>
                  <a:pt x="71818" y="270701"/>
                </a:cubicBezTo>
                <a:cubicBezTo>
                  <a:pt x="40290" y="270701"/>
                  <a:pt x="14668" y="245078"/>
                  <a:pt x="14668" y="213551"/>
                </a:cubicBezTo>
                <a:close/>
                <a:moveTo>
                  <a:pt x="43243" y="213551"/>
                </a:moveTo>
                <a:cubicBezTo>
                  <a:pt x="43243" y="229267"/>
                  <a:pt x="56102" y="242126"/>
                  <a:pt x="71818" y="242126"/>
                </a:cubicBezTo>
                <a:cubicBezTo>
                  <a:pt x="87534" y="242126"/>
                  <a:pt x="100393" y="229267"/>
                  <a:pt x="100393" y="213551"/>
                </a:cubicBezTo>
                <a:cubicBezTo>
                  <a:pt x="100393" y="197834"/>
                  <a:pt x="87534" y="184976"/>
                  <a:pt x="71818" y="184976"/>
                </a:cubicBezTo>
                <a:cubicBezTo>
                  <a:pt x="56102" y="184976"/>
                  <a:pt x="43243" y="197739"/>
                  <a:pt x="43243" y="213551"/>
                </a:cubicBezTo>
                <a:close/>
                <a:moveTo>
                  <a:pt x="280320" y="80963"/>
                </a:moveTo>
                <a:cubicBezTo>
                  <a:pt x="280320" y="36290"/>
                  <a:pt x="316611" y="0"/>
                  <a:pt x="361283" y="0"/>
                </a:cubicBezTo>
                <a:cubicBezTo>
                  <a:pt x="405955" y="0"/>
                  <a:pt x="442245" y="36290"/>
                  <a:pt x="442245" y="80963"/>
                </a:cubicBezTo>
                <a:cubicBezTo>
                  <a:pt x="442245" y="125635"/>
                  <a:pt x="405955" y="161925"/>
                  <a:pt x="361283" y="161925"/>
                </a:cubicBezTo>
                <a:cubicBezTo>
                  <a:pt x="316611" y="161925"/>
                  <a:pt x="280320" y="125635"/>
                  <a:pt x="280320" y="80963"/>
                </a:cubicBezTo>
                <a:close/>
                <a:moveTo>
                  <a:pt x="308895" y="80963"/>
                </a:moveTo>
                <a:cubicBezTo>
                  <a:pt x="308895" y="109823"/>
                  <a:pt x="332422" y="133350"/>
                  <a:pt x="361283" y="133350"/>
                </a:cubicBezTo>
                <a:cubicBezTo>
                  <a:pt x="390144" y="133350"/>
                  <a:pt x="413670" y="109823"/>
                  <a:pt x="413670" y="80963"/>
                </a:cubicBezTo>
                <a:cubicBezTo>
                  <a:pt x="413670" y="52102"/>
                  <a:pt x="390239" y="28575"/>
                  <a:pt x="361283" y="28575"/>
                </a:cubicBezTo>
                <a:cubicBezTo>
                  <a:pt x="332327" y="28575"/>
                  <a:pt x="308895" y="52102"/>
                  <a:pt x="308895" y="80963"/>
                </a:cubicBezTo>
                <a:close/>
              </a:path>
            </a:pathLst>
          </a:custGeom>
          <a:solidFill>
            <a:srgbClr val="211452"/>
          </a:solidFill>
          <a:ln w="9525" cap="flat">
            <a:noFill/>
            <a:prstDash val="solid"/>
            <a:miter/>
          </a:ln>
        </p:spPr>
        <p:txBody>
          <a:bodyPr rtlCol="0" anchor="ctr"/>
          <a:lstStyle/>
          <a:p>
            <a:endParaRPr lang="en-US"/>
          </a:p>
        </p:txBody>
      </p:sp>
      <p:sp>
        <p:nvSpPr>
          <p:cNvPr id="136" name="Grafik 79">
            <a:extLst>
              <a:ext uri="{FF2B5EF4-FFF2-40B4-BE49-F238E27FC236}">
                <a16:creationId xmlns:a16="http://schemas.microsoft.com/office/drawing/2014/main" id="{BADB3611-C020-49A7-AD85-14FD534D0CB7}"/>
              </a:ext>
            </a:extLst>
          </p:cNvPr>
          <p:cNvSpPr/>
          <p:nvPr/>
        </p:nvSpPr>
        <p:spPr bwMode="gray">
          <a:xfrm>
            <a:off x="5044784" y="4949035"/>
            <a:ext cx="285750" cy="57150"/>
          </a:xfrm>
          <a:custGeom>
            <a:avLst/>
            <a:gdLst>
              <a:gd name="connsiteX0" fmla="*/ 57150 w 285750"/>
              <a:gd name="connsiteY0" fmla="*/ 28575 h 57150"/>
              <a:gd name="connsiteX1" fmla="*/ 28575 w 285750"/>
              <a:gd name="connsiteY1" fmla="*/ 57150 h 57150"/>
              <a:gd name="connsiteX2" fmla="*/ 0 w 285750"/>
              <a:gd name="connsiteY2" fmla="*/ 28575 h 57150"/>
              <a:gd name="connsiteX3" fmla="*/ 28575 w 285750"/>
              <a:gd name="connsiteY3" fmla="*/ 0 h 57150"/>
              <a:gd name="connsiteX4" fmla="*/ 57150 w 285750"/>
              <a:gd name="connsiteY4" fmla="*/ 28575 h 57150"/>
              <a:gd name="connsiteX5" fmla="*/ 142780 w 285750"/>
              <a:gd name="connsiteY5" fmla="*/ 0 h 57150"/>
              <a:gd name="connsiteX6" fmla="*/ 114205 w 285750"/>
              <a:gd name="connsiteY6" fmla="*/ 28575 h 57150"/>
              <a:gd name="connsiteX7" fmla="*/ 142780 w 285750"/>
              <a:gd name="connsiteY7" fmla="*/ 57150 h 57150"/>
              <a:gd name="connsiteX8" fmla="*/ 171355 w 285750"/>
              <a:gd name="connsiteY8" fmla="*/ 28575 h 57150"/>
              <a:gd name="connsiteX9" fmla="*/ 142780 w 285750"/>
              <a:gd name="connsiteY9" fmla="*/ 0 h 57150"/>
              <a:gd name="connsiteX10" fmla="*/ 257175 w 285750"/>
              <a:gd name="connsiteY10" fmla="*/ 0 h 57150"/>
              <a:gd name="connsiteX11" fmla="*/ 228600 w 285750"/>
              <a:gd name="connsiteY11" fmla="*/ 28575 h 57150"/>
              <a:gd name="connsiteX12" fmla="*/ 257175 w 285750"/>
              <a:gd name="connsiteY12" fmla="*/ 57150 h 57150"/>
              <a:gd name="connsiteX13" fmla="*/ 285750 w 285750"/>
              <a:gd name="connsiteY13" fmla="*/ 28575 h 57150"/>
              <a:gd name="connsiteX14" fmla="*/ 257175 w 285750"/>
              <a:gd name="connsiteY14"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0" h="57150">
                <a:moveTo>
                  <a:pt x="57150" y="28575"/>
                </a:moveTo>
                <a:cubicBezTo>
                  <a:pt x="57150" y="44387"/>
                  <a:pt x="44387" y="57150"/>
                  <a:pt x="28575" y="57150"/>
                </a:cubicBezTo>
                <a:cubicBezTo>
                  <a:pt x="12764" y="57150"/>
                  <a:pt x="0" y="44387"/>
                  <a:pt x="0" y="28575"/>
                </a:cubicBezTo>
                <a:cubicBezTo>
                  <a:pt x="0" y="12764"/>
                  <a:pt x="12764" y="0"/>
                  <a:pt x="28575" y="0"/>
                </a:cubicBezTo>
                <a:cubicBezTo>
                  <a:pt x="44387" y="0"/>
                  <a:pt x="57150" y="12764"/>
                  <a:pt x="57150" y="28575"/>
                </a:cubicBezTo>
                <a:close/>
                <a:moveTo>
                  <a:pt x="142780" y="0"/>
                </a:moveTo>
                <a:cubicBezTo>
                  <a:pt x="126968" y="0"/>
                  <a:pt x="114205" y="12764"/>
                  <a:pt x="114205" y="28575"/>
                </a:cubicBezTo>
                <a:cubicBezTo>
                  <a:pt x="114205" y="44387"/>
                  <a:pt x="126968" y="57150"/>
                  <a:pt x="142780" y="57150"/>
                </a:cubicBezTo>
                <a:cubicBezTo>
                  <a:pt x="158591" y="57150"/>
                  <a:pt x="171355" y="44387"/>
                  <a:pt x="171355" y="28575"/>
                </a:cubicBezTo>
                <a:cubicBezTo>
                  <a:pt x="171355" y="12764"/>
                  <a:pt x="158591" y="0"/>
                  <a:pt x="142780" y="0"/>
                </a:cubicBezTo>
                <a:close/>
                <a:moveTo>
                  <a:pt x="257175" y="0"/>
                </a:moveTo>
                <a:cubicBezTo>
                  <a:pt x="241364" y="0"/>
                  <a:pt x="228600" y="12764"/>
                  <a:pt x="228600" y="28575"/>
                </a:cubicBezTo>
                <a:cubicBezTo>
                  <a:pt x="228600" y="44387"/>
                  <a:pt x="241364" y="57150"/>
                  <a:pt x="257175" y="57150"/>
                </a:cubicBezTo>
                <a:cubicBezTo>
                  <a:pt x="272987" y="57150"/>
                  <a:pt x="285750" y="44387"/>
                  <a:pt x="285750" y="28575"/>
                </a:cubicBezTo>
                <a:cubicBezTo>
                  <a:pt x="285750" y="12764"/>
                  <a:pt x="272987" y="0"/>
                  <a:pt x="257175" y="0"/>
                </a:cubicBezTo>
                <a:close/>
              </a:path>
            </a:pathLst>
          </a:custGeom>
          <a:solidFill>
            <a:srgbClr val="211452"/>
          </a:solidFill>
          <a:ln w="9525" cap="flat">
            <a:noFill/>
            <a:prstDash val="solid"/>
            <a:miter/>
          </a:ln>
        </p:spPr>
        <p:txBody>
          <a:bodyPr rtlCol="0" anchor="ctr"/>
          <a:lstStyle/>
          <a:p>
            <a:endParaRPr lang="en-US"/>
          </a:p>
        </p:txBody>
      </p:sp>
      <p:sp>
        <p:nvSpPr>
          <p:cNvPr id="137" name="Grafik 41">
            <a:extLst>
              <a:ext uri="{FF2B5EF4-FFF2-40B4-BE49-F238E27FC236}">
                <a16:creationId xmlns:a16="http://schemas.microsoft.com/office/drawing/2014/main" id="{140716CE-BC31-4318-B6CB-E11EEDAE7DD0}"/>
              </a:ext>
            </a:extLst>
          </p:cNvPr>
          <p:cNvSpPr/>
          <p:nvPr/>
        </p:nvSpPr>
        <p:spPr bwMode="gray">
          <a:xfrm>
            <a:off x="5801777" y="4957715"/>
            <a:ext cx="485775" cy="28575"/>
          </a:xfrm>
          <a:custGeom>
            <a:avLst/>
            <a:gdLst>
              <a:gd name="connsiteX0" fmla="*/ 485775 w 485775"/>
              <a:gd name="connsiteY0" fmla="*/ 14288 h 28575"/>
              <a:gd name="connsiteX1" fmla="*/ 471488 w 485775"/>
              <a:gd name="connsiteY1" fmla="*/ 28575 h 28575"/>
              <a:gd name="connsiteX2" fmla="*/ 14288 w 485775"/>
              <a:gd name="connsiteY2" fmla="*/ 28575 h 28575"/>
              <a:gd name="connsiteX3" fmla="*/ 0 w 485775"/>
              <a:gd name="connsiteY3" fmla="*/ 14288 h 28575"/>
              <a:gd name="connsiteX4" fmla="*/ 14288 w 485775"/>
              <a:gd name="connsiteY4" fmla="*/ 0 h 28575"/>
              <a:gd name="connsiteX5" fmla="*/ 471488 w 485775"/>
              <a:gd name="connsiteY5" fmla="*/ 0 h 28575"/>
              <a:gd name="connsiteX6" fmla="*/ 485775 w 485775"/>
              <a:gd name="connsiteY6" fmla="*/ 1428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5775" h="28575">
                <a:moveTo>
                  <a:pt x="485775" y="14288"/>
                </a:moveTo>
                <a:cubicBezTo>
                  <a:pt x="485775" y="22193"/>
                  <a:pt x="479298" y="28575"/>
                  <a:pt x="471488" y="28575"/>
                </a:cubicBezTo>
                <a:lnTo>
                  <a:pt x="14288" y="28575"/>
                </a:lnTo>
                <a:cubicBezTo>
                  <a:pt x="6382" y="28575"/>
                  <a:pt x="0" y="22193"/>
                  <a:pt x="0" y="14288"/>
                </a:cubicBezTo>
                <a:cubicBezTo>
                  <a:pt x="0" y="6382"/>
                  <a:pt x="6382" y="0"/>
                  <a:pt x="14288" y="0"/>
                </a:cubicBezTo>
                <a:lnTo>
                  <a:pt x="471488" y="0"/>
                </a:lnTo>
                <a:cubicBezTo>
                  <a:pt x="479298" y="0"/>
                  <a:pt x="485775" y="6382"/>
                  <a:pt x="485775" y="14288"/>
                </a:cubicBezTo>
                <a:close/>
              </a:path>
            </a:pathLst>
          </a:custGeom>
          <a:solidFill>
            <a:srgbClr val="211452"/>
          </a:solidFill>
          <a:ln w="9525" cap="flat">
            <a:noFill/>
            <a:prstDash val="solid"/>
            <a:miter/>
          </a:ln>
        </p:spPr>
        <p:txBody>
          <a:bodyPr rtlCol="0" anchor="ctr"/>
          <a:lstStyle/>
          <a:p>
            <a:endParaRPr lang="en-US"/>
          </a:p>
        </p:txBody>
      </p:sp>
      <p:sp>
        <p:nvSpPr>
          <p:cNvPr id="138" name="Grafik 53">
            <a:extLst>
              <a:ext uri="{FF2B5EF4-FFF2-40B4-BE49-F238E27FC236}">
                <a16:creationId xmlns:a16="http://schemas.microsoft.com/office/drawing/2014/main" id="{34D23BBE-3DEE-487B-A25F-34BABCC2CE0B}"/>
              </a:ext>
            </a:extLst>
          </p:cNvPr>
          <p:cNvSpPr/>
          <p:nvPr/>
        </p:nvSpPr>
        <p:spPr bwMode="gray">
          <a:xfrm>
            <a:off x="6724283" y="4891019"/>
            <a:ext cx="257270" cy="142970"/>
          </a:xfrm>
          <a:custGeom>
            <a:avLst/>
            <a:gdLst>
              <a:gd name="connsiteX0" fmla="*/ 0 w 257270"/>
              <a:gd name="connsiteY0" fmla="*/ 14288 h 142970"/>
              <a:gd name="connsiteX1" fmla="*/ 14288 w 257270"/>
              <a:gd name="connsiteY1" fmla="*/ 0 h 142970"/>
              <a:gd name="connsiteX2" fmla="*/ 242888 w 257270"/>
              <a:gd name="connsiteY2" fmla="*/ 0 h 142970"/>
              <a:gd name="connsiteX3" fmla="*/ 257175 w 257270"/>
              <a:gd name="connsiteY3" fmla="*/ 14288 h 142970"/>
              <a:gd name="connsiteX4" fmla="*/ 242888 w 257270"/>
              <a:gd name="connsiteY4" fmla="*/ 28575 h 142970"/>
              <a:gd name="connsiteX5" fmla="*/ 14288 w 257270"/>
              <a:gd name="connsiteY5" fmla="*/ 28575 h 142970"/>
              <a:gd name="connsiteX6" fmla="*/ 0 w 257270"/>
              <a:gd name="connsiteY6" fmla="*/ 14288 h 142970"/>
              <a:gd name="connsiteX7" fmla="*/ 14288 w 257270"/>
              <a:gd name="connsiteY7" fmla="*/ 85916 h 142970"/>
              <a:gd name="connsiteX8" fmla="*/ 242888 w 257270"/>
              <a:gd name="connsiteY8" fmla="*/ 85916 h 142970"/>
              <a:gd name="connsiteX9" fmla="*/ 257175 w 257270"/>
              <a:gd name="connsiteY9" fmla="*/ 71628 h 142970"/>
              <a:gd name="connsiteX10" fmla="*/ 242888 w 257270"/>
              <a:gd name="connsiteY10" fmla="*/ 57341 h 142970"/>
              <a:gd name="connsiteX11" fmla="*/ 14288 w 257270"/>
              <a:gd name="connsiteY11" fmla="*/ 57341 h 142970"/>
              <a:gd name="connsiteX12" fmla="*/ 0 w 257270"/>
              <a:gd name="connsiteY12" fmla="*/ 71628 h 142970"/>
              <a:gd name="connsiteX13" fmla="*/ 14288 w 257270"/>
              <a:gd name="connsiteY13" fmla="*/ 85916 h 142970"/>
              <a:gd name="connsiteX14" fmla="*/ 242983 w 257270"/>
              <a:gd name="connsiteY14" fmla="*/ 114395 h 142970"/>
              <a:gd name="connsiteX15" fmla="*/ 14383 w 257270"/>
              <a:gd name="connsiteY15" fmla="*/ 114395 h 142970"/>
              <a:gd name="connsiteX16" fmla="*/ 95 w 257270"/>
              <a:gd name="connsiteY16" fmla="*/ 128683 h 142970"/>
              <a:gd name="connsiteX17" fmla="*/ 14383 w 257270"/>
              <a:gd name="connsiteY17" fmla="*/ 142970 h 142970"/>
              <a:gd name="connsiteX18" fmla="*/ 242983 w 257270"/>
              <a:gd name="connsiteY18" fmla="*/ 142970 h 142970"/>
              <a:gd name="connsiteX19" fmla="*/ 257270 w 257270"/>
              <a:gd name="connsiteY19" fmla="*/ 128683 h 142970"/>
              <a:gd name="connsiteX20" fmla="*/ 242983 w 257270"/>
              <a:gd name="connsiteY20" fmla="*/ 114395 h 142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7270" h="142970">
                <a:moveTo>
                  <a:pt x="0" y="14288"/>
                </a:moveTo>
                <a:cubicBezTo>
                  <a:pt x="0" y="6382"/>
                  <a:pt x="6382" y="0"/>
                  <a:pt x="14288" y="0"/>
                </a:cubicBezTo>
                <a:lnTo>
                  <a:pt x="242888" y="0"/>
                </a:lnTo>
                <a:cubicBezTo>
                  <a:pt x="250793" y="0"/>
                  <a:pt x="257175" y="6382"/>
                  <a:pt x="257175" y="14288"/>
                </a:cubicBezTo>
                <a:cubicBezTo>
                  <a:pt x="257175" y="22193"/>
                  <a:pt x="250793" y="28575"/>
                  <a:pt x="242888" y="28575"/>
                </a:cubicBezTo>
                <a:lnTo>
                  <a:pt x="14288" y="28575"/>
                </a:lnTo>
                <a:cubicBezTo>
                  <a:pt x="6382" y="28575"/>
                  <a:pt x="0" y="22193"/>
                  <a:pt x="0" y="14288"/>
                </a:cubicBezTo>
                <a:close/>
                <a:moveTo>
                  <a:pt x="14288" y="85916"/>
                </a:moveTo>
                <a:lnTo>
                  <a:pt x="242888" y="85916"/>
                </a:lnTo>
                <a:cubicBezTo>
                  <a:pt x="250793" y="85916"/>
                  <a:pt x="257175" y="79534"/>
                  <a:pt x="257175" y="71628"/>
                </a:cubicBezTo>
                <a:cubicBezTo>
                  <a:pt x="257175" y="63722"/>
                  <a:pt x="250793" y="57341"/>
                  <a:pt x="242888" y="57341"/>
                </a:cubicBezTo>
                <a:lnTo>
                  <a:pt x="14288" y="57341"/>
                </a:lnTo>
                <a:cubicBezTo>
                  <a:pt x="6382" y="57341"/>
                  <a:pt x="0" y="63722"/>
                  <a:pt x="0" y="71628"/>
                </a:cubicBezTo>
                <a:cubicBezTo>
                  <a:pt x="0" y="79534"/>
                  <a:pt x="6382" y="85916"/>
                  <a:pt x="14288" y="85916"/>
                </a:cubicBezTo>
                <a:close/>
                <a:moveTo>
                  <a:pt x="242983" y="114395"/>
                </a:moveTo>
                <a:lnTo>
                  <a:pt x="14383" y="114395"/>
                </a:lnTo>
                <a:cubicBezTo>
                  <a:pt x="6477" y="114395"/>
                  <a:pt x="95" y="120777"/>
                  <a:pt x="95" y="128683"/>
                </a:cubicBezTo>
                <a:cubicBezTo>
                  <a:pt x="95" y="136589"/>
                  <a:pt x="6477" y="142970"/>
                  <a:pt x="14383" y="142970"/>
                </a:cubicBezTo>
                <a:lnTo>
                  <a:pt x="242983" y="142970"/>
                </a:lnTo>
                <a:cubicBezTo>
                  <a:pt x="250889" y="142970"/>
                  <a:pt x="257270" y="136589"/>
                  <a:pt x="257270" y="128683"/>
                </a:cubicBezTo>
                <a:cubicBezTo>
                  <a:pt x="257270" y="120777"/>
                  <a:pt x="250889" y="114395"/>
                  <a:pt x="242983" y="114395"/>
                </a:cubicBezTo>
                <a:close/>
              </a:path>
            </a:pathLst>
          </a:custGeom>
          <a:solidFill>
            <a:srgbClr val="211452"/>
          </a:solidFill>
          <a:ln w="9525" cap="flat">
            <a:noFill/>
            <a:prstDash val="solid"/>
            <a:miter/>
          </a:ln>
        </p:spPr>
        <p:txBody>
          <a:bodyPr rtlCol="0" anchor="ctr"/>
          <a:lstStyle/>
          <a:p>
            <a:endParaRPr lang="en-US"/>
          </a:p>
        </p:txBody>
      </p:sp>
      <p:sp>
        <p:nvSpPr>
          <p:cNvPr id="139" name="Grafik 70">
            <a:extLst>
              <a:ext uri="{FF2B5EF4-FFF2-40B4-BE49-F238E27FC236}">
                <a16:creationId xmlns:a16="http://schemas.microsoft.com/office/drawing/2014/main" id="{2E23883F-95F9-4690-A3E3-8FA740638DE6}"/>
              </a:ext>
            </a:extLst>
          </p:cNvPr>
          <p:cNvSpPr/>
          <p:nvPr/>
        </p:nvSpPr>
        <p:spPr bwMode="gray">
          <a:xfrm>
            <a:off x="7469135" y="4787269"/>
            <a:ext cx="419762" cy="419524"/>
          </a:xfrm>
          <a:custGeom>
            <a:avLst/>
            <a:gdLst>
              <a:gd name="connsiteX0" fmla="*/ 413908 w 419762"/>
              <a:gd name="connsiteY0" fmla="*/ 7092 h 419524"/>
              <a:gd name="connsiteX1" fmla="*/ 392381 w 419762"/>
              <a:gd name="connsiteY1" fmla="*/ 424 h 419524"/>
              <a:gd name="connsiteX2" fmla="*/ 22240 w 419762"/>
              <a:gd name="connsiteY2" fmla="*/ 86244 h 419524"/>
              <a:gd name="connsiteX3" fmla="*/ 46 w 419762"/>
              <a:gd name="connsiteY3" fmla="*/ 109485 h 419524"/>
              <a:gd name="connsiteX4" fmla="*/ 15763 w 419762"/>
              <a:gd name="connsiteY4" fmla="*/ 132060 h 419524"/>
              <a:gd name="connsiteX5" fmla="*/ 223979 w 419762"/>
              <a:gd name="connsiteY5" fmla="*/ 194353 h 419524"/>
              <a:gd name="connsiteX6" fmla="*/ 285701 w 419762"/>
              <a:gd name="connsiteY6" fmla="*/ 401617 h 419524"/>
              <a:gd name="connsiteX7" fmla="*/ 308942 w 419762"/>
              <a:gd name="connsiteY7" fmla="*/ 419524 h 419524"/>
              <a:gd name="connsiteX8" fmla="*/ 309418 w 419762"/>
              <a:gd name="connsiteY8" fmla="*/ 419524 h 419524"/>
              <a:gd name="connsiteX9" fmla="*/ 332088 w 419762"/>
              <a:gd name="connsiteY9" fmla="*/ 401236 h 419524"/>
              <a:gd name="connsiteX10" fmla="*/ 419146 w 419762"/>
              <a:gd name="connsiteY10" fmla="*/ 27094 h 419524"/>
              <a:gd name="connsiteX11" fmla="*/ 413908 w 419762"/>
              <a:gd name="connsiteY11" fmla="*/ 7092 h 419524"/>
              <a:gd name="connsiteX12" fmla="*/ 308371 w 419762"/>
              <a:gd name="connsiteY12" fmla="*/ 377519 h 419524"/>
              <a:gd name="connsiteX13" fmla="*/ 249982 w 419762"/>
              <a:gd name="connsiteY13" fmla="*/ 181494 h 419524"/>
              <a:gd name="connsiteX14" fmla="*/ 237028 w 419762"/>
              <a:gd name="connsiteY14" fmla="*/ 168445 h 419524"/>
              <a:gd name="connsiteX15" fmla="*/ 43766 w 419762"/>
              <a:gd name="connsiteY15" fmla="*/ 110533 h 419524"/>
              <a:gd name="connsiteX16" fmla="*/ 389143 w 419762"/>
              <a:gd name="connsiteY16" fmla="*/ 30428 h 419524"/>
              <a:gd name="connsiteX17" fmla="*/ 308371 w 419762"/>
              <a:gd name="connsiteY17" fmla="*/ 377519 h 419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9762" h="419524">
                <a:moveTo>
                  <a:pt x="413908" y="7092"/>
                </a:moveTo>
                <a:cubicBezTo>
                  <a:pt x="408764" y="1567"/>
                  <a:pt x="400858" y="-1100"/>
                  <a:pt x="392381" y="424"/>
                </a:cubicBezTo>
                <a:lnTo>
                  <a:pt x="22240" y="86244"/>
                </a:lnTo>
                <a:cubicBezTo>
                  <a:pt x="9857" y="88245"/>
                  <a:pt x="808" y="97770"/>
                  <a:pt x="46" y="109485"/>
                </a:cubicBezTo>
                <a:cubicBezTo>
                  <a:pt x="-620" y="120058"/>
                  <a:pt x="5952" y="129297"/>
                  <a:pt x="15763" y="132060"/>
                </a:cubicBezTo>
                <a:lnTo>
                  <a:pt x="223979" y="194353"/>
                </a:lnTo>
                <a:lnTo>
                  <a:pt x="285701" y="401617"/>
                </a:lnTo>
                <a:cubicBezTo>
                  <a:pt x="288559" y="412380"/>
                  <a:pt x="297893" y="419524"/>
                  <a:pt x="308942" y="419524"/>
                </a:cubicBezTo>
                <a:cubicBezTo>
                  <a:pt x="309133" y="419524"/>
                  <a:pt x="309323" y="419524"/>
                  <a:pt x="309418" y="419524"/>
                </a:cubicBezTo>
                <a:cubicBezTo>
                  <a:pt x="320563" y="419334"/>
                  <a:pt x="329707" y="411904"/>
                  <a:pt x="332088" y="401236"/>
                </a:cubicBezTo>
                <a:lnTo>
                  <a:pt x="419146" y="27094"/>
                </a:lnTo>
                <a:cubicBezTo>
                  <a:pt x="420861" y="19760"/>
                  <a:pt x="418956" y="12426"/>
                  <a:pt x="413908" y="7092"/>
                </a:cubicBezTo>
                <a:close/>
                <a:moveTo>
                  <a:pt x="308371" y="377519"/>
                </a:moveTo>
                <a:lnTo>
                  <a:pt x="249982" y="181494"/>
                </a:lnTo>
                <a:cubicBezTo>
                  <a:pt x="248268" y="175589"/>
                  <a:pt x="243696" y="170826"/>
                  <a:pt x="237028" y="168445"/>
                </a:cubicBezTo>
                <a:lnTo>
                  <a:pt x="43766" y="110533"/>
                </a:lnTo>
                <a:lnTo>
                  <a:pt x="389143" y="30428"/>
                </a:lnTo>
                <a:lnTo>
                  <a:pt x="308371" y="377519"/>
                </a:lnTo>
                <a:close/>
              </a:path>
            </a:pathLst>
          </a:custGeom>
          <a:solidFill>
            <a:srgbClr val="211452"/>
          </a:solidFill>
          <a:ln w="9525" cap="flat">
            <a:noFill/>
            <a:prstDash val="solid"/>
            <a:miter/>
          </a:ln>
        </p:spPr>
        <p:txBody>
          <a:bodyPr rtlCol="0" anchor="ctr"/>
          <a:lstStyle/>
          <a:p>
            <a:endParaRPr lang="en-US"/>
          </a:p>
        </p:txBody>
      </p:sp>
      <p:sp>
        <p:nvSpPr>
          <p:cNvPr id="141" name="Grafik 21">
            <a:extLst>
              <a:ext uri="{FF2B5EF4-FFF2-40B4-BE49-F238E27FC236}">
                <a16:creationId xmlns:a16="http://schemas.microsoft.com/office/drawing/2014/main" id="{FB5E4A1D-C8F4-4DA0-9AD0-01C5E6C83D2E}"/>
              </a:ext>
            </a:extLst>
          </p:cNvPr>
          <p:cNvSpPr/>
          <p:nvPr/>
        </p:nvSpPr>
        <p:spPr bwMode="gray">
          <a:xfrm>
            <a:off x="8338258" y="4741929"/>
            <a:ext cx="486066" cy="414211"/>
          </a:xfrm>
          <a:custGeom>
            <a:avLst/>
            <a:gdLst>
              <a:gd name="connsiteX0" fmla="*/ 376241 w 486066"/>
              <a:gd name="connsiteY0" fmla="*/ 304198 h 414211"/>
              <a:gd name="connsiteX1" fmla="*/ 353857 w 486066"/>
              <a:gd name="connsiteY1" fmla="*/ 239618 h 414211"/>
              <a:gd name="connsiteX2" fmla="*/ 353857 w 486066"/>
              <a:gd name="connsiteY2" fmla="*/ 216473 h 414211"/>
              <a:gd name="connsiteX3" fmla="*/ 257559 w 486066"/>
              <a:gd name="connsiteY3" fmla="*/ 102554 h 414211"/>
              <a:gd name="connsiteX4" fmla="*/ 257559 w 486066"/>
              <a:gd name="connsiteY4" fmla="*/ 63977 h 414211"/>
              <a:gd name="connsiteX5" fmla="*/ 242986 w 486066"/>
              <a:gd name="connsiteY5" fmla="*/ 49499 h 414211"/>
              <a:gd name="connsiteX6" fmla="*/ 228413 w 486066"/>
              <a:gd name="connsiteY6" fmla="*/ 63977 h 414211"/>
              <a:gd name="connsiteX7" fmla="*/ 228413 w 486066"/>
              <a:gd name="connsiteY7" fmla="*/ 102554 h 414211"/>
              <a:gd name="connsiteX8" fmla="*/ 132115 w 486066"/>
              <a:gd name="connsiteY8" fmla="*/ 216473 h 414211"/>
              <a:gd name="connsiteX9" fmla="*/ 132115 w 486066"/>
              <a:gd name="connsiteY9" fmla="*/ 239618 h 414211"/>
              <a:gd name="connsiteX10" fmla="*/ 132115 w 486066"/>
              <a:gd name="connsiteY10" fmla="*/ 239618 h 414211"/>
              <a:gd name="connsiteX11" fmla="*/ 109731 w 486066"/>
              <a:gd name="connsiteY11" fmla="*/ 304198 h 414211"/>
              <a:gd name="connsiteX12" fmla="*/ 87728 w 486066"/>
              <a:gd name="connsiteY12" fmla="*/ 336964 h 414211"/>
              <a:gd name="connsiteX13" fmla="*/ 114303 w 486066"/>
              <a:gd name="connsiteY13" fmla="*/ 358205 h 414211"/>
              <a:gd name="connsiteX14" fmla="*/ 173739 w 486066"/>
              <a:gd name="connsiteY14" fmla="*/ 358205 h 414211"/>
              <a:gd name="connsiteX15" fmla="*/ 242986 w 486066"/>
              <a:gd name="connsiteY15" fmla="*/ 414212 h 414211"/>
              <a:gd name="connsiteX16" fmla="*/ 312233 w 486066"/>
              <a:gd name="connsiteY16" fmla="*/ 358205 h 414211"/>
              <a:gd name="connsiteX17" fmla="*/ 371669 w 486066"/>
              <a:gd name="connsiteY17" fmla="*/ 358205 h 414211"/>
              <a:gd name="connsiteX18" fmla="*/ 398148 w 486066"/>
              <a:gd name="connsiteY18" fmla="*/ 337059 h 414211"/>
              <a:gd name="connsiteX19" fmla="*/ 376241 w 486066"/>
              <a:gd name="connsiteY19" fmla="*/ 304198 h 414211"/>
              <a:gd name="connsiteX20" fmla="*/ 243081 w 486066"/>
              <a:gd name="connsiteY20" fmla="*/ 385160 h 414211"/>
              <a:gd name="connsiteX21" fmla="*/ 204219 w 486066"/>
              <a:gd name="connsiteY21" fmla="*/ 358205 h 414211"/>
              <a:gd name="connsiteX22" fmla="*/ 281943 w 486066"/>
              <a:gd name="connsiteY22" fmla="*/ 358205 h 414211"/>
              <a:gd name="connsiteX23" fmla="*/ 243081 w 486066"/>
              <a:gd name="connsiteY23" fmla="*/ 385160 h 414211"/>
              <a:gd name="connsiteX24" fmla="*/ 125352 w 486066"/>
              <a:gd name="connsiteY24" fmla="*/ 329058 h 414211"/>
              <a:gd name="connsiteX25" fmla="*/ 161357 w 486066"/>
              <a:gd name="connsiteY25" fmla="*/ 239618 h 414211"/>
              <a:gd name="connsiteX26" fmla="*/ 161357 w 486066"/>
              <a:gd name="connsiteY26" fmla="*/ 216473 h 414211"/>
              <a:gd name="connsiteX27" fmla="*/ 241081 w 486066"/>
              <a:gd name="connsiteY27" fmla="*/ 130557 h 414211"/>
              <a:gd name="connsiteX28" fmla="*/ 244891 w 486066"/>
              <a:gd name="connsiteY28" fmla="*/ 130557 h 414211"/>
              <a:gd name="connsiteX29" fmla="*/ 324710 w 486066"/>
              <a:gd name="connsiteY29" fmla="*/ 216473 h 414211"/>
              <a:gd name="connsiteX30" fmla="*/ 324710 w 486066"/>
              <a:gd name="connsiteY30" fmla="*/ 239618 h 414211"/>
              <a:gd name="connsiteX31" fmla="*/ 360810 w 486066"/>
              <a:gd name="connsiteY31" fmla="*/ 329153 h 414211"/>
              <a:gd name="connsiteX32" fmla="*/ 125352 w 486066"/>
              <a:gd name="connsiteY32" fmla="*/ 329058 h 414211"/>
              <a:gd name="connsiteX33" fmla="*/ 486064 w 486066"/>
              <a:gd name="connsiteY33" fmla="*/ 162656 h 414211"/>
              <a:gd name="connsiteX34" fmla="*/ 471491 w 486066"/>
              <a:gd name="connsiteY34" fmla="*/ 177134 h 414211"/>
              <a:gd name="connsiteX35" fmla="*/ 471395 w 486066"/>
              <a:gd name="connsiteY35" fmla="*/ 177134 h 414211"/>
              <a:gd name="connsiteX36" fmla="*/ 456917 w 486066"/>
              <a:gd name="connsiteY36" fmla="*/ 162466 h 414211"/>
              <a:gd name="connsiteX37" fmla="*/ 380717 w 486066"/>
              <a:gd name="connsiteY37" fmla="*/ 27497 h 414211"/>
              <a:gd name="connsiteX38" fmla="*/ 374431 w 486066"/>
              <a:gd name="connsiteY38" fmla="*/ 7875 h 414211"/>
              <a:gd name="connsiteX39" fmla="*/ 394052 w 486066"/>
              <a:gd name="connsiteY39" fmla="*/ 1589 h 414211"/>
              <a:gd name="connsiteX40" fmla="*/ 486064 w 486066"/>
              <a:gd name="connsiteY40" fmla="*/ 162656 h 414211"/>
              <a:gd name="connsiteX41" fmla="*/ 418341 w 486066"/>
              <a:gd name="connsiteY41" fmla="*/ 167324 h 414211"/>
              <a:gd name="connsiteX42" fmla="*/ 403768 w 486066"/>
              <a:gd name="connsiteY42" fmla="*/ 181802 h 414211"/>
              <a:gd name="connsiteX43" fmla="*/ 403673 w 486066"/>
              <a:gd name="connsiteY43" fmla="*/ 181802 h 414211"/>
              <a:gd name="connsiteX44" fmla="*/ 389195 w 486066"/>
              <a:gd name="connsiteY44" fmla="*/ 167228 h 414211"/>
              <a:gd name="connsiteX45" fmla="*/ 350523 w 486066"/>
              <a:gd name="connsiteY45" fmla="*/ 98267 h 414211"/>
              <a:gd name="connsiteX46" fmla="*/ 344237 w 486066"/>
              <a:gd name="connsiteY46" fmla="*/ 78741 h 414211"/>
              <a:gd name="connsiteX47" fmla="*/ 363858 w 486066"/>
              <a:gd name="connsiteY47" fmla="*/ 72455 h 414211"/>
              <a:gd name="connsiteX48" fmla="*/ 418341 w 486066"/>
              <a:gd name="connsiteY48" fmla="*/ 167324 h 414211"/>
              <a:gd name="connsiteX49" fmla="*/ 29245 w 486066"/>
              <a:gd name="connsiteY49" fmla="*/ 162466 h 414211"/>
              <a:gd name="connsiteX50" fmla="*/ 14767 w 486066"/>
              <a:gd name="connsiteY50" fmla="*/ 177039 h 414211"/>
              <a:gd name="connsiteX51" fmla="*/ 14576 w 486066"/>
              <a:gd name="connsiteY51" fmla="*/ 177039 h 414211"/>
              <a:gd name="connsiteX52" fmla="*/ 3 w 486066"/>
              <a:gd name="connsiteY52" fmla="*/ 162656 h 414211"/>
              <a:gd name="connsiteX53" fmla="*/ 92015 w 486066"/>
              <a:gd name="connsiteY53" fmla="*/ 1684 h 414211"/>
              <a:gd name="connsiteX54" fmla="*/ 111636 w 486066"/>
              <a:gd name="connsiteY54" fmla="*/ 7970 h 414211"/>
              <a:gd name="connsiteX55" fmla="*/ 105350 w 486066"/>
              <a:gd name="connsiteY55" fmla="*/ 27497 h 414211"/>
              <a:gd name="connsiteX56" fmla="*/ 29245 w 486066"/>
              <a:gd name="connsiteY56" fmla="*/ 162466 h 414211"/>
              <a:gd name="connsiteX57" fmla="*/ 82394 w 486066"/>
              <a:gd name="connsiteY57" fmla="*/ 181802 h 414211"/>
              <a:gd name="connsiteX58" fmla="*/ 82394 w 486066"/>
              <a:gd name="connsiteY58" fmla="*/ 181802 h 414211"/>
              <a:gd name="connsiteX59" fmla="*/ 67726 w 486066"/>
              <a:gd name="connsiteY59" fmla="*/ 167324 h 414211"/>
              <a:gd name="connsiteX60" fmla="*/ 122209 w 486066"/>
              <a:gd name="connsiteY60" fmla="*/ 72455 h 414211"/>
              <a:gd name="connsiteX61" fmla="*/ 141830 w 486066"/>
              <a:gd name="connsiteY61" fmla="*/ 78646 h 414211"/>
              <a:gd name="connsiteX62" fmla="*/ 135544 w 486066"/>
              <a:gd name="connsiteY62" fmla="*/ 98267 h 414211"/>
              <a:gd name="connsiteX63" fmla="*/ 96872 w 486066"/>
              <a:gd name="connsiteY63" fmla="*/ 167133 h 414211"/>
              <a:gd name="connsiteX64" fmla="*/ 82394 w 486066"/>
              <a:gd name="connsiteY64" fmla="*/ 181802 h 414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86066" h="414211">
                <a:moveTo>
                  <a:pt x="376241" y="304198"/>
                </a:moveTo>
                <a:cubicBezTo>
                  <a:pt x="365382" y="300769"/>
                  <a:pt x="353857" y="276956"/>
                  <a:pt x="353857" y="239618"/>
                </a:cubicBezTo>
                <a:lnTo>
                  <a:pt x="353857" y="216473"/>
                </a:lnTo>
                <a:cubicBezTo>
                  <a:pt x="353857" y="150274"/>
                  <a:pt x="317186" y="107983"/>
                  <a:pt x="257559" y="102554"/>
                </a:cubicBezTo>
                <a:lnTo>
                  <a:pt x="257559" y="63977"/>
                </a:lnTo>
                <a:cubicBezTo>
                  <a:pt x="257559" y="55976"/>
                  <a:pt x="251082" y="49499"/>
                  <a:pt x="242986" y="49499"/>
                </a:cubicBezTo>
                <a:cubicBezTo>
                  <a:pt x="234890" y="49499"/>
                  <a:pt x="228413" y="55976"/>
                  <a:pt x="228413" y="63977"/>
                </a:cubicBezTo>
                <a:lnTo>
                  <a:pt x="228413" y="102554"/>
                </a:lnTo>
                <a:cubicBezTo>
                  <a:pt x="168881" y="107888"/>
                  <a:pt x="132115" y="150179"/>
                  <a:pt x="132115" y="216473"/>
                </a:cubicBezTo>
                <a:lnTo>
                  <a:pt x="132115" y="239618"/>
                </a:lnTo>
                <a:lnTo>
                  <a:pt x="132115" y="239618"/>
                </a:lnTo>
                <a:cubicBezTo>
                  <a:pt x="132115" y="276956"/>
                  <a:pt x="120590" y="300769"/>
                  <a:pt x="109731" y="304198"/>
                </a:cubicBezTo>
                <a:cubicBezTo>
                  <a:pt x="94777" y="308960"/>
                  <a:pt x="85538" y="322772"/>
                  <a:pt x="87728" y="336964"/>
                </a:cubicBezTo>
                <a:cubicBezTo>
                  <a:pt x="89824" y="349632"/>
                  <a:pt x="100492" y="358205"/>
                  <a:pt x="114303" y="358205"/>
                </a:cubicBezTo>
                <a:lnTo>
                  <a:pt x="173739" y="358205"/>
                </a:lnTo>
                <a:cubicBezTo>
                  <a:pt x="180502" y="390113"/>
                  <a:pt x="208982" y="414212"/>
                  <a:pt x="242986" y="414212"/>
                </a:cubicBezTo>
                <a:cubicBezTo>
                  <a:pt x="276990" y="414212"/>
                  <a:pt x="305470" y="390113"/>
                  <a:pt x="312233" y="358205"/>
                </a:cubicBezTo>
                <a:lnTo>
                  <a:pt x="371669" y="358205"/>
                </a:lnTo>
                <a:cubicBezTo>
                  <a:pt x="385480" y="358205"/>
                  <a:pt x="396148" y="349727"/>
                  <a:pt x="398148" y="337059"/>
                </a:cubicBezTo>
                <a:cubicBezTo>
                  <a:pt x="400434" y="322772"/>
                  <a:pt x="391195" y="308960"/>
                  <a:pt x="376241" y="304198"/>
                </a:cubicBezTo>
                <a:close/>
                <a:moveTo>
                  <a:pt x="243081" y="385160"/>
                </a:moveTo>
                <a:cubicBezTo>
                  <a:pt x="225269" y="385160"/>
                  <a:pt x="210125" y="373921"/>
                  <a:pt x="204219" y="358205"/>
                </a:cubicBezTo>
                <a:lnTo>
                  <a:pt x="281943" y="358205"/>
                </a:lnTo>
                <a:cubicBezTo>
                  <a:pt x="275942" y="373826"/>
                  <a:pt x="260798" y="385160"/>
                  <a:pt x="243081" y="385160"/>
                </a:cubicBezTo>
                <a:close/>
                <a:moveTo>
                  <a:pt x="125352" y="329058"/>
                </a:moveTo>
                <a:cubicBezTo>
                  <a:pt x="147736" y="317247"/>
                  <a:pt x="161357" y="283910"/>
                  <a:pt x="161357" y="239618"/>
                </a:cubicBezTo>
                <a:lnTo>
                  <a:pt x="161357" y="216473"/>
                </a:lnTo>
                <a:cubicBezTo>
                  <a:pt x="161357" y="184373"/>
                  <a:pt x="171739" y="130557"/>
                  <a:pt x="241081" y="130557"/>
                </a:cubicBezTo>
                <a:lnTo>
                  <a:pt x="244891" y="130557"/>
                </a:lnTo>
                <a:cubicBezTo>
                  <a:pt x="314328" y="130557"/>
                  <a:pt x="324710" y="184373"/>
                  <a:pt x="324710" y="216473"/>
                </a:cubicBezTo>
                <a:lnTo>
                  <a:pt x="324710" y="239618"/>
                </a:lnTo>
                <a:cubicBezTo>
                  <a:pt x="324710" y="284005"/>
                  <a:pt x="338331" y="317342"/>
                  <a:pt x="360810" y="329153"/>
                </a:cubicBezTo>
                <a:lnTo>
                  <a:pt x="125352" y="329058"/>
                </a:lnTo>
                <a:close/>
                <a:moveTo>
                  <a:pt x="486064" y="162656"/>
                </a:moveTo>
                <a:cubicBezTo>
                  <a:pt x="486064" y="170657"/>
                  <a:pt x="479492" y="177134"/>
                  <a:pt x="471491" y="177134"/>
                </a:cubicBezTo>
                <a:lnTo>
                  <a:pt x="471395" y="177134"/>
                </a:lnTo>
                <a:cubicBezTo>
                  <a:pt x="463394" y="177039"/>
                  <a:pt x="456822" y="170562"/>
                  <a:pt x="456917" y="162466"/>
                </a:cubicBezTo>
                <a:cubicBezTo>
                  <a:pt x="457203" y="103506"/>
                  <a:pt x="428057" y="51785"/>
                  <a:pt x="380717" y="27497"/>
                </a:cubicBezTo>
                <a:cubicBezTo>
                  <a:pt x="373574" y="23782"/>
                  <a:pt x="370716" y="15019"/>
                  <a:pt x="374431" y="7875"/>
                </a:cubicBezTo>
                <a:cubicBezTo>
                  <a:pt x="378146" y="731"/>
                  <a:pt x="386909" y="-2031"/>
                  <a:pt x="394052" y="1589"/>
                </a:cubicBezTo>
                <a:cubicBezTo>
                  <a:pt x="451107" y="31021"/>
                  <a:pt x="486445" y="92648"/>
                  <a:pt x="486064" y="162656"/>
                </a:cubicBezTo>
                <a:close/>
                <a:moveTo>
                  <a:pt x="418341" y="167324"/>
                </a:moveTo>
                <a:cubicBezTo>
                  <a:pt x="418246" y="175325"/>
                  <a:pt x="411769" y="181802"/>
                  <a:pt x="403768" y="181802"/>
                </a:cubicBezTo>
                <a:lnTo>
                  <a:pt x="403673" y="181802"/>
                </a:lnTo>
                <a:cubicBezTo>
                  <a:pt x="395672" y="181802"/>
                  <a:pt x="389099" y="175229"/>
                  <a:pt x="389195" y="167228"/>
                </a:cubicBezTo>
                <a:cubicBezTo>
                  <a:pt x="389385" y="137034"/>
                  <a:pt x="374526" y="110650"/>
                  <a:pt x="350523" y="98267"/>
                </a:cubicBezTo>
                <a:cubicBezTo>
                  <a:pt x="343379" y="94648"/>
                  <a:pt x="340522" y="85885"/>
                  <a:pt x="344237" y="78741"/>
                </a:cubicBezTo>
                <a:cubicBezTo>
                  <a:pt x="347951" y="71597"/>
                  <a:pt x="356714" y="68835"/>
                  <a:pt x="363858" y="72455"/>
                </a:cubicBezTo>
                <a:cubicBezTo>
                  <a:pt x="397672" y="89790"/>
                  <a:pt x="418532" y="126176"/>
                  <a:pt x="418341" y="167324"/>
                </a:cubicBezTo>
                <a:close/>
                <a:moveTo>
                  <a:pt x="29245" y="162466"/>
                </a:moveTo>
                <a:cubicBezTo>
                  <a:pt x="29245" y="170467"/>
                  <a:pt x="22768" y="177039"/>
                  <a:pt x="14767" y="177039"/>
                </a:cubicBezTo>
                <a:lnTo>
                  <a:pt x="14576" y="177039"/>
                </a:lnTo>
                <a:cubicBezTo>
                  <a:pt x="6575" y="177039"/>
                  <a:pt x="3" y="170562"/>
                  <a:pt x="3" y="162656"/>
                </a:cubicBezTo>
                <a:cubicBezTo>
                  <a:pt x="-378" y="92648"/>
                  <a:pt x="34865" y="31021"/>
                  <a:pt x="92015" y="1684"/>
                </a:cubicBezTo>
                <a:cubicBezTo>
                  <a:pt x="99158" y="-2031"/>
                  <a:pt x="107921" y="827"/>
                  <a:pt x="111636" y="7970"/>
                </a:cubicBezTo>
                <a:cubicBezTo>
                  <a:pt x="115256" y="15114"/>
                  <a:pt x="112493" y="23877"/>
                  <a:pt x="105350" y="27497"/>
                </a:cubicBezTo>
                <a:cubicBezTo>
                  <a:pt x="58106" y="51785"/>
                  <a:pt x="28864" y="103506"/>
                  <a:pt x="29245" y="162466"/>
                </a:cubicBezTo>
                <a:close/>
                <a:moveTo>
                  <a:pt x="82394" y="181802"/>
                </a:moveTo>
                <a:lnTo>
                  <a:pt x="82394" y="181802"/>
                </a:lnTo>
                <a:cubicBezTo>
                  <a:pt x="74298" y="181802"/>
                  <a:pt x="67726" y="175325"/>
                  <a:pt x="67726" y="167324"/>
                </a:cubicBezTo>
                <a:cubicBezTo>
                  <a:pt x="67440" y="126176"/>
                  <a:pt x="88300" y="89790"/>
                  <a:pt x="122209" y="72455"/>
                </a:cubicBezTo>
                <a:cubicBezTo>
                  <a:pt x="129353" y="68740"/>
                  <a:pt x="138116" y="71502"/>
                  <a:pt x="141830" y="78646"/>
                </a:cubicBezTo>
                <a:cubicBezTo>
                  <a:pt x="145545" y="85790"/>
                  <a:pt x="142688" y="94553"/>
                  <a:pt x="135544" y="98267"/>
                </a:cubicBezTo>
                <a:cubicBezTo>
                  <a:pt x="111541" y="110555"/>
                  <a:pt x="96682" y="137034"/>
                  <a:pt x="96872" y="167133"/>
                </a:cubicBezTo>
                <a:cubicBezTo>
                  <a:pt x="96872" y="175229"/>
                  <a:pt x="90395" y="181706"/>
                  <a:pt x="82394" y="181802"/>
                </a:cubicBezTo>
                <a:close/>
              </a:path>
            </a:pathLst>
          </a:custGeom>
          <a:solidFill>
            <a:srgbClr val="211452"/>
          </a:solidFill>
          <a:ln w="9525" cap="flat">
            <a:noFill/>
            <a:prstDash val="solid"/>
            <a:miter/>
          </a:ln>
        </p:spPr>
        <p:txBody>
          <a:bodyPr rtlCol="0" anchor="ctr"/>
          <a:lstStyle/>
          <a:p>
            <a:endParaRPr lang="en-US"/>
          </a:p>
        </p:txBody>
      </p:sp>
      <p:sp>
        <p:nvSpPr>
          <p:cNvPr id="142" name="Grafik 48">
            <a:extLst>
              <a:ext uri="{FF2B5EF4-FFF2-40B4-BE49-F238E27FC236}">
                <a16:creationId xmlns:a16="http://schemas.microsoft.com/office/drawing/2014/main" id="{E161CA36-9FA6-42B3-8A32-FDB164FACCE1}"/>
              </a:ext>
            </a:extLst>
          </p:cNvPr>
          <p:cNvSpPr/>
          <p:nvPr/>
        </p:nvSpPr>
        <p:spPr bwMode="gray">
          <a:xfrm>
            <a:off x="9245801" y="4720212"/>
            <a:ext cx="485775" cy="485775"/>
          </a:xfrm>
          <a:custGeom>
            <a:avLst/>
            <a:gdLst>
              <a:gd name="connsiteX0" fmla="*/ 185738 w 485775"/>
              <a:gd name="connsiteY0" fmla="*/ 485775 h 485775"/>
              <a:gd name="connsiteX1" fmla="*/ 14288 w 485775"/>
              <a:gd name="connsiteY1" fmla="*/ 485775 h 485775"/>
              <a:gd name="connsiteX2" fmla="*/ 0 w 485775"/>
              <a:gd name="connsiteY2" fmla="*/ 471488 h 485775"/>
              <a:gd name="connsiteX3" fmla="*/ 0 w 485775"/>
              <a:gd name="connsiteY3" fmla="*/ 242888 h 485775"/>
              <a:gd name="connsiteX4" fmla="*/ 4191 w 485775"/>
              <a:gd name="connsiteY4" fmla="*/ 232791 h 485775"/>
              <a:gd name="connsiteX5" fmla="*/ 232886 w 485775"/>
              <a:gd name="connsiteY5" fmla="*/ 4191 h 485775"/>
              <a:gd name="connsiteX6" fmla="*/ 242983 w 485775"/>
              <a:gd name="connsiteY6" fmla="*/ 0 h 485775"/>
              <a:gd name="connsiteX7" fmla="*/ 242983 w 485775"/>
              <a:gd name="connsiteY7" fmla="*/ 0 h 485775"/>
              <a:gd name="connsiteX8" fmla="*/ 253079 w 485775"/>
              <a:gd name="connsiteY8" fmla="*/ 4191 h 485775"/>
              <a:gd name="connsiteX9" fmla="*/ 481584 w 485775"/>
              <a:gd name="connsiteY9" fmla="*/ 233077 h 485775"/>
              <a:gd name="connsiteX10" fmla="*/ 485775 w 485775"/>
              <a:gd name="connsiteY10" fmla="*/ 243173 h 485775"/>
              <a:gd name="connsiteX11" fmla="*/ 485775 w 485775"/>
              <a:gd name="connsiteY11" fmla="*/ 471392 h 485775"/>
              <a:gd name="connsiteX12" fmla="*/ 471488 w 485775"/>
              <a:gd name="connsiteY12" fmla="*/ 485680 h 485775"/>
              <a:gd name="connsiteX13" fmla="*/ 300133 w 485775"/>
              <a:gd name="connsiteY13" fmla="*/ 485680 h 485775"/>
              <a:gd name="connsiteX14" fmla="*/ 285845 w 485775"/>
              <a:gd name="connsiteY14" fmla="*/ 471392 h 485775"/>
              <a:gd name="connsiteX15" fmla="*/ 285750 w 485775"/>
              <a:gd name="connsiteY15" fmla="*/ 314230 h 485775"/>
              <a:gd name="connsiteX16" fmla="*/ 200216 w 485775"/>
              <a:gd name="connsiteY16" fmla="*/ 314230 h 485775"/>
              <a:gd name="connsiteX17" fmla="*/ 200025 w 485775"/>
              <a:gd name="connsiteY17" fmla="*/ 471488 h 485775"/>
              <a:gd name="connsiteX18" fmla="*/ 185738 w 485775"/>
              <a:gd name="connsiteY18" fmla="*/ 485775 h 485775"/>
              <a:gd name="connsiteX19" fmla="*/ 28575 w 485775"/>
              <a:gd name="connsiteY19" fmla="*/ 457200 h 485775"/>
              <a:gd name="connsiteX20" fmla="*/ 171450 w 485775"/>
              <a:gd name="connsiteY20" fmla="*/ 457200 h 485775"/>
              <a:gd name="connsiteX21" fmla="*/ 171545 w 485775"/>
              <a:gd name="connsiteY21" fmla="*/ 299847 h 485775"/>
              <a:gd name="connsiteX22" fmla="*/ 185833 w 485775"/>
              <a:gd name="connsiteY22" fmla="*/ 285560 h 485775"/>
              <a:gd name="connsiteX23" fmla="*/ 185833 w 485775"/>
              <a:gd name="connsiteY23" fmla="*/ 285560 h 485775"/>
              <a:gd name="connsiteX24" fmla="*/ 299942 w 485775"/>
              <a:gd name="connsiteY24" fmla="*/ 285560 h 485775"/>
              <a:gd name="connsiteX25" fmla="*/ 314230 w 485775"/>
              <a:gd name="connsiteY25" fmla="*/ 299847 h 485775"/>
              <a:gd name="connsiteX26" fmla="*/ 314325 w 485775"/>
              <a:gd name="connsiteY26" fmla="*/ 457010 h 485775"/>
              <a:gd name="connsiteX27" fmla="*/ 457200 w 485775"/>
              <a:gd name="connsiteY27" fmla="*/ 457010 h 485775"/>
              <a:gd name="connsiteX28" fmla="*/ 457200 w 485775"/>
              <a:gd name="connsiteY28" fmla="*/ 249079 h 485775"/>
              <a:gd name="connsiteX29" fmla="*/ 242983 w 485775"/>
              <a:gd name="connsiteY29" fmla="*/ 34481 h 485775"/>
              <a:gd name="connsiteX30" fmla="*/ 28575 w 485775"/>
              <a:gd name="connsiteY30" fmla="*/ 248793 h 485775"/>
              <a:gd name="connsiteX31" fmla="*/ 28575 w 485775"/>
              <a:gd name="connsiteY31"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5775" h="485775">
                <a:moveTo>
                  <a:pt x="185738" y="485775"/>
                </a:moveTo>
                <a:lnTo>
                  <a:pt x="14288" y="485775"/>
                </a:lnTo>
                <a:cubicBezTo>
                  <a:pt x="6382" y="485775"/>
                  <a:pt x="0" y="479393"/>
                  <a:pt x="0" y="471488"/>
                </a:cubicBezTo>
                <a:lnTo>
                  <a:pt x="0" y="242888"/>
                </a:lnTo>
                <a:cubicBezTo>
                  <a:pt x="0" y="239078"/>
                  <a:pt x="1524" y="235458"/>
                  <a:pt x="4191" y="232791"/>
                </a:cubicBezTo>
                <a:lnTo>
                  <a:pt x="232886" y="4191"/>
                </a:lnTo>
                <a:cubicBezTo>
                  <a:pt x="235553" y="1524"/>
                  <a:pt x="239173" y="0"/>
                  <a:pt x="242983" y="0"/>
                </a:cubicBezTo>
                <a:cubicBezTo>
                  <a:pt x="242983" y="0"/>
                  <a:pt x="242983" y="0"/>
                  <a:pt x="242983" y="0"/>
                </a:cubicBezTo>
                <a:cubicBezTo>
                  <a:pt x="246793" y="0"/>
                  <a:pt x="250412" y="1524"/>
                  <a:pt x="253079" y="4191"/>
                </a:cubicBezTo>
                <a:lnTo>
                  <a:pt x="481584" y="233077"/>
                </a:lnTo>
                <a:cubicBezTo>
                  <a:pt x="484251" y="235744"/>
                  <a:pt x="485775" y="239363"/>
                  <a:pt x="485775" y="243173"/>
                </a:cubicBezTo>
                <a:lnTo>
                  <a:pt x="485775" y="471392"/>
                </a:lnTo>
                <a:cubicBezTo>
                  <a:pt x="485775" y="479298"/>
                  <a:pt x="479393" y="485680"/>
                  <a:pt x="471488" y="485680"/>
                </a:cubicBezTo>
                <a:lnTo>
                  <a:pt x="300133" y="485680"/>
                </a:lnTo>
                <a:cubicBezTo>
                  <a:pt x="292227" y="485680"/>
                  <a:pt x="285845" y="479298"/>
                  <a:pt x="285845" y="471392"/>
                </a:cubicBezTo>
                <a:lnTo>
                  <a:pt x="285750" y="314230"/>
                </a:lnTo>
                <a:lnTo>
                  <a:pt x="200216" y="314230"/>
                </a:lnTo>
                <a:lnTo>
                  <a:pt x="200025" y="471488"/>
                </a:lnTo>
                <a:cubicBezTo>
                  <a:pt x="200025" y="479393"/>
                  <a:pt x="193643" y="485775"/>
                  <a:pt x="185738" y="485775"/>
                </a:cubicBezTo>
                <a:close/>
                <a:moveTo>
                  <a:pt x="28575" y="457200"/>
                </a:moveTo>
                <a:lnTo>
                  <a:pt x="171450" y="457200"/>
                </a:lnTo>
                <a:lnTo>
                  <a:pt x="171545" y="299847"/>
                </a:lnTo>
                <a:cubicBezTo>
                  <a:pt x="171545" y="291941"/>
                  <a:pt x="177927" y="285560"/>
                  <a:pt x="185833" y="285560"/>
                </a:cubicBezTo>
                <a:cubicBezTo>
                  <a:pt x="185833" y="285560"/>
                  <a:pt x="185833" y="285560"/>
                  <a:pt x="185833" y="285560"/>
                </a:cubicBezTo>
                <a:lnTo>
                  <a:pt x="299942" y="285560"/>
                </a:lnTo>
                <a:cubicBezTo>
                  <a:pt x="307848" y="285560"/>
                  <a:pt x="314230" y="291941"/>
                  <a:pt x="314230" y="299847"/>
                </a:cubicBezTo>
                <a:lnTo>
                  <a:pt x="314325" y="457010"/>
                </a:lnTo>
                <a:lnTo>
                  <a:pt x="457200" y="457010"/>
                </a:lnTo>
                <a:lnTo>
                  <a:pt x="457200" y="249079"/>
                </a:lnTo>
                <a:lnTo>
                  <a:pt x="242983" y="34481"/>
                </a:lnTo>
                <a:lnTo>
                  <a:pt x="28575" y="248793"/>
                </a:lnTo>
                <a:lnTo>
                  <a:pt x="28575" y="457200"/>
                </a:lnTo>
                <a:close/>
              </a:path>
            </a:pathLst>
          </a:custGeom>
          <a:solidFill>
            <a:srgbClr val="211452"/>
          </a:solidFill>
          <a:ln w="9525" cap="flat">
            <a:noFill/>
            <a:prstDash val="solid"/>
            <a:miter/>
          </a:ln>
        </p:spPr>
        <p:txBody>
          <a:bodyPr rtlCol="0" anchor="ctr"/>
          <a:lstStyle/>
          <a:p>
            <a:endParaRPr lang="en-US"/>
          </a:p>
        </p:txBody>
      </p:sp>
      <p:sp>
        <p:nvSpPr>
          <p:cNvPr id="143" name="Grafik 17">
            <a:extLst>
              <a:ext uri="{FF2B5EF4-FFF2-40B4-BE49-F238E27FC236}">
                <a16:creationId xmlns:a16="http://schemas.microsoft.com/office/drawing/2014/main" id="{91D1DD15-01D4-4027-B567-C7485FDD80CD}"/>
              </a:ext>
            </a:extLst>
          </p:cNvPr>
          <p:cNvSpPr/>
          <p:nvPr/>
        </p:nvSpPr>
        <p:spPr bwMode="gray">
          <a:xfrm>
            <a:off x="10221277" y="4722368"/>
            <a:ext cx="458198" cy="458855"/>
          </a:xfrm>
          <a:custGeom>
            <a:avLst/>
            <a:gdLst>
              <a:gd name="connsiteX0" fmla="*/ 442209 w 458198"/>
              <a:gd name="connsiteY0" fmla="*/ 329791 h 458855"/>
              <a:gd name="connsiteX1" fmla="*/ 385535 w 458198"/>
              <a:gd name="connsiteY1" fmla="*/ 273022 h 458855"/>
              <a:gd name="connsiteX2" fmla="*/ 350197 w 458198"/>
              <a:gd name="connsiteY2" fmla="*/ 257401 h 458855"/>
              <a:gd name="connsiteX3" fmla="*/ 314859 w 458198"/>
              <a:gd name="connsiteY3" fmla="*/ 273022 h 458855"/>
              <a:gd name="connsiteX4" fmla="*/ 287808 w 458198"/>
              <a:gd name="connsiteY4" fmla="*/ 300169 h 458855"/>
              <a:gd name="connsiteX5" fmla="*/ 284094 w 458198"/>
              <a:gd name="connsiteY5" fmla="*/ 298264 h 458855"/>
              <a:gd name="connsiteX6" fmla="*/ 270854 w 458198"/>
              <a:gd name="connsiteY6" fmla="*/ 290929 h 458855"/>
              <a:gd name="connsiteX7" fmla="*/ 270187 w 458198"/>
              <a:gd name="connsiteY7" fmla="*/ 290453 h 458855"/>
              <a:gd name="connsiteX8" fmla="*/ 185319 w 458198"/>
              <a:gd name="connsiteY8" fmla="*/ 213301 h 458855"/>
              <a:gd name="connsiteX9" fmla="*/ 157316 w 458198"/>
              <a:gd name="connsiteY9" fmla="*/ 170248 h 458855"/>
              <a:gd name="connsiteX10" fmla="*/ 170556 w 458198"/>
              <a:gd name="connsiteY10" fmla="*/ 157294 h 458855"/>
              <a:gd name="connsiteX11" fmla="*/ 172175 w 458198"/>
              <a:gd name="connsiteY11" fmla="*/ 155770 h 458855"/>
              <a:gd name="connsiteX12" fmla="*/ 176937 w 458198"/>
              <a:gd name="connsiteY12" fmla="*/ 151198 h 458855"/>
              <a:gd name="connsiteX13" fmla="*/ 184653 w 458198"/>
              <a:gd name="connsiteY13" fmla="*/ 143578 h 458855"/>
              <a:gd name="connsiteX14" fmla="*/ 184462 w 458198"/>
              <a:gd name="connsiteY14" fmla="*/ 71664 h 458855"/>
              <a:gd name="connsiteX15" fmla="*/ 156840 w 458198"/>
              <a:gd name="connsiteY15" fmla="*/ 43946 h 458855"/>
              <a:gd name="connsiteX16" fmla="*/ 149029 w 458198"/>
              <a:gd name="connsiteY16" fmla="*/ 36040 h 458855"/>
              <a:gd name="connsiteX17" fmla="*/ 147410 w 458198"/>
              <a:gd name="connsiteY17" fmla="*/ 34421 h 458855"/>
              <a:gd name="connsiteX18" fmla="*/ 128265 w 458198"/>
              <a:gd name="connsiteY18" fmla="*/ 15371 h 458855"/>
              <a:gd name="connsiteX19" fmla="*/ 57875 w 458198"/>
              <a:gd name="connsiteY19" fmla="*/ 15562 h 458855"/>
              <a:gd name="connsiteX20" fmla="*/ 22918 w 458198"/>
              <a:gd name="connsiteY20" fmla="*/ 50518 h 458855"/>
              <a:gd name="connsiteX21" fmla="*/ 439 w 458198"/>
              <a:gd name="connsiteY21" fmla="*/ 98524 h 458855"/>
              <a:gd name="connsiteX22" fmla="*/ 13679 w 458198"/>
              <a:gd name="connsiteY22" fmla="*/ 175201 h 458855"/>
              <a:gd name="connsiteX23" fmla="*/ 91498 w 458198"/>
              <a:gd name="connsiteY23" fmla="*/ 305503 h 458855"/>
              <a:gd name="connsiteX24" fmla="*/ 252471 w 458198"/>
              <a:gd name="connsiteY24" fmla="*/ 431709 h 458855"/>
              <a:gd name="connsiteX25" fmla="*/ 344006 w 458198"/>
              <a:gd name="connsiteY25" fmla="*/ 458665 h 458855"/>
              <a:gd name="connsiteX26" fmla="*/ 350959 w 458198"/>
              <a:gd name="connsiteY26" fmla="*/ 458855 h 458855"/>
              <a:gd name="connsiteX27" fmla="*/ 409919 w 458198"/>
              <a:gd name="connsiteY27" fmla="*/ 433328 h 458855"/>
              <a:gd name="connsiteX28" fmla="*/ 430969 w 458198"/>
              <a:gd name="connsiteY28" fmla="*/ 412183 h 458855"/>
              <a:gd name="connsiteX29" fmla="*/ 433446 w 458198"/>
              <a:gd name="connsiteY29" fmla="*/ 409706 h 458855"/>
              <a:gd name="connsiteX30" fmla="*/ 442113 w 458198"/>
              <a:gd name="connsiteY30" fmla="*/ 401134 h 458855"/>
              <a:gd name="connsiteX31" fmla="*/ 442209 w 458198"/>
              <a:gd name="connsiteY31" fmla="*/ 329791 h 458855"/>
              <a:gd name="connsiteX32" fmla="*/ 388869 w 458198"/>
              <a:gd name="connsiteY32" fmla="*/ 414183 h 458855"/>
              <a:gd name="connsiteX33" fmla="*/ 351245 w 458198"/>
              <a:gd name="connsiteY33" fmla="*/ 430280 h 458855"/>
              <a:gd name="connsiteX34" fmla="*/ 346006 w 458198"/>
              <a:gd name="connsiteY34" fmla="*/ 430090 h 458855"/>
              <a:gd name="connsiteX35" fmla="*/ 264948 w 458198"/>
              <a:gd name="connsiteY35" fmla="*/ 405896 h 458855"/>
              <a:gd name="connsiteX36" fmla="*/ 113501 w 458198"/>
              <a:gd name="connsiteY36" fmla="*/ 287024 h 458855"/>
              <a:gd name="connsiteX37" fmla="*/ 40635 w 458198"/>
              <a:gd name="connsiteY37" fmla="*/ 165390 h 458855"/>
              <a:gd name="connsiteX38" fmla="*/ 29014 w 458198"/>
              <a:gd name="connsiteY38" fmla="*/ 100334 h 458855"/>
              <a:gd name="connsiteX39" fmla="*/ 42825 w 458198"/>
              <a:gd name="connsiteY39" fmla="*/ 71092 h 458855"/>
              <a:gd name="connsiteX40" fmla="*/ 78068 w 458198"/>
              <a:gd name="connsiteY40" fmla="*/ 35755 h 458855"/>
              <a:gd name="connsiteX41" fmla="*/ 108643 w 458198"/>
              <a:gd name="connsiteY41" fmla="*/ 36136 h 458855"/>
              <a:gd name="connsiteX42" fmla="*/ 126836 w 458198"/>
              <a:gd name="connsiteY42" fmla="*/ 54233 h 458855"/>
              <a:gd name="connsiteX43" fmla="*/ 126931 w 458198"/>
              <a:gd name="connsiteY43" fmla="*/ 54328 h 458855"/>
              <a:gd name="connsiteX44" fmla="*/ 136551 w 458198"/>
              <a:gd name="connsiteY44" fmla="*/ 64139 h 458855"/>
              <a:gd name="connsiteX45" fmla="*/ 163983 w 458198"/>
              <a:gd name="connsiteY45" fmla="*/ 91571 h 458855"/>
              <a:gd name="connsiteX46" fmla="*/ 164174 w 458198"/>
              <a:gd name="connsiteY46" fmla="*/ 123480 h 458855"/>
              <a:gd name="connsiteX47" fmla="*/ 156840 w 458198"/>
              <a:gd name="connsiteY47" fmla="*/ 130624 h 458855"/>
              <a:gd name="connsiteX48" fmla="*/ 152077 w 458198"/>
              <a:gd name="connsiteY48" fmla="*/ 135196 h 458855"/>
              <a:gd name="connsiteX49" fmla="*/ 151125 w 458198"/>
              <a:gd name="connsiteY49" fmla="*/ 136053 h 458855"/>
              <a:gd name="connsiteX50" fmla="*/ 134646 w 458198"/>
              <a:gd name="connsiteY50" fmla="*/ 152245 h 458855"/>
              <a:gd name="connsiteX51" fmla="*/ 129027 w 458198"/>
              <a:gd name="connsiteY51" fmla="*/ 177201 h 458855"/>
              <a:gd name="connsiteX52" fmla="*/ 163031 w 458198"/>
              <a:gd name="connsiteY52" fmla="*/ 231398 h 458855"/>
              <a:gd name="connsiteX53" fmla="*/ 254661 w 458198"/>
              <a:gd name="connsiteY53" fmla="*/ 314551 h 458855"/>
              <a:gd name="connsiteX54" fmla="*/ 271140 w 458198"/>
              <a:gd name="connsiteY54" fmla="*/ 323886 h 458855"/>
              <a:gd name="connsiteX55" fmla="*/ 271616 w 458198"/>
              <a:gd name="connsiteY55" fmla="*/ 324172 h 458855"/>
              <a:gd name="connsiteX56" fmla="*/ 278855 w 458198"/>
              <a:gd name="connsiteY56" fmla="*/ 327886 h 458855"/>
              <a:gd name="connsiteX57" fmla="*/ 305049 w 458198"/>
              <a:gd name="connsiteY57" fmla="*/ 323124 h 458855"/>
              <a:gd name="connsiteX58" fmla="*/ 334862 w 458198"/>
              <a:gd name="connsiteY58" fmla="*/ 293215 h 458855"/>
              <a:gd name="connsiteX59" fmla="*/ 350007 w 458198"/>
              <a:gd name="connsiteY59" fmla="*/ 286167 h 458855"/>
              <a:gd name="connsiteX60" fmla="*/ 365151 w 458198"/>
              <a:gd name="connsiteY60" fmla="*/ 293215 h 458855"/>
              <a:gd name="connsiteX61" fmla="*/ 421825 w 458198"/>
              <a:gd name="connsiteY61" fmla="*/ 349984 h 458855"/>
              <a:gd name="connsiteX62" fmla="*/ 421825 w 458198"/>
              <a:gd name="connsiteY62" fmla="*/ 380941 h 458855"/>
              <a:gd name="connsiteX63" fmla="*/ 412395 w 458198"/>
              <a:gd name="connsiteY63" fmla="*/ 390275 h 458855"/>
              <a:gd name="connsiteX64" fmla="*/ 410871 w 458198"/>
              <a:gd name="connsiteY64" fmla="*/ 391799 h 458855"/>
              <a:gd name="connsiteX65" fmla="*/ 388869 w 458198"/>
              <a:gd name="connsiteY65" fmla="*/ 414183 h 458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58198" h="458855">
                <a:moveTo>
                  <a:pt x="442209" y="329791"/>
                </a:moveTo>
                <a:lnTo>
                  <a:pt x="385535" y="273022"/>
                </a:lnTo>
                <a:cubicBezTo>
                  <a:pt x="375343" y="262831"/>
                  <a:pt x="363151" y="257401"/>
                  <a:pt x="350197" y="257401"/>
                </a:cubicBezTo>
                <a:cubicBezTo>
                  <a:pt x="337243" y="257401"/>
                  <a:pt x="325051" y="262831"/>
                  <a:pt x="314859" y="273022"/>
                </a:cubicBezTo>
                <a:lnTo>
                  <a:pt x="287808" y="300169"/>
                </a:lnTo>
                <a:cubicBezTo>
                  <a:pt x="286570" y="299502"/>
                  <a:pt x="285332" y="298930"/>
                  <a:pt x="284094" y="298264"/>
                </a:cubicBezTo>
                <a:cubicBezTo>
                  <a:pt x="279236" y="295787"/>
                  <a:pt x="274664" y="293501"/>
                  <a:pt x="270854" y="290929"/>
                </a:cubicBezTo>
                <a:lnTo>
                  <a:pt x="270187" y="290453"/>
                </a:lnTo>
                <a:cubicBezTo>
                  <a:pt x="240183" y="271784"/>
                  <a:pt x="213228" y="247305"/>
                  <a:pt x="185319" y="213301"/>
                </a:cubicBezTo>
                <a:cubicBezTo>
                  <a:pt x="171984" y="196918"/>
                  <a:pt x="163317" y="183678"/>
                  <a:pt x="157316" y="170248"/>
                </a:cubicBezTo>
                <a:cubicBezTo>
                  <a:pt x="161697" y="165866"/>
                  <a:pt x="166174" y="161485"/>
                  <a:pt x="170556" y="157294"/>
                </a:cubicBezTo>
                <a:lnTo>
                  <a:pt x="172175" y="155770"/>
                </a:lnTo>
                <a:cubicBezTo>
                  <a:pt x="174270" y="153674"/>
                  <a:pt x="175699" y="152341"/>
                  <a:pt x="176937" y="151198"/>
                </a:cubicBezTo>
                <a:cubicBezTo>
                  <a:pt x="179128" y="149102"/>
                  <a:pt x="180747" y="147578"/>
                  <a:pt x="184653" y="143578"/>
                </a:cubicBezTo>
                <a:cubicBezTo>
                  <a:pt x="205798" y="121480"/>
                  <a:pt x="205703" y="93857"/>
                  <a:pt x="184462" y="71664"/>
                </a:cubicBezTo>
                <a:lnTo>
                  <a:pt x="156840" y="43946"/>
                </a:lnTo>
                <a:cubicBezTo>
                  <a:pt x="154173" y="41279"/>
                  <a:pt x="151601" y="38612"/>
                  <a:pt x="149029" y="36040"/>
                </a:cubicBezTo>
                <a:lnTo>
                  <a:pt x="147410" y="34421"/>
                </a:lnTo>
                <a:cubicBezTo>
                  <a:pt x="141219" y="28039"/>
                  <a:pt x="134837" y="21467"/>
                  <a:pt x="128265" y="15371"/>
                </a:cubicBezTo>
                <a:cubicBezTo>
                  <a:pt x="106833" y="-5203"/>
                  <a:pt x="78449" y="-5108"/>
                  <a:pt x="57875" y="15562"/>
                </a:cubicBezTo>
                <a:lnTo>
                  <a:pt x="22918" y="50518"/>
                </a:lnTo>
                <a:cubicBezTo>
                  <a:pt x="9012" y="63568"/>
                  <a:pt x="1296" y="80141"/>
                  <a:pt x="439" y="98524"/>
                </a:cubicBezTo>
                <a:cubicBezTo>
                  <a:pt x="-1942" y="127290"/>
                  <a:pt x="5773" y="153484"/>
                  <a:pt x="13679" y="175201"/>
                </a:cubicBezTo>
                <a:cubicBezTo>
                  <a:pt x="29490" y="218825"/>
                  <a:pt x="55684" y="262640"/>
                  <a:pt x="91498" y="305503"/>
                </a:cubicBezTo>
                <a:cubicBezTo>
                  <a:pt x="136266" y="358938"/>
                  <a:pt x="190368" y="401324"/>
                  <a:pt x="252471" y="431709"/>
                </a:cubicBezTo>
                <a:cubicBezTo>
                  <a:pt x="287618" y="448473"/>
                  <a:pt x="315907" y="456760"/>
                  <a:pt x="344006" y="458665"/>
                </a:cubicBezTo>
                <a:cubicBezTo>
                  <a:pt x="346387" y="458855"/>
                  <a:pt x="348768" y="458855"/>
                  <a:pt x="350959" y="458855"/>
                </a:cubicBezTo>
                <a:cubicBezTo>
                  <a:pt x="375343" y="458855"/>
                  <a:pt x="395155" y="450283"/>
                  <a:pt x="409919" y="433328"/>
                </a:cubicBezTo>
                <a:cubicBezTo>
                  <a:pt x="416682" y="426184"/>
                  <a:pt x="423540" y="419326"/>
                  <a:pt x="430969" y="412183"/>
                </a:cubicBezTo>
                <a:lnTo>
                  <a:pt x="433446" y="409706"/>
                </a:lnTo>
                <a:cubicBezTo>
                  <a:pt x="436303" y="406849"/>
                  <a:pt x="439161" y="404086"/>
                  <a:pt x="442113" y="401134"/>
                </a:cubicBezTo>
                <a:cubicBezTo>
                  <a:pt x="463545" y="379798"/>
                  <a:pt x="463545" y="351127"/>
                  <a:pt x="442209" y="329791"/>
                </a:cubicBezTo>
                <a:close/>
                <a:moveTo>
                  <a:pt x="388869" y="414183"/>
                </a:moveTo>
                <a:cubicBezTo>
                  <a:pt x="379344" y="425137"/>
                  <a:pt x="367342" y="430280"/>
                  <a:pt x="351245" y="430280"/>
                </a:cubicBezTo>
                <a:cubicBezTo>
                  <a:pt x="349530" y="430280"/>
                  <a:pt x="347816" y="430185"/>
                  <a:pt x="346006" y="430090"/>
                </a:cubicBezTo>
                <a:cubicBezTo>
                  <a:pt x="321622" y="428470"/>
                  <a:pt x="296571" y="420946"/>
                  <a:pt x="264948" y="405896"/>
                </a:cubicBezTo>
                <a:cubicBezTo>
                  <a:pt x="206655" y="377321"/>
                  <a:pt x="155697" y="337411"/>
                  <a:pt x="113501" y="287024"/>
                </a:cubicBezTo>
                <a:cubicBezTo>
                  <a:pt x="79878" y="246733"/>
                  <a:pt x="55303" y="205776"/>
                  <a:pt x="40635" y="165390"/>
                </a:cubicBezTo>
                <a:cubicBezTo>
                  <a:pt x="33491" y="145578"/>
                  <a:pt x="27109" y="124051"/>
                  <a:pt x="29014" y="100334"/>
                </a:cubicBezTo>
                <a:cubicBezTo>
                  <a:pt x="29586" y="89095"/>
                  <a:pt x="34158" y="79189"/>
                  <a:pt x="42825" y="71092"/>
                </a:cubicBezTo>
                <a:lnTo>
                  <a:pt x="78068" y="35755"/>
                </a:lnTo>
                <a:cubicBezTo>
                  <a:pt x="90260" y="23563"/>
                  <a:pt x="101404" y="29182"/>
                  <a:pt x="108643" y="36136"/>
                </a:cubicBezTo>
                <a:cubicBezTo>
                  <a:pt x="114739" y="41851"/>
                  <a:pt x="120645" y="47851"/>
                  <a:pt x="126836" y="54233"/>
                </a:cubicBezTo>
                <a:lnTo>
                  <a:pt x="126931" y="54328"/>
                </a:lnTo>
                <a:cubicBezTo>
                  <a:pt x="129979" y="57472"/>
                  <a:pt x="133218" y="60805"/>
                  <a:pt x="136551" y="64139"/>
                </a:cubicBezTo>
                <a:lnTo>
                  <a:pt x="163983" y="91571"/>
                </a:lnTo>
                <a:cubicBezTo>
                  <a:pt x="174556" y="102715"/>
                  <a:pt x="174651" y="112526"/>
                  <a:pt x="164174" y="123480"/>
                </a:cubicBezTo>
                <a:cubicBezTo>
                  <a:pt x="160459" y="127195"/>
                  <a:pt x="158935" y="128623"/>
                  <a:pt x="156840" y="130624"/>
                </a:cubicBezTo>
                <a:cubicBezTo>
                  <a:pt x="155601" y="131767"/>
                  <a:pt x="154268" y="133100"/>
                  <a:pt x="152077" y="135196"/>
                </a:cubicBezTo>
                <a:lnTo>
                  <a:pt x="151125" y="136053"/>
                </a:lnTo>
                <a:cubicBezTo>
                  <a:pt x="145695" y="141292"/>
                  <a:pt x="140171" y="146721"/>
                  <a:pt x="134646" y="152245"/>
                </a:cubicBezTo>
                <a:cubicBezTo>
                  <a:pt x="131122" y="155293"/>
                  <a:pt x="123597" y="163771"/>
                  <a:pt x="129027" y="177201"/>
                </a:cubicBezTo>
                <a:cubicBezTo>
                  <a:pt x="136075" y="194632"/>
                  <a:pt x="146553" y="211300"/>
                  <a:pt x="163031" y="231398"/>
                </a:cubicBezTo>
                <a:cubicBezTo>
                  <a:pt x="192939" y="267784"/>
                  <a:pt x="222086" y="294263"/>
                  <a:pt x="254661" y="314551"/>
                </a:cubicBezTo>
                <a:cubicBezTo>
                  <a:pt x="259995" y="318266"/>
                  <a:pt x="265615" y="321028"/>
                  <a:pt x="271140" y="323886"/>
                </a:cubicBezTo>
                <a:lnTo>
                  <a:pt x="271616" y="324172"/>
                </a:lnTo>
                <a:cubicBezTo>
                  <a:pt x="273902" y="325315"/>
                  <a:pt x="276283" y="326458"/>
                  <a:pt x="278855" y="327886"/>
                </a:cubicBezTo>
                <a:cubicBezTo>
                  <a:pt x="293142" y="335030"/>
                  <a:pt x="302096" y="326077"/>
                  <a:pt x="305049" y="323124"/>
                </a:cubicBezTo>
                <a:lnTo>
                  <a:pt x="334862" y="293215"/>
                </a:lnTo>
                <a:cubicBezTo>
                  <a:pt x="339529" y="288548"/>
                  <a:pt x="344673" y="286167"/>
                  <a:pt x="350007" y="286167"/>
                </a:cubicBezTo>
                <a:cubicBezTo>
                  <a:pt x="355245" y="286167"/>
                  <a:pt x="360484" y="288643"/>
                  <a:pt x="365151" y="293215"/>
                </a:cubicBezTo>
                <a:lnTo>
                  <a:pt x="421825" y="349984"/>
                </a:lnTo>
                <a:cubicBezTo>
                  <a:pt x="432112" y="360271"/>
                  <a:pt x="432112" y="370654"/>
                  <a:pt x="421825" y="380941"/>
                </a:cubicBezTo>
                <a:cubicBezTo>
                  <a:pt x="418682" y="384084"/>
                  <a:pt x="415443" y="387227"/>
                  <a:pt x="412395" y="390275"/>
                </a:cubicBezTo>
                <a:lnTo>
                  <a:pt x="410871" y="391799"/>
                </a:lnTo>
                <a:cubicBezTo>
                  <a:pt x="404204" y="398467"/>
                  <a:pt x="396393" y="406087"/>
                  <a:pt x="388869" y="414183"/>
                </a:cubicBezTo>
                <a:close/>
              </a:path>
            </a:pathLst>
          </a:custGeom>
          <a:solidFill>
            <a:srgbClr val="211452"/>
          </a:solidFill>
          <a:ln w="9525" cap="flat">
            <a:noFill/>
            <a:prstDash val="solid"/>
            <a:miter/>
          </a:ln>
        </p:spPr>
        <p:txBody>
          <a:bodyPr rtlCol="0" anchor="ctr"/>
          <a:lstStyle/>
          <a:p>
            <a:endParaRPr lang="en-US"/>
          </a:p>
        </p:txBody>
      </p:sp>
      <p:sp>
        <p:nvSpPr>
          <p:cNvPr id="144" name="Grafik 75">
            <a:extLst>
              <a:ext uri="{FF2B5EF4-FFF2-40B4-BE49-F238E27FC236}">
                <a16:creationId xmlns:a16="http://schemas.microsoft.com/office/drawing/2014/main" id="{756008CE-8790-4A7E-8968-75A98C813546}"/>
              </a:ext>
            </a:extLst>
          </p:cNvPr>
          <p:cNvSpPr/>
          <p:nvPr/>
        </p:nvSpPr>
        <p:spPr bwMode="gray">
          <a:xfrm>
            <a:off x="11104656" y="4778836"/>
            <a:ext cx="514350" cy="346138"/>
          </a:xfrm>
          <a:custGeom>
            <a:avLst/>
            <a:gdLst>
              <a:gd name="connsiteX0" fmla="*/ 496062 w 514350"/>
              <a:gd name="connsiteY0" fmla="*/ 90583 h 346138"/>
              <a:gd name="connsiteX1" fmla="*/ 266891 w 514350"/>
              <a:gd name="connsiteY1" fmla="*/ 1905 h 346138"/>
              <a:gd name="connsiteX2" fmla="*/ 256604 w 514350"/>
              <a:gd name="connsiteY2" fmla="*/ 0 h 346138"/>
              <a:gd name="connsiteX3" fmla="*/ 246126 w 514350"/>
              <a:gd name="connsiteY3" fmla="*/ 2000 h 346138"/>
              <a:gd name="connsiteX4" fmla="*/ 18098 w 514350"/>
              <a:gd name="connsiteY4" fmla="*/ 91916 h 346138"/>
              <a:gd name="connsiteX5" fmla="*/ 0 w 514350"/>
              <a:gd name="connsiteY5" fmla="*/ 118586 h 346138"/>
              <a:gd name="connsiteX6" fmla="*/ 18193 w 514350"/>
              <a:gd name="connsiteY6" fmla="*/ 145161 h 346138"/>
              <a:gd name="connsiteX7" fmla="*/ 51816 w 514350"/>
              <a:gd name="connsiteY7" fmla="*/ 158210 h 346138"/>
              <a:gd name="connsiteX8" fmla="*/ 51816 w 514350"/>
              <a:gd name="connsiteY8" fmla="*/ 265081 h 346138"/>
              <a:gd name="connsiteX9" fmla="*/ 66104 w 514350"/>
              <a:gd name="connsiteY9" fmla="*/ 279368 h 346138"/>
              <a:gd name="connsiteX10" fmla="*/ 80391 w 514350"/>
              <a:gd name="connsiteY10" fmla="*/ 265081 h 346138"/>
              <a:gd name="connsiteX11" fmla="*/ 80391 w 514350"/>
              <a:gd name="connsiteY11" fmla="*/ 169355 h 346138"/>
              <a:gd name="connsiteX12" fmla="*/ 106394 w 514350"/>
              <a:gd name="connsiteY12" fmla="*/ 179451 h 346138"/>
              <a:gd name="connsiteX13" fmla="*/ 106394 w 514350"/>
              <a:gd name="connsiteY13" fmla="*/ 264700 h 346138"/>
              <a:gd name="connsiteX14" fmla="*/ 107156 w 514350"/>
              <a:gd name="connsiteY14" fmla="*/ 269177 h 346138"/>
              <a:gd name="connsiteX15" fmla="*/ 256794 w 514350"/>
              <a:gd name="connsiteY15" fmla="*/ 346139 h 346138"/>
              <a:gd name="connsiteX16" fmla="*/ 405003 w 514350"/>
              <a:gd name="connsiteY16" fmla="*/ 269177 h 346138"/>
              <a:gd name="connsiteX17" fmla="*/ 405575 w 514350"/>
              <a:gd name="connsiteY17" fmla="*/ 265081 h 346138"/>
              <a:gd name="connsiteX18" fmla="*/ 405575 w 514350"/>
              <a:gd name="connsiteY18" fmla="*/ 179546 h 346138"/>
              <a:gd name="connsiteX19" fmla="*/ 496253 w 514350"/>
              <a:gd name="connsiteY19" fmla="*/ 143732 h 346138"/>
              <a:gd name="connsiteX20" fmla="*/ 514350 w 514350"/>
              <a:gd name="connsiteY20" fmla="*/ 117062 h 346138"/>
              <a:gd name="connsiteX21" fmla="*/ 496062 w 514350"/>
              <a:gd name="connsiteY21" fmla="*/ 90583 h 346138"/>
              <a:gd name="connsiteX22" fmla="*/ 377000 w 514350"/>
              <a:gd name="connsiteY22" fmla="*/ 262604 h 346138"/>
              <a:gd name="connsiteX23" fmla="*/ 256794 w 514350"/>
              <a:gd name="connsiteY23" fmla="*/ 317564 h 346138"/>
              <a:gd name="connsiteX24" fmla="*/ 134969 w 514350"/>
              <a:gd name="connsiteY24" fmla="*/ 262033 h 346138"/>
              <a:gd name="connsiteX25" fmla="*/ 134969 w 514350"/>
              <a:gd name="connsiteY25" fmla="*/ 190595 h 346138"/>
              <a:gd name="connsiteX26" fmla="*/ 246793 w 514350"/>
              <a:gd name="connsiteY26" fmla="*/ 234125 h 346138"/>
              <a:gd name="connsiteX27" fmla="*/ 257175 w 514350"/>
              <a:gd name="connsiteY27" fmla="*/ 236030 h 346138"/>
              <a:gd name="connsiteX28" fmla="*/ 267653 w 514350"/>
              <a:gd name="connsiteY28" fmla="*/ 234029 h 346138"/>
              <a:gd name="connsiteX29" fmla="*/ 377000 w 514350"/>
              <a:gd name="connsiteY29" fmla="*/ 190881 h 346138"/>
              <a:gd name="connsiteX30" fmla="*/ 377000 w 514350"/>
              <a:gd name="connsiteY30" fmla="*/ 262604 h 346138"/>
              <a:gd name="connsiteX31" fmla="*/ 257080 w 514350"/>
              <a:gd name="connsiteY31" fmla="*/ 207455 h 346138"/>
              <a:gd name="connsiteX32" fmla="*/ 111443 w 514350"/>
              <a:gd name="connsiteY32" fmla="*/ 150781 h 346138"/>
              <a:gd name="connsiteX33" fmla="*/ 217170 w 514350"/>
              <a:gd name="connsiteY33" fmla="*/ 132112 h 346138"/>
              <a:gd name="connsiteX34" fmla="*/ 228791 w 514350"/>
              <a:gd name="connsiteY34" fmla="*/ 115538 h 346138"/>
              <a:gd name="connsiteX35" fmla="*/ 212217 w 514350"/>
              <a:gd name="connsiteY35" fmla="*/ 103918 h 346138"/>
              <a:gd name="connsiteX36" fmla="*/ 63627 w 514350"/>
              <a:gd name="connsiteY36" fmla="*/ 130207 h 346138"/>
              <a:gd name="connsiteX37" fmla="*/ 60770 w 514350"/>
              <a:gd name="connsiteY37" fmla="*/ 131064 h 346138"/>
              <a:gd name="connsiteX38" fmla="*/ 28575 w 514350"/>
              <a:gd name="connsiteY38" fmla="*/ 118491 h 346138"/>
              <a:gd name="connsiteX39" fmla="*/ 256604 w 514350"/>
              <a:gd name="connsiteY39" fmla="*/ 28575 h 346138"/>
              <a:gd name="connsiteX40" fmla="*/ 485775 w 514350"/>
              <a:gd name="connsiteY40" fmla="*/ 117158 h 346138"/>
              <a:gd name="connsiteX41" fmla="*/ 257080 w 514350"/>
              <a:gd name="connsiteY41" fmla="*/ 207455 h 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14350" h="346138">
                <a:moveTo>
                  <a:pt x="496062" y="90583"/>
                </a:moveTo>
                <a:lnTo>
                  <a:pt x="266891" y="1905"/>
                </a:lnTo>
                <a:cubicBezTo>
                  <a:pt x="263557" y="667"/>
                  <a:pt x="260033" y="0"/>
                  <a:pt x="256604" y="0"/>
                </a:cubicBezTo>
                <a:cubicBezTo>
                  <a:pt x="253079" y="0"/>
                  <a:pt x="249460" y="667"/>
                  <a:pt x="246126" y="2000"/>
                </a:cubicBezTo>
                <a:lnTo>
                  <a:pt x="18098" y="91916"/>
                </a:lnTo>
                <a:cubicBezTo>
                  <a:pt x="7144" y="96203"/>
                  <a:pt x="0" y="106775"/>
                  <a:pt x="0" y="118586"/>
                </a:cubicBezTo>
                <a:cubicBezTo>
                  <a:pt x="0" y="130302"/>
                  <a:pt x="7239" y="140875"/>
                  <a:pt x="18193" y="145161"/>
                </a:cubicBezTo>
                <a:lnTo>
                  <a:pt x="51816" y="158210"/>
                </a:lnTo>
                <a:lnTo>
                  <a:pt x="51816" y="265081"/>
                </a:lnTo>
                <a:cubicBezTo>
                  <a:pt x="51816" y="272987"/>
                  <a:pt x="58198" y="279368"/>
                  <a:pt x="66104" y="279368"/>
                </a:cubicBezTo>
                <a:cubicBezTo>
                  <a:pt x="74009" y="279368"/>
                  <a:pt x="80391" y="272987"/>
                  <a:pt x="80391" y="265081"/>
                </a:cubicBezTo>
                <a:lnTo>
                  <a:pt x="80391" y="169355"/>
                </a:lnTo>
                <a:lnTo>
                  <a:pt x="106394" y="179451"/>
                </a:lnTo>
                <a:lnTo>
                  <a:pt x="106394" y="264700"/>
                </a:lnTo>
                <a:cubicBezTo>
                  <a:pt x="106394" y="266224"/>
                  <a:pt x="106680" y="267748"/>
                  <a:pt x="107156" y="269177"/>
                </a:cubicBezTo>
                <a:cubicBezTo>
                  <a:pt x="108204" y="272320"/>
                  <a:pt x="133922" y="346139"/>
                  <a:pt x="256794" y="346139"/>
                </a:cubicBezTo>
                <a:cubicBezTo>
                  <a:pt x="380714" y="346139"/>
                  <a:pt x="404050" y="272320"/>
                  <a:pt x="405003" y="269177"/>
                </a:cubicBezTo>
                <a:cubicBezTo>
                  <a:pt x="405384" y="267843"/>
                  <a:pt x="405575" y="266510"/>
                  <a:pt x="405575" y="265081"/>
                </a:cubicBezTo>
                <a:lnTo>
                  <a:pt x="405575" y="179546"/>
                </a:lnTo>
                <a:lnTo>
                  <a:pt x="496253" y="143732"/>
                </a:lnTo>
                <a:cubicBezTo>
                  <a:pt x="507206" y="139446"/>
                  <a:pt x="514350" y="128778"/>
                  <a:pt x="514350" y="117062"/>
                </a:cubicBezTo>
                <a:cubicBezTo>
                  <a:pt x="514255" y="105347"/>
                  <a:pt x="507016" y="94774"/>
                  <a:pt x="496062" y="90583"/>
                </a:cubicBezTo>
                <a:close/>
                <a:moveTo>
                  <a:pt x="377000" y="262604"/>
                </a:moveTo>
                <a:cubicBezTo>
                  <a:pt x="373190" y="271748"/>
                  <a:pt x="349758" y="317564"/>
                  <a:pt x="256794" y="317564"/>
                </a:cubicBezTo>
                <a:cubicBezTo>
                  <a:pt x="164687" y="317564"/>
                  <a:pt x="139351" y="271748"/>
                  <a:pt x="134969" y="262033"/>
                </a:cubicBezTo>
                <a:lnTo>
                  <a:pt x="134969" y="190595"/>
                </a:lnTo>
                <a:lnTo>
                  <a:pt x="246793" y="234125"/>
                </a:lnTo>
                <a:cubicBezTo>
                  <a:pt x="250127" y="235458"/>
                  <a:pt x="253651" y="236030"/>
                  <a:pt x="257175" y="236030"/>
                </a:cubicBezTo>
                <a:cubicBezTo>
                  <a:pt x="260699" y="236030"/>
                  <a:pt x="264319" y="235363"/>
                  <a:pt x="267653" y="234029"/>
                </a:cubicBezTo>
                <a:lnTo>
                  <a:pt x="377000" y="190881"/>
                </a:lnTo>
                <a:lnTo>
                  <a:pt x="377000" y="262604"/>
                </a:lnTo>
                <a:close/>
                <a:moveTo>
                  <a:pt x="257080" y="207455"/>
                </a:moveTo>
                <a:lnTo>
                  <a:pt x="111443" y="150781"/>
                </a:lnTo>
                <a:lnTo>
                  <a:pt x="217170" y="132112"/>
                </a:lnTo>
                <a:cubicBezTo>
                  <a:pt x="224981" y="130778"/>
                  <a:pt x="230124" y="123349"/>
                  <a:pt x="228791" y="115538"/>
                </a:cubicBezTo>
                <a:cubicBezTo>
                  <a:pt x="227457" y="107728"/>
                  <a:pt x="220028" y="102584"/>
                  <a:pt x="212217" y="103918"/>
                </a:cubicBezTo>
                <a:lnTo>
                  <a:pt x="63627" y="130207"/>
                </a:lnTo>
                <a:cubicBezTo>
                  <a:pt x="62675" y="130397"/>
                  <a:pt x="61722" y="130683"/>
                  <a:pt x="60770" y="131064"/>
                </a:cubicBezTo>
                <a:lnTo>
                  <a:pt x="28575" y="118491"/>
                </a:lnTo>
                <a:lnTo>
                  <a:pt x="256604" y="28575"/>
                </a:lnTo>
                <a:lnTo>
                  <a:pt x="485775" y="117158"/>
                </a:lnTo>
                <a:lnTo>
                  <a:pt x="257080" y="207455"/>
                </a:lnTo>
                <a:close/>
              </a:path>
            </a:pathLst>
          </a:custGeom>
          <a:solidFill>
            <a:srgbClr val="211452"/>
          </a:solidFill>
          <a:ln w="9525" cap="flat">
            <a:noFill/>
            <a:prstDash val="solid"/>
            <a:miter/>
          </a:ln>
        </p:spPr>
        <p:txBody>
          <a:bodyPr rtlCol="0" anchor="ctr"/>
          <a:lstStyle/>
          <a:p>
            <a:endParaRPr lang="en-US"/>
          </a:p>
        </p:txBody>
      </p:sp>
      <p:sp>
        <p:nvSpPr>
          <p:cNvPr id="145" name="Grafik 61">
            <a:extLst>
              <a:ext uri="{FF2B5EF4-FFF2-40B4-BE49-F238E27FC236}">
                <a16:creationId xmlns:a16="http://schemas.microsoft.com/office/drawing/2014/main" id="{5A595552-E5CA-45D5-89A3-D4D4B890BDB3}"/>
              </a:ext>
            </a:extLst>
          </p:cNvPr>
          <p:cNvSpPr/>
          <p:nvPr/>
        </p:nvSpPr>
        <p:spPr bwMode="gray">
          <a:xfrm>
            <a:off x="565417" y="5681613"/>
            <a:ext cx="457021" cy="457009"/>
          </a:xfrm>
          <a:custGeom>
            <a:avLst/>
            <a:gdLst>
              <a:gd name="connsiteX0" fmla="*/ 448628 w 457021"/>
              <a:gd name="connsiteY0" fmla="*/ 408242 h 457009"/>
              <a:gd name="connsiteX1" fmla="*/ 333851 w 457021"/>
              <a:gd name="connsiteY1" fmla="*/ 293370 h 457009"/>
              <a:gd name="connsiteX2" fmla="*/ 369475 w 457021"/>
              <a:gd name="connsiteY2" fmla="*/ 184785 h 457009"/>
              <a:gd name="connsiteX3" fmla="*/ 184785 w 457021"/>
              <a:gd name="connsiteY3" fmla="*/ 0 h 457009"/>
              <a:gd name="connsiteX4" fmla="*/ 0 w 457021"/>
              <a:gd name="connsiteY4" fmla="*/ 184785 h 457009"/>
              <a:gd name="connsiteX5" fmla="*/ 184785 w 457021"/>
              <a:gd name="connsiteY5" fmla="*/ 369570 h 457009"/>
              <a:gd name="connsiteX6" fmla="*/ 293561 w 457021"/>
              <a:gd name="connsiteY6" fmla="*/ 333851 h 457009"/>
              <a:gd name="connsiteX7" fmla="*/ 408242 w 457021"/>
              <a:gd name="connsiteY7" fmla="*/ 448628 h 457009"/>
              <a:gd name="connsiteX8" fmla="*/ 428435 w 457021"/>
              <a:gd name="connsiteY8" fmla="*/ 457010 h 457009"/>
              <a:gd name="connsiteX9" fmla="*/ 448628 w 457021"/>
              <a:gd name="connsiteY9" fmla="*/ 448628 h 457009"/>
              <a:gd name="connsiteX10" fmla="*/ 448628 w 457021"/>
              <a:gd name="connsiteY10" fmla="*/ 408242 h 457009"/>
              <a:gd name="connsiteX11" fmla="*/ 184785 w 457021"/>
              <a:gd name="connsiteY11" fmla="*/ 340900 h 457009"/>
              <a:gd name="connsiteX12" fmla="*/ 28575 w 457021"/>
              <a:gd name="connsiteY12" fmla="*/ 184690 h 457009"/>
              <a:gd name="connsiteX13" fmla="*/ 184785 w 457021"/>
              <a:gd name="connsiteY13" fmla="*/ 28575 h 457009"/>
              <a:gd name="connsiteX14" fmla="*/ 340900 w 457021"/>
              <a:gd name="connsiteY14" fmla="*/ 184690 h 457009"/>
              <a:gd name="connsiteX15" fmla="*/ 184785 w 457021"/>
              <a:gd name="connsiteY15" fmla="*/ 340900 h 45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7021" h="457009">
                <a:moveTo>
                  <a:pt x="448628" y="408242"/>
                </a:moveTo>
                <a:lnTo>
                  <a:pt x="333851" y="293370"/>
                </a:lnTo>
                <a:cubicBezTo>
                  <a:pt x="356140" y="262890"/>
                  <a:pt x="369475" y="225362"/>
                  <a:pt x="369475" y="184785"/>
                </a:cubicBezTo>
                <a:cubicBezTo>
                  <a:pt x="369475" y="82868"/>
                  <a:pt x="286607" y="0"/>
                  <a:pt x="184785" y="0"/>
                </a:cubicBezTo>
                <a:cubicBezTo>
                  <a:pt x="82963" y="0"/>
                  <a:pt x="0" y="82868"/>
                  <a:pt x="0" y="184785"/>
                </a:cubicBezTo>
                <a:cubicBezTo>
                  <a:pt x="0" y="286703"/>
                  <a:pt x="82868" y="369570"/>
                  <a:pt x="184785" y="369570"/>
                </a:cubicBezTo>
                <a:cubicBezTo>
                  <a:pt x="225457" y="369570"/>
                  <a:pt x="262985" y="356235"/>
                  <a:pt x="293561" y="333851"/>
                </a:cubicBezTo>
                <a:lnTo>
                  <a:pt x="408242" y="448628"/>
                </a:lnTo>
                <a:cubicBezTo>
                  <a:pt x="413861" y="454247"/>
                  <a:pt x="421100" y="457010"/>
                  <a:pt x="428435" y="457010"/>
                </a:cubicBezTo>
                <a:cubicBezTo>
                  <a:pt x="435769" y="457010"/>
                  <a:pt x="443008" y="454247"/>
                  <a:pt x="448628" y="448628"/>
                </a:cubicBezTo>
                <a:cubicBezTo>
                  <a:pt x="459772" y="437579"/>
                  <a:pt x="459867" y="419481"/>
                  <a:pt x="448628" y="408242"/>
                </a:cubicBezTo>
                <a:close/>
                <a:moveTo>
                  <a:pt x="184785" y="340900"/>
                </a:moveTo>
                <a:cubicBezTo>
                  <a:pt x="98489" y="340900"/>
                  <a:pt x="28575" y="270986"/>
                  <a:pt x="28575" y="184690"/>
                </a:cubicBezTo>
                <a:cubicBezTo>
                  <a:pt x="28575" y="98393"/>
                  <a:pt x="98489" y="28575"/>
                  <a:pt x="184785" y="28575"/>
                </a:cubicBezTo>
                <a:cubicBezTo>
                  <a:pt x="271082" y="28575"/>
                  <a:pt x="340900" y="98489"/>
                  <a:pt x="340900" y="184690"/>
                </a:cubicBezTo>
                <a:cubicBezTo>
                  <a:pt x="340900" y="270891"/>
                  <a:pt x="270986" y="340900"/>
                  <a:pt x="184785" y="340900"/>
                </a:cubicBezTo>
                <a:close/>
              </a:path>
            </a:pathLst>
          </a:custGeom>
          <a:solidFill>
            <a:srgbClr val="211452"/>
          </a:solidFill>
          <a:ln w="9525" cap="flat">
            <a:noFill/>
            <a:prstDash val="solid"/>
            <a:miter/>
          </a:ln>
        </p:spPr>
        <p:txBody>
          <a:bodyPr rtlCol="0" anchor="ctr"/>
          <a:lstStyle/>
          <a:p>
            <a:endParaRPr lang="en-US"/>
          </a:p>
        </p:txBody>
      </p:sp>
      <p:sp>
        <p:nvSpPr>
          <p:cNvPr id="146" name="Grafik 55">
            <a:extLst>
              <a:ext uri="{FF2B5EF4-FFF2-40B4-BE49-F238E27FC236}">
                <a16:creationId xmlns:a16="http://schemas.microsoft.com/office/drawing/2014/main" id="{E15061BD-39A0-498B-9D04-52A30622FDE7}"/>
              </a:ext>
            </a:extLst>
          </p:cNvPr>
          <p:cNvSpPr/>
          <p:nvPr/>
        </p:nvSpPr>
        <p:spPr bwMode="gray">
          <a:xfrm>
            <a:off x="1371443" y="5646366"/>
            <a:ext cx="485120" cy="485775"/>
          </a:xfrm>
          <a:custGeom>
            <a:avLst/>
            <a:gdLst>
              <a:gd name="connsiteX0" fmla="*/ 413766 w 485120"/>
              <a:gd name="connsiteY0" fmla="*/ 130493 h 485775"/>
              <a:gd name="connsiteX1" fmla="*/ 415004 w 485120"/>
              <a:gd name="connsiteY1" fmla="*/ 114300 h 485775"/>
              <a:gd name="connsiteX2" fmla="*/ 300704 w 485120"/>
              <a:gd name="connsiteY2" fmla="*/ 0 h 485775"/>
              <a:gd name="connsiteX3" fmla="*/ 186404 w 485120"/>
              <a:gd name="connsiteY3" fmla="*/ 114300 h 485775"/>
              <a:gd name="connsiteX4" fmla="*/ 186404 w 485120"/>
              <a:gd name="connsiteY4" fmla="*/ 114300 h 485775"/>
              <a:gd name="connsiteX5" fmla="*/ 157448 w 485120"/>
              <a:gd name="connsiteY5" fmla="*/ 114300 h 485775"/>
              <a:gd name="connsiteX6" fmla="*/ 103442 w 485120"/>
              <a:gd name="connsiteY6" fmla="*/ 95059 h 485775"/>
              <a:gd name="connsiteX7" fmla="*/ 90678 w 485120"/>
              <a:gd name="connsiteY7" fmla="*/ 96679 h 485775"/>
              <a:gd name="connsiteX8" fmla="*/ 84392 w 485120"/>
              <a:gd name="connsiteY8" fmla="*/ 107918 h 485775"/>
              <a:gd name="connsiteX9" fmla="*/ 80963 w 485120"/>
              <a:gd name="connsiteY9" fmla="*/ 180023 h 485775"/>
              <a:gd name="connsiteX10" fmla="*/ 60389 w 485120"/>
              <a:gd name="connsiteY10" fmla="*/ 228600 h 485775"/>
              <a:gd name="connsiteX11" fmla="*/ 14288 w 485120"/>
              <a:gd name="connsiteY11" fmla="*/ 228600 h 485775"/>
              <a:gd name="connsiteX12" fmla="*/ 0 w 485120"/>
              <a:gd name="connsiteY12" fmla="*/ 242888 h 485775"/>
              <a:gd name="connsiteX13" fmla="*/ 0 w 485120"/>
              <a:gd name="connsiteY13" fmla="*/ 301276 h 485775"/>
              <a:gd name="connsiteX14" fmla="*/ 1619 w 485120"/>
              <a:gd name="connsiteY14" fmla="*/ 307848 h 485775"/>
              <a:gd name="connsiteX15" fmla="*/ 114300 w 485120"/>
              <a:gd name="connsiteY15" fmla="*/ 425006 h 485775"/>
              <a:gd name="connsiteX16" fmla="*/ 114300 w 485120"/>
              <a:gd name="connsiteY16" fmla="*/ 471488 h 485775"/>
              <a:gd name="connsiteX17" fmla="*/ 128588 w 485120"/>
              <a:gd name="connsiteY17" fmla="*/ 485775 h 485775"/>
              <a:gd name="connsiteX18" fmla="*/ 185356 w 485120"/>
              <a:gd name="connsiteY18" fmla="*/ 485775 h 485775"/>
              <a:gd name="connsiteX19" fmla="*/ 199644 w 485120"/>
              <a:gd name="connsiteY19" fmla="*/ 471678 h 485775"/>
              <a:gd name="connsiteX20" fmla="*/ 200120 w 485120"/>
              <a:gd name="connsiteY20" fmla="*/ 431101 h 485775"/>
              <a:gd name="connsiteX21" fmla="*/ 284893 w 485120"/>
              <a:gd name="connsiteY21" fmla="*/ 432054 h 485775"/>
              <a:gd name="connsiteX22" fmla="*/ 284417 w 485120"/>
              <a:gd name="connsiteY22" fmla="*/ 471297 h 485775"/>
              <a:gd name="connsiteX23" fmla="*/ 288512 w 485120"/>
              <a:gd name="connsiteY23" fmla="*/ 481489 h 485775"/>
              <a:gd name="connsiteX24" fmla="*/ 298704 w 485120"/>
              <a:gd name="connsiteY24" fmla="*/ 485775 h 485775"/>
              <a:gd name="connsiteX25" fmla="*/ 357188 w 485120"/>
              <a:gd name="connsiteY25" fmla="*/ 485775 h 485775"/>
              <a:gd name="connsiteX26" fmla="*/ 371475 w 485120"/>
              <a:gd name="connsiteY26" fmla="*/ 471488 h 485775"/>
              <a:gd name="connsiteX27" fmla="*/ 371475 w 485120"/>
              <a:gd name="connsiteY27" fmla="*/ 428054 h 485775"/>
              <a:gd name="connsiteX28" fmla="*/ 433483 w 485120"/>
              <a:gd name="connsiteY28" fmla="*/ 395573 h 485775"/>
              <a:gd name="connsiteX29" fmla="*/ 485108 w 485120"/>
              <a:gd name="connsiteY29" fmla="*/ 274320 h 485775"/>
              <a:gd name="connsiteX30" fmla="*/ 413766 w 485120"/>
              <a:gd name="connsiteY30" fmla="*/ 130493 h 485775"/>
              <a:gd name="connsiteX31" fmla="*/ 300800 w 485120"/>
              <a:gd name="connsiteY31" fmla="*/ 26575 h 485775"/>
              <a:gd name="connsiteX32" fmla="*/ 388525 w 485120"/>
              <a:gd name="connsiteY32" fmla="*/ 114300 h 485775"/>
              <a:gd name="connsiteX33" fmla="*/ 300800 w 485120"/>
              <a:gd name="connsiteY33" fmla="*/ 202025 h 485775"/>
              <a:gd name="connsiteX34" fmla="*/ 213074 w 485120"/>
              <a:gd name="connsiteY34" fmla="*/ 114300 h 485775"/>
              <a:gd name="connsiteX35" fmla="*/ 300800 w 485120"/>
              <a:gd name="connsiteY35" fmla="*/ 26575 h 485775"/>
              <a:gd name="connsiteX36" fmla="*/ 413195 w 485120"/>
              <a:gd name="connsiteY36" fmla="*/ 375475 h 485775"/>
              <a:gd name="connsiteX37" fmla="*/ 357378 w 485120"/>
              <a:gd name="connsiteY37" fmla="*/ 400431 h 485775"/>
              <a:gd name="connsiteX38" fmla="*/ 347186 w 485120"/>
              <a:gd name="connsiteY38" fmla="*/ 404527 h 485775"/>
              <a:gd name="connsiteX39" fmla="*/ 342900 w 485120"/>
              <a:gd name="connsiteY39" fmla="*/ 414719 h 485775"/>
              <a:gd name="connsiteX40" fmla="*/ 342900 w 485120"/>
              <a:gd name="connsiteY40" fmla="*/ 457200 h 485775"/>
              <a:gd name="connsiteX41" fmla="*/ 313087 w 485120"/>
              <a:gd name="connsiteY41" fmla="*/ 457200 h 485775"/>
              <a:gd name="connsiteX42" fmla="*/ 313658 w 485120"/>
              <a:gd name="connsiteY42" fmla="*/ 413480 h 485775"/>
              <a:gd name="connsiteX43" fmla="*/ 307753 w 485120"/>
              <a:gd name="connsiteY43" fmla="*/ 401765 h 485775"/>
              <a:gd name="connsiteX44" fmla="*/ 294799 w 485120"/>
              <a:gd name="connsiteY44" fmla="*/ 399764 h 485775"/>
              <a:gd name="connsiteX45" fmla="*/ 190786 w 485120"/>
              <a:gd name="connsiteY45" fmla="*/ 399098 h 485775"/>
              <a:gd name="connsiteX46" fmla="*/ 177832 w 485120"/>
              <a:gd name="connsiteY46" fmla="*/ 400812 h 485775"/>
              <a:gd name="connsiteX47" fmla="*/ 171736 w 485120"/>
              <a:gd name="connsiteY47" fmla="*/ 412337 h 485775"/>
              <a:gd name="connsiteX48" fmla="*/ 171260 w 485120"/>
              <a:gd name="connsiteY48" fmla="*/ 457200 h 485775"/>
              <a:gd name="connsiteX49" fmla="*/ 142875 w 485120"/>
              <a:gd name="connsiteY49" fmla="*/ 457200 h 485775"/>
              <a:gd name="connsiteX50" fmla="*/ 142875 w 485120"/>
              <a:gd name="connsiteY50" fmla="*/ 417481 h 485775"/>
              <a:gd name="connsiteX51" fmla="*/ 136398 w 485120"/>
              <a:gd name="connsiteY51" fmla="*/ 405575 h 485775"/>
              <a:gd name="connsiteX52" fmla="*/ 28575 w 485120"/>
              <a:gd name="connsiteY52" fmla="*/ 297656 h 485775"/>
              <a:gd name="connsiteX53" fmla="*/ 28575 w 485120"/>
              <a:gd name="connsiteY53" fmla="*/ 257175 h 485775"/>
              <a:gd name="connsiteX54" fmla="*/ 69914 w 485120"/>
              <a:gd name="connsiteY54" fmla="*/ 257175 h 485775"/>
              <a:gd name="connsiteX55" fmla="*/ 83058 w 485120"/>
              <a:gd name="connsiteY55" fmla="*/ 248412 h 485775"/>
              <a:gd name="connsiteX56" fmla="*/ 108395 w 485120"/>
              <a:gd name="connsiteY56" fmla="*/ 188595 h 485775"/>
              <a:gd name="connsiteX57" fmla="*/ 109538 w 485120"/>
              <a:gd name="connsiteY57" fmla="*/ 183737 h 485775"/>
              <a:gd name="connsiteX58" fmla="*/ 112109 w 485120"/>
              <a:gd name="connsiteY58" fmla="*/ 128397 h 485775"/>
              <a:gd name="connsiteX59" fmla="*/ 150209 w 485120"/>
              <a:gd name="connsiteY59" fmla="*/ 142018 h 485775"/>
              <a:gd name="connsiteX60" fmla="*/ 154972 w 485120"/>
              <a:gd name="connsiteY60" fmla="*/ 142875 h 485775"/>
              <a:gd name="connsiteX61" fmla="*/ 190119 w 485120"/>
              <a:gd name="connsiteY61" fmla="*/ 142875 h 485775"/>
              <a:gd name="connsiteX62" fmla="*/ 300704 w 485120"/>
              <a:gd name="connsiteY62" fmla="*/ 228600 h 485775"/>
              <a:gd name="connsiteX63" fmla="*/ 405479 w 485120"/>
              <a:gd name="connsiteY63" fmla="*/ 159925 h 485775"/>
              <a:gd name="connsiteX64" fmla="*/ 456438 w 485120"/>
              <a:gd name="connsiteY64" fmla="*/ 274796 h 485775"/>
              <a:gd name="connsiteX65" fmla="*/ 413195 w 485120"/>
              <a:gd name="connsiteY65" fmla="*/ 37547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85120" h="485775">
                <a:moveTo>
                  <a:pt x="413766" y="130493"/>
                </a:moveTo>
                <a:cubicBezTo>
                  <a:pt x="414528" y="125159"/>
                  <a:pt x="415004" y="119825"/>
                  <a:pt x="415004" y="114300"/>
                </a:cubicBezTo>
                <a:cubicBezTo>
                  <a:pt x="415004" y="51149"/>
                  <a:pt x="363855" y="0"/>
                  <a:pt x="300704" y="0"/>
                </a:cubicBezTo>
                <a:cubicBezTo>
                  <a:pt x="237554" y="0"/>
                  <a:pt x="186404" y="51149"/>
                  <a:pt x="186404" y="114300"/>
                </a:cubicBezTo>
                <a:cubicBezTo>
                  <a:pt x="186404" y="114300"/>
                  <a:pt x="186404" y="114300"/>
                  <a:pt x="186404" y="114300"/>
                </a:cubicBezTo>
                <a:lnTo>
                  <a:pt x="157448" y="114300"/>
                </a:lnTo>
                <a:lnTo>
                  <a:pt x="103442" y="95059"/>
                </a:lnTo>
                <a:cubicBezTo>
                  <a:pt x="99155" y="93536"/>
                  <a:pt x="94488" y="94107"/>
                  <a:pt x="90678" y="96679"/>
                </a:cubicBezTo>
                <a:cubicBezTo>
                  <a:pt x="86868" y="99251"/>
                  <a:pt x="84582" y="103346"/>
                  <a:pt x="84392" y="107918"/>
                </a:cubicBezTo>
                <a:lnTo>
                  <a:pt x="80963" y="180023"/>
                </a:lnTo>
                <a:lnTo>
                  <a:pt x="60389" y="228600"/>
                </a:lnTo>
                <a:lnTo>
                  <a:pt x="14288" y="228600"/>
                </a:lnTo>
                <a:cubicBezTo>
                  <a:pt x="6382" y="228600"/>
                  <a:pt x="0" y="234982"/>
                  <a:pt x="0" y="242888"/>
                </a:cubicBezTo>
                <a:lnTo>
                  <a:pt x="0" y="301276"/>
                </a:lnTo>
                <a:cubicBezTo>
                  <a:pt x="0" y="303562"/>
                  <a:pt x="572" y="305848"/>
                  <a:pt x="1619" y="307848"/>
                </a:cubicBezTo>
                <a:cubicBezTo>
                  <a:pt x="30194" y="363093"/>
                  <a:pt x="93726" y="410623"/>
                  <a:pt x="114300" y="425006"/>
                </a:cubicBezTo>
                <a:lnTo>
                  <a:pt x="114300" y="471488"/>
                </a:lnTo>
                <a:cubicBezTo>
                  <a:pt x="114300" y="479393"/>
                  <a:pt x="120682" y="485775"/>
                  <a:pt x="128588" y="485775"/>
                </a:cubicBezTo>
                <a:lnTo>
                  <a:pt x="185356" y="485775"/>
                </a:lnTo>
                <a:cubicBezTo>
                  <a:pt x="193167" y="485775"/>
                  <a:pt x="199549" y="479489"/>
                  <a:pt x="199644" y="471678"/>
                </a:cubicBezTo>
                <a:lnTo>
                  <a:pt x="200120" y="431101"/>
                </a:lnTo>
                <a:cubicBezTo>
                  <a:pt x="219266" y="435197"/>
                  <a:pt x="250889" y="439198"/>
                  <a:pt x="284893" y="432054"/>
                </a:cubicBezTo>
                <a:lnTo>
                  <a:pt x="284417" y="471297"/>
                </a:lnTo>
                <a:cubicBezTo>
                  <a:pt x="284417" y="475107"/>
                  <a:pt x="285845" y="478822"/>
                  <a:pt x="288512" y="481489"/>
                </a:cubicBezTo>
                <a:cubicBezTo>
                  <a:pt x="291179" y="484251"/>
                  <a:pt x="294894" y="485775"/>
                  <a:pt x="298704" y="485775"/>
                </a:cubicBezTo>
                <a:lnTo>
                  <a:pt x="357188" y="485775"/>
                </a:lnTo>
                <a:cubicBezTo>
                  <a:pt x="365093" y="485775"/>
                  <a:pt x="371475" y="479393"/>
                  <a:pt x="371475" y="471488"/>
                </a:cubicBezTo>
                <a:lnTo>
                  <a:pt x="371475" y="428054"/>
                </a:lnTo>
                <a:cubicBezTo>
                  <a:pt x="394145" y="424910"/>
                  <a:pt x="415290" y="413861"/>
                  <a:pt x="433483" y="395573"/>
                </a:cubicBezTo>
                <a:cubicBezTo>
                  <a:pt x="466535" y="362331"/>
                  <a:pt x="485680" y="307753"/>
                  <a:pt x="485108" y="274320"/>
                </a:cubicBezTo>
                <a:cubicBezTo>
                  <a:pt x="484442" y="236030"/>
                  <a:pt x="464820" y="162973"/>
                  <a:pt x="413766" y="130493"/>
                </a:cubicBezTo>
                <a:close/>
                <a:moveTo>
                  <a:pt x="300800" y="26575"/>
                </a:moveTo>
                <a:cubicBezTo>
                  <a:pt x="349187" y="26575"/>
                  <a:pt x="388525" y="65913"/>
                  <a:pt x="388525" y="114300"/>
                </a:cubicBezTo>
                <a:cubicBezTo>
                  <a:pt x="388525" y="162687"/>
                  <a:pt x="349187" y="202025"/>
                  <a:pt x="300800" y="202025"/>
                </a:cubicBezTo>
                <a:cubicBezTo>
                  <a:pt x="252413" y="202025"/>
                  <a:pt x="213074" y="162687"/>
                  <a:pt x="213074" y="114300"/>
                </a:cubicBezTo>
                <a:cubicBezTo>
                  <a:pt x="213074" y="65913"/>
                  <a:pt x="252413" y="26575"/>
                  <a:pt x="300800" y="26575"/>
                </a:cubicBezTo>
                <a:close/>
                <a:moveTo>
                  <a:pt x="413195" y="375475"/>
                </a:moveTo>
                <a:cubicBezTo>
                  <a:pt x="396621" y="392240"/>
                  <a:pt x="377857" y="400145"/>
                  <a:pt x="357378" y="400431"/>
                </a:cubicBezTo>
                <a:cubicBezTo>
                  <a:pt x="353378" y="400526"/>
                  <a:pt x="349853" y="401860"/>
                  <a:pt x="347186" y="404527"/>
                </a:cubicBezTo>
                <a:cubicBezTo>
                  <a:pt x="344519" y="407194"/>
                  <a:pt x="342900" y="410909"/>
                  <a:pt x="342900" y="414719"/>
                </a:cubicBezTo>
                <a:lnTo>
                  <a:pt x="342900" y="457200"/>
                </a:lnTo>
                <a:lnTo>
                  <a:pt x="313087" y="457200"/>
                </a:lnTo>
                <a:lnTo>
                  <a:pt x="313658" y="413480"/>
                </a:lnTo>
                <a:cubicBezTo>
                  <a:pt x="313754" y="408813"/>
                  <a:pt x="311563" y="404432"/>
                  <a:pt x="307753" y="401765"/>
                </a:cubicBezTo>
                <a:cubicBezTo>
                  <a:pt x="303943" y="399002"/>
                  <a:pt x="299180" y="398336"/>
                  <a:pt x="294799" y="399764"/>
                </a:cubicBezTo>
                <a:cubicBezTo>
                  <a:pt x="243554" y="417100"/>
                  <a:pt x="191262" y="399288"/>
                  <a:pt x="190786" y="399098"/>
                </a:cubicBezTo>
                <a:cubicBezTo>
                  <a:pt x="186404" y="397574"/>
                  <a:pt x="181642" y="398240"/>
                  <a:pt x="177832" y="400812"/>
                </a:cubicBezTo>
                <a:cubicBezTo>
                  <a:pt x="174022" y="403479"/>
                  <a:pt x="171831" y="407765"/>
                  <a:pt x="171736" y="412337"/>
                </a:cubicBezTo>
                <a:lnTo>
                  <a:pt x="171260" y="457200"/>
                </a:lnTo>
                <a:lnTo>
                  <a:pt x="142875" y="457200"/>
                </a:lnTo>
                <a:lnTo>
                  <a:pt x="142875" y="417481"/>
                </a:lnTo>
                <a:cubicBezTo>
                  <a:pt x="142875" y="412718"/>
                  <a:pt x="140494" y="408146"/>
                  <a:pt x="136398" y="405575"/>
                </a:cubicBezTo>
                <a:cubicBezTo>
                  <a:pt x="135636" y="405098"/>
                  <a:pt x="59912" y="354806"/>
                  <a:pt x="28575" y="297656"/>
                </a:cubicBezTo>
                <a:lnTo>
                  <a:pt x="28575" y="257175"/>
                </a:lnTo>
                <a:lnTo>
                  <a:pt x="69914" y="257175"/>
                </a:lnTo>
                <a:cubicBezTo>
                  <a:pt x="75629" y="257175"/>
                  <a:pt x="80867" y="253746"/>
                  <a:pt x="83058" y="248412"/>
                </a:cubicBezTo>
                <a:lnTo>
                  <a:pt x="108395" y="188595"/>
                </a:lnTo>
                <a:cubicBezTo>
                  <a:pt x="109061" y="187071"/>
                  <a:pt x="109442" y="185356"/>
                  <a:pt x="109538" y="183737"/>
                </a:cubicBezTo>
                <a:lnTo>
                  <a:pt x="112109" y="128397"/>
                </a:lnTo>
                <a:lnTo>
                  <a:pt x="150209" y="142018"/>
                </a:lnTo>
                <a:cubicBezTo>
                  <a:pt x="151733" y="142589"/>
                  <a:pt x="153353" y="142875"/>
                  <a:pt x="154972" y="142875"/>
                </a:cubicBezTo>
                <a:lnTo>
                  <a:pt x="190119" y="142875"/>
                </a:lnTo>
                <a:cubicBezTo>
                  <a:pt x="202787" y="192119"/>
                  <a:pt x="247460" y="228600"/>
                  <a:pt x="300704" y="228600"/>
                </a:cubicBezTo>
                <a:cubicBezTo>
                  <a:pt x="347567" y="228600"/>
                  <a:pt x="387858" y="200311"/>
                  <a:pt x="405479" y="159925"/>
                </a:cubicBezTo>
                <a:cubicBezTo>
                  <a:pt x="442436" y="189262"/>
                  <a:pt x="455962" y="248793"/>
                  <a:pt x="456438" y="274796"/>
                </a:cubicBezTo>
                <a:cubicBezTo>
                  <a:pt x="456914" y="297466"/>
                  <a:pt x="443389" y="345091"/>
                  <a:pt x="413195" y="375475"/>
                </a:cubicBezTo>
                <a:close/>
              </a:path>
            </a:pathLst>
          </a:custGeom>
          <a:solidFill>
            <a:srgbClr val="211452"/>
          </a:solidFill>
          <a:ln w="9525" cap="flat">
            <a:noFill/>
            <a:prstDash val="solid"/>
            <a:miter/>
          </a:ln>
        </p:spPr>
        <p:txBody>
          <a:bodyPr rtlCol="0" anchor="ctr"/>
          <a:lstStyle/>
          <a:p>
            <a:endParaRPr lang="en-US"/>
          </a:p>
        </p:txBody>
      </p:sp>
      <p:sp>
        <p:nvSpPr>
          <p:cNvPr id="147" name="Grafik 56">
            <a:extLst>
              <a:ext uri="{FF2B5EF4-FFF2-40B4-BE49-F238E27FC236}">
                <a16:creationId xmlns:a16="http://schemas.microsoft.com/office/drawing/2014/main" id="{036691DE-85AF-49B4-9C70-AE1AC29DD3B6}"/>
              </a:ext>
            </a:extLst>
          </p:cNvPr>
          <p:cNvSpPr/>
          <p:nvPr/>
        </p:nvSpPr>
        <p:spPr bwMode="gray">
          <a:xfrm>
            <a:off x="2328824" y="5644705"/>
            <a:ext cx="485679" cy="485584"/>
          </a:xfrm>
          <a:custGeom>
            <a:avLst/>
            <a:gdLst>
              <a:gd name="connsiteX0" fmla="*/ 485680 w 485679"/>
              <a:gd name="connsiteY0" fmla="*/ 243364 h 485584"/>
              <a:gd name="connsiteX1" fmla="*/ 485680 w 485679"/>
              <a:gd name="connsiteY1" fmla="*/ 242983 h 485584"/>
              <a:gd name="connsiteX2" fmla="*/ 485680 w 485679"/>
              <a:gd name="connsiteY2" fmla="*/ 242792 h 485584"/>
              <a:gd name="connsiteX3" fmla="*/ 242888 w 485679"/>
              <a:gd name="connsiteY3" fmla="*/ 0 h 485584"/>
              <a:gd name="connsiteX4" fmla="*/ 0 w 485679"/>
              <a:gd name="connsiteY4" fmla="*/ 242888 h 485584"/>
              <a:gd name="connsiteX5" fmla="*/ 0 w 485679"/>
              <a:gd name="connsiteY5" fmla="*/ 243078 h 485584"/>
              <a:gd name="connsiteX6" fmla="*/ 0 w 485679"/>
              <a:gd name="connsiteY6" fmla="*/ 243364 h 485584"/>
              <a:gd name="connsiteX7" fmla="*/ 4286 w 485679"/>
              <a:gd name="connsiteY7" fmla="*/ 253175 h 485584"/>
              <a:gd name="connsiteX8" fmla="*/ 4286 w 485679"/>
              <a:gd name="connsiteY8" fmla="*/ 253175 h 485584"/>
              <a:gd name="connsiteX9" fmla="*/ 4382 w 485679"/>
              <a:gd name="connsiteY9" fmla="*/ 253270 h 485584"/>
              <a:gd name="connsiteX10" fmla="*/ 8954 w 485679"/>
              <a:gd name="connsiteY10" fmla="*/ 256223 h 485584"/>
              <a:gd name="connsiteX11" fmla="*/ 9239 w 485679"/>
              <a:gd name="connsiteY11" fmla="*/ 256318 h 485584"/>
              <a:gd name="connsiteX12" fmla="*/ 14288 w 485679"/>
              <a:gd name="connsiteY12" fmla="*/ 257175 h 485584"/>
              <a:gd name="connsiteX13" fmla="*/ 14478 w 485679"/>
              <a:gd name="connsiteY13" fmla="*/ 257175 h 485584"/>
              <a:gd name="connsiteX14" fmla="*/ 14669 w 485679"/>
              <a:gd name="connsiteY14" fmla="*/ 257175 h 485584"/>
              <a:gd name="connsiteX15" fmla="*/ 24479 w 485679"/>
              <a:gd name="connsiteY15" fmla="*/ 252889 h 485584"/>
              <a:gd name="connsiteX16" fmla="*/ 24575 w 485679"/>
              <a:gd name="connsiteY16" fmla="*/ 252794 h 485584"/>
              <a:gd name="connsiteX17" fmla="*/ 128588 w 485679"/>
              <a:gd name="connsiteY17" fmla="*/ 203835 h 485584"/>
              <a:gd name="connsiteX18" fmla="*/ 232601 w 485679"/>
              <a:gd name="connsiteY18" fmla="*/ 252794 h 485584"/>
              <a:gd name="connsiteX19" fmla="*/ 232886 w 485679"/>
              <a:gd name="connsiteY19" fmla="*/ 253079 h 485584"/>
              <a:gd name="connsiteX20" fmla="*/ 232981 w 485679"/>
              <a:gd name="connsiteY20" fmla="*/ 253175 h 485584"/>
              <a:gd name="connsiteX21" fmla="*/ 233172 w 485679"/>
              <a:gd name="connsiteY21" fmla="*/ 253270 h 485584"/>
              <a:gd name="connsiteX22" fmla="*/ 237649 w 485679"/>
              <a:gd name="connsiteY22" fmla="*/ 256127 h 485584"/>
              <a:gd name="connsiteX23" fmla="*/ 237935 w 485679"/>
              <a:gd name="connsiteY23" fmla="*/ 256223 h 485584"/>
              <a:gd name="connsiteX24" fmla="*/ 242888 w 485679"/>
              <a:gd name="connsiteY24" fmla="*/ 257175 h 485584"/>
              <a:gd name="connsiteX25" fmla="*/ 243078 w 485679"/>
              <a:gd name="connsiteY25" fmla="*/ 257175 h 485584"/>
              <a:gd name="connsiteX26" fmla="*/ 244602 w 485679"/>
              <a:gd name="connsiteY26" fmla="*/ 256889 h 485584"/>
              <a:gd name="connsiteX27" fmla="*/ 248317 w 485679"/>
              <a:gd name="connsiteY27" fmla="*/ 256127 h 485584"/>
              <a:gd name="connsiteX28" fmla="*/ 250222 w 485679"/>
              <a:gd name="connsiteY28" fmla="*/ 254889 h 485584"/>
              <a:gd name="connsiteX29" fmla="*/ 252794 w 485679"/>
              <a:gd name="connsiteY29" fmla="*/ 253270 h 485584"/>
              <a:gd name="connsiteX30" fmla="*/ 252984 w 485679"/>
              <a:gd name="connsiteY30" fmla="*/ 253079 h 485584"/>
              <a:gd name="connsiteX31" fmla="*/ 253270 w 485679"/>
              <a:gd name="connsiteY31" fmla="*/ 252889 h 485584"/>
              <a:gd name="connsiteX32" fmla="*/ 357283 w 485679"/>
              <a:gd name="connsiteY32" fmla="*/ 203930 h 485584"/>
              <a:gd name="connsiteX33" fmla="*/ 461296 w 485679"/>
              <a:gd name="connsiteY33" fmla="*/ 252889 h 485584"/>
              <a:gd name="connsiteX34" fmla="*/ 461391 w 485679"/>
              <a:gd name="connsiteY34" fmla="*/ 252984 h 485584"/>
              <a:gd name="connsiteX35" fmla="*/ 463106 w 485679"/>
              <a:gd name="connsiteY35" fmla="*/ 254413 h 485584"/>
              <a:gd name="connsiteX36" fmla="*/ 463582 w 485679"/>
              <a:gd name="connsiteY36" fmla="*/ 254794 h 485584"/>
              <a:gd name="connsiteX37" fmla="*/ 466058 w 485679"/>
              <a:gd name="connsiteY37" fmla="*/ 256127 h 485584"/>
              <a:gd name="connsiteX38" fmla="*/ 467106 w 485679"/>
              <a:gd name="connsiteY38" fmla="*/ 256413 h 485584"/>
              <a:gd name="connsiteX39" fmla="*/ 468725 w 485679"/>
              <a:gd name="connsiteY39" fmla="*/ 256889 h 485584"/>
              <a:gd name="connsiteX40" fmla="*/ 471583 w 485679"/>
              <a:gd name="connsiteY40" fmla="*/ 257175 h 485584"/>
              <a:gd name="connsiteX41" fmla="*/ 476536 w 485679"/>
              <a:gd name="connsiteY41" fmla="*/ 256223 h 485584"/>
              <a:gd name="connsiteX42" fmla="*/ 476917 w 485679"/>
              <a:gd name="connsiteY42" fmla="*/ 256127 h 485584"/>
              <a:gd name="connsiteX43" fmla="*/ 481298 w 485679"/>
              <a:gd name="connsiteY43" fmla="*/ 253270 h 485584"/>
              <a:gd name="connsiteX44" fmla="*/ 481489 w 485679"/>
              <a:gd name="connsiteY44" fmla="*/ 253175 h 485584"/>
              <a:gd name="connsiteX45" fmla="*/ 481489 w 485679"/>
              <a:gd name="connsiteY45" fmla="*/ 253079 h 485584"/>
              <a:gd name="connsiteX46" fmla="*/ 484632 w 485679"/>
              <a:gd name="connsiteY46" fmla="*/ 248603 h 485584"/>
              <a:gd name="connsiteX47" fmla="*/ 484727 w 485679"/>
              <a:gd name="connsiteY47" fmla="*/ 248507 h 485584"/>
              <a:gd name="connsiteX48" fmla="*/ 485680 w 485679"/>
              <a:gd name="connsiteY48" fmla="*/ 243364 h 485584"/>
              <a:gd name="connsiteX49" fmla="*/ 242888 w 485679"/>
              <a:gd name="connsiteY49" fmla="*/ 223361 h 485584"/>
              <a:gd name="connsiteX50" fmla="*/ 128588 w 485679"/>
              <a:gd name="connsiteY50" fmla="*/ 175165 h 485584"/>
              <a:gd name="connsiteX51" fmla="*/ 31052 w 485679"/>
              <a:gd name="connsiteY51" fmla="*/ 210217 h 485584"/>
              <a:gd name="connsiteX52" fmla="*/ 242888 w 485679"/>
              <a:gd name="connsiteY52" fmla="*/ 28575 h 485584"/>
              <a:gd name="connsiteX53" fmla="*/ 454724 w 485679"/>
              <a:gd name="connsiteY53" fmla="*/ 210312 h 485584"/>
              <a:gd name="connsiteX54" fmla="*/ 357188 w 485679"/>
              <a:gd name="connsiteY54" fmla="*/ 175260 h 485584"/>
              <a:gd name="connsiteX55" fmla="*/ 242888 w 485679"/>
              <a:gd name="connsiteY55" fmla="*/ 223361 h 485584"/>
              <a:gd name="connsiteX56" fmla="*/ 257175 w 485679"/>
              <a:gd name="connsiteY56" fmla="*/ 300228 h 485584"/>
              <a:gd name="connsiteX57" fmla="*/ 257175 w 485679"/>
              <a:gd name="connsiteY57" fmla="*/ 417195 h 485584"/>
              <a:gd name="connsiteX58" fmla="*/ 256889 w 485679"/>
              <a:gd name="connsiteY58" fmla="*/ 420148 h 485584"/>
              <a:gd name="connsiteX59" fmla="*/ 185738 w 485679"/>
              <a:gd name="connsiteY59" fmla="*/ 485585 h 485584"/>
              <a:gd name="connsiteX60" fmla="*/ 114300 w 485679"/>
              <a:gd name="connsiteY60" fmla="*/ 414147 h 485584"/>
              <a:gd name="connsiteX61" fmla="*/ 128588 w 485679"/>
              <a:gd name="connsiteY61" fmla="*/ 399860 h 485584"/>
              <a:gd name="connsiteX62" fmla="*/ 142875 w 485679"/>
              <a:gd name="connsiteY62" fmla="*/ 414147 h 485584"/>
              <a:gd name="connsiteX63" fmla="*/ 185738 w 485679"/>
              <a:gd name="connsiteY63" fmla="*/ 457010 h 485584"/>
              <a:gd name="connsiteX64" fmla="*/ 228600 w 485679"/>
              <a:gd name="connsiteY64" fmla="*/ 414147 h 485584"/>
              <a:gd name="connsiteX65" fmla="*/ 228600 w 485679"/>
              <a:gd name="connsiteY65" fmla="*/ 300228 h 485584"/>
              <a:gd name="connsiteX66" fmla="*/ 242888 w 485679"/>
              <a:gd name="connsiteY66" fmla="*/ 285941 h 485584"/>
              <a:gd name="connsiteX67" fmla="*/ 257175 w 485679"/>
              <a:gd name="connsiteY67" fmla="*/ 300228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85679" h="485584">
                <a:moveTo>
                  <a:pt x="485680" y="243364"/>
                </a:moveTo>
                <a:cubicBezTo>
                  <a:pt x="485680" y="243269"/>
                  <a:pt x="485680" y="243173"/>
                  <a:pt x="485680" y="242983"/>
                </a:cubicBezTo>
                <a:cubicBezTo>
                  <a:pt x="485680" y="242888"/>
                  <a:pt x="485680" y="242888"/>
                  <a:pt x="485680" y="242792"/>
                </a:cubicBezTo>
                <a:cubicBezTo>
                  <a:pt x="485775" y="108966"/>
                  <a:pt x="376809" y="0"/>
                  <a:pt x="242888" y="0"/>
                </a:cubicBezTo>
                <a:cubicBezTo>
                  <a:pt x="108966" y="0"/>
                  <a:pt x="0" y="108966"/>
                  <a:pt x="0" y="242888"/>
                </a:cubicBezTo>
                <a:cubicBezTo>
                  <a:pt x="0" y="242983"/>
                  <a:pt x="0" y="242983"/>
                  <a:pt x="0" y="243078"/>
                </a:cubicBezTo>
                <a:cubicBezTo>
                  <a:pt x="0" y="243173"/>
                  <a:pt x="0" y="243269"/>
                  <a:pt x="0" y="243364"/>
                </a:cubicBezTo>
                <a:cubicBezTo>
                  <a:pt x="95" y="247174"/>
                  <a:pt x="1715" y="250698"/>
                  <a:pt x="4286" y="253175"/>
                </a:cubicBezTo>
                <a:cubicBezTo>
                  <a:pt x="4286" y="253175"/>
                  <a:pt x="4286" y="253175"/>
                  <a:pt x="4286" y="253175"/>
                </a:cubicBezTo>
                <a:cubicBezTo>
                  <a:pt x="4286" y="253175"/>
                  <a:pt x="4382" y="253175"/>
                  <a:pt x="4382" y="253270"/>
                </a:cubicBezTo>
                <a:cubicBezTo>
                  <a:pt x="5715" y="254508"/>
                  <a:pt x="7239" y="255556"/>
                  <a:pt x="8954" y="256223"/>
                </a:cubicBezTo>
                <a:cubicBezTo>
                  <a:pt x="9049" y="256223"/>
                  <a:pt x="9144" y="256318"/>
                  <a:pt x="9239" y="256318"/>
                </a:cubicBezTo>
                <a:cubicBezTo>
                  <a:pt x="10954" y="256794"/>
                  <a:pt x="12573" y="257175"/>
                  <a:pt x="14288" y="257175"/>
                </a:cubicBezTo>
                <a:cubicBezTo>
                  <a:pt x="14383" y="257175"/>
                  <a:pt x="14478" y="257175"/>
                  <a:pt x="14478" y="257175"/>
                </a:cubicBezTo>
                <a:cubicBezTo>
                  <a:pt x="14573" y="257175"/>
                  <a:pt x="14573" y="257175"/>
                  <a:pt x="14669" y="257175"/>
                </a:cubicBezTo>
                <a:cubicBezTo>
                  <a:pt x="18479" y="257080"/>
                  <a:pt x="22003" y="255461"/>
                  <a:pt x="24479" y="252889"/>
                </a:cubicBezTo>
                <a:cubicBezTo>
                  <a:pt x="24479" y="252889"/>
                  <a:pt x="24575" y="252889"/>
                  <a:pt x="24575" y="252794"/>
                </a:cubicBezTo>
                <a:cubicBezTo>
                  <a:pt x="25051" y="252317"/>
                  <a:pt x="72485" y="203835"/>
                  <a:pt x="128588" y="203835"/>
                </a:cubicBezTo>
                <a:cubicBezTo>
                  <a:pt x="184690" y="203835"/>
                  <a:pt x="232124" y="252317"/>
                  <a:pt x="232601" y="252794"/>
                </a:cubicBezTo>
                <a:cubicBezTo>
                  <a:pt x="232696" y="252889"/>
                  <a:pt x="232791" y="252984"/>
                  <a:pt x="232886" y="253079"/>
                </a:cubicBezTo>
                <a:cubicBezTo>
                  <a:pt x="232886" y="253079"/>
                  <a:pt x="232886" y="253175"/>
                  <a:pt x="232981" y="253175"/>
                </a:cubicBezTo>
                <a:cubicBezTo>
                  <a:pt x="233077" y="253270"/>
                  <a:pt x="233172" y="253270"/>
                  <a:pt x="233172" y="253270"/>
                </a:cubicBezTo>
                <a:cubicBezTo>
                  <a:pt x="234506" y="254508"/>
                  <a:pt x="236030" y="255461"/>
                  <a:pt x="237649" y="256127"/>
                </a:cubicBezTo>
                <a:cubicBezTo>
                  <a:pt x="237744" y="256127"/>
                  <a:pt x="237839" y="256223"/>
                  <a:pt x="237935" y="256223"/>
                </a:cubicBezTo>
                <a:cubicBezTo>
                  <a:pt x="239554" y="256794"/>
                  <a:pt x="241173" y="257175"/>
                  <a:pt x="242888" y="257175"/>
                </a:cubicBezTo>
                <a:cubicBezTo>
                  <a:pt x="242983" y="257175"/>
                  <a:pt x="242983" y="257175"/>
                  <a:pt x="243078" y="257175"/>
                </a:cubicBezTo>
                <a:cubicBezTo>
                  <a:pt x="243650" y="257175"/>
                  <a:pt x="244126" y="256985"/>
                  <a:pt x="244602" y="256889"/>
                </a:cubicBezTo>
                <a:cubicBezTo>
                  <a:pt x="245840" y="256699"/>
                  <a:pt x="247079" y="256604"/>
                  <a:pt x="248317" y="256127"/>
                </a:cubicBezTo>
                <a:cubicBezTo>
                  <a:pt x="248984" y="255842"/>
                  <a:pt x="249555" y="255270"/>
                  <a:pt x="250222" y="254889"/>
                </a:cubicBezTo>
                <a:cubicBezTo>
                  <a:pt x="251079" y="254318"/>
                  <a:pt x="252031" y="253937"/>
                  <a:pt x="252794" y="253270"/>
                </a:cubicBezTo>
                <a:cubicBezTo>
                  <a:pt x="252889" y="253175"/>
                  <a:pt x="252889" y="253079"/>
                  <a:pt x="252984" y="253079"/>
                </a:cubicBezTo>
                <a:cubicBezTo>
                  <a:pt x="253079" y="252984"/>
                  <a:pt x="253175" y="252984"/>
                  <a:pt x="253270" y="252889"/>
                </a:cubicBezTo>
                <a:cubicBezTo>
                  <a:pt x="253746" y="252413"/>
                  <a:pt x="301181" y="203930"/>
                  <a:pt x="357283" y="203930"/>
                </a:cubicBezTo>
                <a:cubicBezTo>
                  <a:pt x="413385" y="203930"/>
                  <a:pt x="460820" y="252413"/>
                  <a:pt x="461296" y="252889"/>
                </a:cubicBezTo>
                <a:cubicBezTo>
                  <a:pt x="461296" y="252889"/>
                  <a:pt x="461391" y="252984"/>
                  <a:pt x="461391" y="252984"/>
                </a:cubicBezTo>
                <a:cubicBezTo>
                  <a:pt x="461867" y="253556"/>
                  <a:pt x="462534" y="253937"/>
                  <a:pt x="463106" y="254413"/>
                </a:cubicBezTo>
                <a:cubicBezTo>
                  <a:pt x="463296" y="254508"/>
                  <a:pt x="463391" y="254699"/>
                  <a:pt x="463582" y="254794"/>
                </a:cubicBezTo>
                <a:cubicBezTo>
                  <a:pt x="464344" y="255270"/>
                  <a:pt x="465201" y="255746"/>
                  <a:pt x="466058" y="256127"/>
                </a:cubicBezTo>
                <a:cubicBezTo>
                  <a:pt x="466439" y="256223"/>
                  <a:pt x="466725" y="256318"/>
                  <a:pt x="467106" y="256413"/>
                </a:cubicBezTo>
                <a:cubicBezTo>
                  <a:pt x="467678" y="256604"/>
                  <a:pt x="468154" y="256794"/>
                  <a:pt x="468725" y="256889"/>
                </a:cubicBezTo>
                <a:cubicBezTo>
                  <a:pt x="469678" y="257080"/>
                  <a:pt x="470630" y="257175"/>
                  <a:pt x="471583" y="257175"/>
                </a:cubicBezTo>
                <a:cubicBezTo>
                  <a:pt x="473297" y="257175"/>
                  <a:pt x="475012" y="256794"/>
                  <a:pt x="476536" y="256223"/>
                </a:cubicBezTo>
                <a:cubicBezTo>
                  <a:pt x="476631" y="256223"/>
                  <a:pt x="476822" y="256127"/>
                  <a:pt x="476917" y="256127"/>
                </a:cubicBezTo>
                <a:cubicBezTo>
                  <a:pt x="478536" y="255461"/>
                  <a:pt x="480060" y="254508"/>
                  <a:pt x="481298" y="253270"/>
                </a:cubicBezTo>
                <a:cubicBezTo>
                  <a:pt x="481298" y="253270"/>
                  <a:pt x="481394" y="253175"/>
                  <a:pt x="481489" y="253175"/>
                </a:cubicBezTo>
                <a:cubicBezTo>
                  <a:pt x="481489" y="253175"/>
                  <a:pt x="481489" y="253175"/>
                  <a:pt x="481489" y="253079"/>
                </a:cubicBezTo>
                <a:cubicBezTo>
                  <a:pt x="482822" y="251841"/>
                  <a:pt x="483870" y="250222"/>
                  <a:pt x="484632" y="248603"/>
                </a:cubicBezTo>
                <a:cubicBezTo>
                  <a:pt x="484632" y="248603"/>
                  <a:pt x="484632" y="248507"/>
                  <a:pt x="484727" y="248507"/>
                </a:cubicBezTo>
                <a:cubicBezTo>
                  <a:pt x="485204" y="246888"/>
                  <a:pt x="485585" y="245174"/>
                  <a:pt x="485680" y="243364"/>
                </a:cubicBezTo>
                <a:close/>
                <a:moveTo>
                  <a:pt x="242888" y="223361"/>
                </a:moveTo>
                <a:cubicBezTo>
                  <a:pt x="223838" y="206883"/>
                  <a:pt x="180404" y="175165"/>
                  <a:pt x="128588" y="175165"/>
                </a:cubicBezTo>
                <a:cubicBezTo>
                  <a:pt x="88678" y="175165"/>
                  <a:pt x="53721" y="194024"/>
                  <a:pt x="31052" y="210217"/>
                </a:cubicBezTo>
                <a:cubicBezTo>
                  <a:pt x="46768" y="107537"/>
                  <a:pt x="135827" y="28575"/>
                  <a:pt x="242888" y="28575"/>
                </a:cubicBezTo>
                <a:cubicBezTo>
                  <a:pt x="349949" y="28575"/>
                  <a:pt x="439007" y="107537"/>
                  <a:pt x="454724" y="210312"/>
                </a:cubicBezTo>
                <a:cubicBezTo>
                  <a:pt x="432054" y="194119"/>
                  <a:pt x="397193" y="175260"/>
                  <a:pt x="357188" y="175260"/>
                </a:cubicBezTo>
                <a:cubicBezTo>
                  <a:pt x="305372" y="175260"/>
                  <a:pt x="261938" y="206978"/>
                  <a:pt x="242888" y="223361"/>
                </a:cubicBezTo>
                <a:close/>
                <a:moveTo>
                  <a:pt x="257175" y="300228"/>
                </a:moveTo>
                <a:lnTo>
                  <a:pt x="257175" y="417195"/>
                </a:lnTo>
                <a:cubicBezTo>
                  <a:pt x="257175" y="418243"/>
                  <a:pt x="257080" y="419195"/>
                  <a:pt x="256889" y="420148"/>
                </a:cubicBezTo>
                <a:cubicBezTo>
                  <a:pt x="253841" y="456724"/>
                  <a:pt x="223171" y="485585"/>
                  <a:pt x="185738" y="485585"/>
                </a:cubicBezTo>
                <a:cubicBezTo>
                  <a:pt x="146304" y="485585"/>
                  <a:pt x="114300" y="453581"/>
                  <a:pt x="114300" y="414147"/>
                </a:cubicBezTo>
                <a:cubicBezTo>
                  <a:pt x="114300" y="406241"/>
                  <a:pt x="120682" y="399860"/>
                  <a:pt x="128588" y="399860"/>
                </a:cubicBezTo>
                <a:cubicBezTo>
                  <a:pt x="136493" y="399860"/>
                  <a:pt x="142875" y="406241"/>
                  <a:pt x="142875" y="414147"/>
                </a:cubicBezTo>
                <a:cubicBezTo>
                  <a:pt x="142875" y="437769"/>
                  <a:pt x="162116" y="457010"/>
                  <a:pt x="185738" y="457010"/>
                </a:cubicBezTo>
                <a:cubicBezTo>
                  <a:pt x="209360" y="457010"/>
                  <a:pt x="228600" y="437769"/>
                  <a:pt x="228600" y="414147"/>
                </a:cubicBezTo>
                <a:lnTo>
                  <a:pt x="228600" y="300228"/>
                </a:lnTo>
                <a:cubicBezTo>
                  <a:pt x="228600" y="292322"/>
                  <a:pt x="234982" y="285941"/>
                  <a:pt x="242888" y="285941"/>
                </a:cubicBezTo>
                <a:cubicBezTo>
                  <a:pt x="250793" y="285941"/>
                  <a:pt x="257175" y="292322"/>
                  <a:pt x="257175" y="300228"/>
                </a:cubicBezTo>
                <a:close/>
              </a:path>
            </a:pathLst>
          </a:custGeom>
          <a:solidFill>
            <a:srgbClr val="211452"/>
          </a:solidFill>
          <a:ln w="9525" cap="flat">
            <a:noFill/>
            <a:prstDash val="solid"/>
            <a:miter/>
          </a:ln>
        </p:spPr>
        <p:txBody>
          <a:bodyPr rtlCol="0" anchor="ctr"/>
          <a:lstStyle/>
          <a:p>
            <a:endParaRPr lang="en-US"/>
          </a:p>
        </p:txBody>
      </p:sp>
      <p:sp>
        <p:nvSpPr>
          <p:cNvPr id="148" name="Grafik 33">
            <a:extLst>
              <a:ext uri="{FF2B5EF4-FFF2-40B4-BE49-F238E27FC236}">
                <a16:creationId xmlns:a16="http://schemas.microsoft.com/office/drawing/2014/main" id="{4EE87F82-4C3D-481E-8FB9-26FABBBFDD3C}"/>
              </a:ext>
            </a:extLst>
          </p:cNvPr>
          <p:cNvSpPr/>
          <p:nvPr/>
        </p:nvSpPr>
        <p:spPr bwMode="gray">
          <a:xfrm>
            <a:off x="3279588" y="5654895"/>
            <a:ext cx="398526" cy="486060"/>
          </a:xfrm>
          <a:custGeom>
            <a:avLst/>
            <a:gdLst>
              <a:gd name="connsiteX0" fmla="*/ 128969 w 398526"/>
              <a:gd name="connsiteY0" fmla="*/ 414623 h 486060"/>
              <a:gd name="connsiteX1" fmla="*/ 128969 w 398526"/>
              <a:gd name="connsiteY1" fmla="*/ 186214 h 486060"/>
              <a:gd name="connsiteX2" fmla="*/ 143256 w 398526"/>
              <a:gd name="connsiteY2" fmla="*/ 171926 h 486060"/>
              <a:gd name="connsiteX3" fmla="*/ 157544 w 398526"/>
              <a:gd name="connsiteY3" fmla="*/ 186214 h 486060"/>
              <a:gd name="connsiteX4" fmla="*/ 157544 w 398526"/>
              <a:gd name="connsiteY4" fmla="*/ 414719 h 486060"/>
              <a:gd name="connsiteX5" fmla="*/ 143256 w 398526"/>
              <a:gd name="connsiteY5" fmla="*/ 429006 h 486060"/>
              <a:gd name="connsiteX6" fmla="*/ 128969 w 398526"/>
              <a:gd name="connsiteY6" fmla="*/ 414623 h 486060"/>
              <a:gd name="connsiteX7" fmla="*/ 200216 w 398526"/>
              <a:gd name="connsiteY7" fmla="*/ 414623 h 486060"/>
              <a:gd name="connsiteX8" fmla="*/ 214503 w 398526"/>
              <a:gd name="connsiteY8" fmla="*/ 400336 h 486060"/>
              <a:gd name="connsiteX9" fmla="*/ 214503 w 398526"/>
              <a:gd name="connsiteY9" fmla="*/ 200501 h 486060"/>
              <a:gd name="connsiteX10" fmla="*/ 200216 w 398526"/>
              <a:gd name="connsiteY10" fmla="*/ 186214 h 486060"/>
              <a:gd name="connsiteX11" fmla="*/ 185928 w 398526"/>
              <a:gd name="connsiteY11" fmla="*/ 200501 h 486060"/>
              <a:gd name="connsiteX12" fmla="*/ 185928 w 398526"/>
              <a:gd name="connsiteY12" fmla="*/ 400431 h 486060"/>
              <a:gd name="connsiteX13" fmla="*/ 200216 w 398526"/>
              <a:gd name="connsiteY13" fmla="*/ 414623 h 486060"/>
              <a:gd name="connsiteX14" fmla="*/ 257651 w 398526"/>
              <a:gd name="connsiteY14" fmla="*/ 428911 h 486060"/>
              <a:gd name="connsiteX15" fmla="*/ 271939 w 398526"/>
              <a:gd name="connsiteY15" fmla="*/ 414623 h 486060"/>
              <a:gd name="connsiteX16" fmla="*/ 271939 w 398526"/>
              <a:gd name="connsiteY16" fmla="*/ 186214 h 486060"/>
              <a:gd name="connsiteX17" fmla="*/ 257651 w 398526"/>
              <a:gd name="connsiteY17" fmla="*/ 171926 h 486060"/>
              <a:gd name="connsiteX18" fmla="*/ 243364 w 398526"/>
              <a:gd name="connsiteY18" fmla="*/ 186214 h 486060"/>
              <a:gd name="connsiteX19" fmla="*/ 243364 w 398526"/>
              <a:gd name="connsiteY19" fmla="*/ 414719 h 486060"/>
              <a:gd name="connsiteX20" fmla="*/ 257651 w 398526"/>
              <a:gd name="connsiteY20" fmla="*/ 428911 h 486060"/>
              <a:gd name="connsiteX21" fmla="*/ 398526 w 398526"/>
              <a:gd name="connsiteY21" fmla="*/ 114681 h 486060"/>
              <a:gd name="connsiteX22" fmla="*/ 384239 w 398526"/>
              <a:gd name="connsiteY22" fmla="*/ 128969 h 486060"/>
              <a:gd name="connsiteX23" fmla="*/ 357664 w 398526"/>
              <a:gd name="connsiteY23" fmla="*/ 128969 h 486060"/>
              <a:gd name="connsiteX24" fmla="*/ 357664 w 398526"/>
              <a:gd name="connsiteY24" fmla="*/ 457486 h 486060"/>
              <a:gd name="connsiteX25" fmla="*/ 329089 w 398526"/>
              <a:gd name="connsiteY25" fmla="*/ 486061 h 486060"/>
              <a:gd name="connsiteX26" fmla="*/ 71914 w 398526"/>
              <a:gd name="connsiteY26" fmla="*/ 486061 h 486060"/>
              <a:gd name="connsiteX27" fmla="*/ 43339 w 398526"/>
              <a:gd name="connsiteY27" fmla="*/ 457486 h 486060"/>
              <a:gd name="connsiteX28" fmla="*/ 43339 w 398526"/>
              <a:gd name="connsiteY28" fmla="*/ 128969 h 486060"/>
              <a:gd name="connsiteX29" fmla="*/ 14288 w 398526"/>
              <a:gd name="connsiteY29" fmla="*/ 128969 h 486060"/>
              <a:gd name="connsiteX30" fmla="*/ 0 w 398526"/>
              <a:gd name="connsiteY30" fmla="*/ 114681 h 486060"/>
              <a:gd name="connsiteX31" fmla="*/ 14288 w 398526"/>
              <a:gd name="connsiteY31" fmla="*/ 100394 h 486060"/>
              <a:gd name="connsiteX32" fmla="*/ 71914 w 398526"/>
              <a:gd name="connsiteY32" fmla="*/ 100394 h 486060"/>
              <a:gd name="connsiteX33" fmla="*/ 71914 w 398526"/>
              <a:gd name="connsiteY33" fmla="*/ 100394 h 486060"/>
              <a:gd name="connsiteX34" fmla="*/ 87154 w 398526"/>
              <a:gd name="connsiteY34" fmla="*/ 100394 h 486060"/>
              <a:gd name="connsiteX35" fmla="*/ 200501 w 398526"/>
              <a:gd name="connsiteY35" fmla="*/ 0 h 486060"/>
              <a:gd name="connsiteX36" fmla="*/ 313849 w 398526"/>
              <a:gd name="connsiteY36" fmla="*/ 100394 h 486060"/>
              <a:gd name="connsiteX37" fmla="*/ 329089 w 398526"/>
              <a:gd name="connsiteY37" fmla="*/ 100394 h 486060"/>
              <a:gd name="connsiteX38" fmla="*/ 329089 w 398526"/>
              <a:gd name="connsiteY38" fmla="*/ 100394 h 486060"/>
              <a:gd name="connsiteX39" fmla="*/ 384239 w 398526"/>
              <a:gd name="connsiteY39" fmla="*/ 100394 h 486060"/>
              <a:gd name="connsiteX40" fmla="*/ 398526 w 398526"/>
              <a:gd name="connsiteY40" fmla="*/ 114681 h 486060"/>
              <a:gd name="connsiteX41" fmla="*/ 116015 w 398526"/>
              <a:gd name="connsiteY41" fmla="*/ 100394 h 486060"/>
              <a:gd name="connsiteX42" fmla="*/ 284988 w 398526"/>
              <a:gd name="connsiteY42" fmla="*/ 100394 h 486060"/>
              <a:gd name="connsiteX43" fmla="*/ 200501 w 398526"/>
              <a:gd name="connsiteY43" fmla="*/ 28575 h 486060"/>
              <a:gd name="connsiteX44" fmla="*/ 116015 w 398526"/>
              <a:gd name="connsiteY44" fmla="*/ 100394 h 486060"/>
              <a:gd name="connsiteX45" fmla="*/ 329089 w 398526"/>
              <a:gd name="connsiteY45" fmla="*/ 128969 h 486060"/>
              <a:gd name="connsiteX46" fmla="*/ 71914 w 398526"/>
              <a:gd name="connsiteY46" fmla="*/ 128969 h 486060"/>
              <a:gd name="connsiteX47" fmla="*/ 71914 w 398526"/>
              <a:gd name="connsiteY47" fmla="*/ 457486 h 486060"/>
              <a:gd name="connsiteX48" fmla="*/ 329089 w 398526"/>
              <a:gd name="connsiteY48" fmla="*/ 457486 h 486060"/>
              <a:gd name="connsiteX49" fmla="*/ 329089 w 398526"/>
              <a:gd name="connsiteY49" fmla="*/ 128969 h 486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98526" h="486060">
                <a:moveTo>
                  <a:pt x="128969" y="414623"/>
                </a:moveTo>
                <a:lnTo>
                  <a:pt x="128969" y="186214"/>
                </a:lnTo>
                <a:cubicBezTo>
                  <a:pt x="128969" y="178308"/>
                  <a:pt x="135350" y="171926"/>
                  <a:pt x="143256" y="171926"/>
                </a:cubicBezTo>
                <a:cubicBezTo>
                  <a:pt x="151162" y="171926"/>
                  <a:pt x="157544" y="178308"/>
                  <a:pt x="157544" y="186214"/>
                </a:cubicBezTo>
                <a:lnTo>
                  <a:pt x="157544" y="414719"/>
                </a:lnTo>
                <a:cubicBezTo>
                  <a:pt x="157544" y="422624"/>
                  <a:pt x="151162" y="429006"/>
                  <a:pt x="143256" y="429006"/>
                </a:cubicBezTo>
                <a:cubicBezTo>
                  <a:pt x="135350" y="429006"/>
                  <a:pt x="128969" y="422529"/>
                  <a:pt x="128969" y="414623"/>
                </a:cubicBezTo>
                <a:close/>
                <a:moveTo>
                  <a:pt x="200216" y="414623"/>
                </a:moveTo>
                <a:cubicBezTo>
                  <a:pt x="208121" y="414623"/>
                  <a:pt x="214503" y="408242"/>
                  <a:pt x="214503" y="400336"/>
                </a:cubicBezTo>
                <a:lnTo>
                  <a:pt x="214503" y="200501"/>
                </a:lnTo>
                <a:cubicBezTo>
                  <a:pt x="214503" y="192596"/>
                  <a:pt x="208121" y="186214"/>
                  <a:pt x="200216" y="186214"/>
                </a:cubicBezTo>
                <a:cubicBezTo>
                  <a:pt x="192310" y="186214"/>
                  <a:pt x="185928" y="192596"/>
                  <a:pt x="185928" y="200501"/>
                </a:cubicBezTo>
                <a:lnTo>
                  <a:pt x="185928" y="400431"/>
                </a:lnTo>
                <a:cubicBezTo>
                  <a:pt x="185928" y="408242"/>
                  <a:pt x="192310" y="414623"/>
                  <a:pt x="200216" y="414623"/>
                </a:cubicBezTo>
                <a:close/>
                <a:moveTo>
                  <a:pt x="257651" y="428911"/>
                </a:moveTo>
                <a:cubicBezTo>
                  <a:pt x="265557" y="428911"/>
                  <a:pt x="271939" y="422529"/>
                  <a:pt x="271939" y="414623"/>
                </a:cubicBezTo>
                <a:lnTo>
                  <a:pt x="271939" y="186214"/>
                </a:lnTo>
                <a:cubicBezTo>
                  <a:pt x="271939" y="178308"/>
                  <a:pt x="265557" y="171926"/>
                  <a:pt x="257651" y="171926"/>
                </a:cubicBezTo>
                <a:cubicBezTo>
                  <a:pt x="249746" y="171926"/>
                  <a:pt x="243364" y="178308"/>
                  <a:pt x="243364" y="186214"/>
                </a:cubicBezTo>
                <a:lnTo>
                  <a:pt x="243364" y="414719"/>
                </a:lnTo>
                <a:cubicBezTo>
                  <a:pt x="243364" y="422529"/>
                  <a:pt x="249746" y="428911"/>
                  <a:pt x="257651" y="428911"/>
                </a:cubicBezTo>
                <a:close/>
                <a:moveTo>
                  <a:pt x="398526" y="114681"/>
                </a:moveTo>
                <a:cubicBezTo>
                  <a:pt x="398526" y="122587"/>
                  <a:pt x="392144" y="128969"/>
                  <a:pt x="384239" y="128969"/>
                </a:cubicBezTo>
                <a:lnTo>
                  <a:pt x="357664" y="128969"/>
                </a:lnTo>
                <a:lnTo>
                  <a:pt x="357664" y="457486"/>
                </a:lnTo>
                <a:cubicBezTo>
                  <a:pt x="357664" y="473297"/>
                  <a:pt x="344900" y="486061"/>
                  <a:pt x="329089" y="486061"/>
                </a:cubicBezTo>
                <a:lnTo>
                  <a:pt x="71914" y="486061"/>
                </a:lnTo>
                <a:cubicBezTo>
                  <a:pt x="56102" y="486061"/>
                  <a:pt x="43339" y="473297"/>
                  <a:pt x="43339" y="457486"/>
                </a:cubicBezTo>
                <a:lnTo>
                  <a:pt x="43339" y="128969"/>
                </a:lnTo>
                <a:lnTo>
                  <a:pt x="14288" y="128969"/>
                </a:lnTo>
                <a:cubicBezTo>
                  <a:pt x="6382" y="128969"/>
                  <a:pt x="0" y="122587"/>
                  <a:pt x="0" y="114681"/>
                </a:cubicBezTo>
                <a:cubicBezTo>
                  <a:pt x="0" y="106775"/>
                  <a:pt x="6382" y="100394"/>
                  <a:pt x="14288" y="100394"/>
                </a:cubicBezTo>
                <a:lnTo>
                  <a:pt x="71914" y="100394"/>
                </a:lnTo>
                <a:cubicBezTo>
                  <a:pt x="71914" y="100394"/>
                  <a:pt x="71914" y="100394"/>
                  <a:pt x="71914" y="100394"/>
                </a:cubicBezTo>
                <a:lnTo>
                  <a:pt x="87154" y="100394"/>
                </a:lnTo>
                <a:cubicBezTo>
                  <a:pt x="94012" y="43910"/>
                  <a:pt x="142208" y="0"/>
                  <a:pt x="200501" y="0"/>
                </a:cubicBezTo>
                <a:cubicBezTo>
                  <a:pt x="258794" y="0"/>
                  <a:pt x="306991" y="43910"/>
                  <a:pt x="313849" y="100394"/>
                </a:cubicBezTo>
                <a:lnTo>
                  <a:pt x="329089" y="100394"/>
                </a:lnTo>
                <a:cubicBezTo>
                  <a:pt x="329089" y="100394"/>
                  <a:pt x="329089" y="100394"/>
                  <a:pt x="329089" y="100394"/>
                </a:cubicBezTo>
                <a:lnTo>
                  <a:pt x="384239" y="100394"/>
                </a:lnTo>
                <a:cubicBezTo>
                  <a:pt x="392144" y="100394"/>
                  <a:pt x="398526" y="106871"/>
                  <a:pt x="398526" y="114681"/>
                </a:cubicBezTo>
                <a:close/>
                <a:moveTo>
                  <a:pt x="116015" y="100394"/>
                </a:moveTo>
                <a:lnTo>
                  <a:pt x="284988" y="100394"/>
                </a:lnTo>
                <a:cubicBezTo>
                  <a:pt x="278416" y="59722"/>
                  <a:pt x="243078" y="28575"/>
                  <a:pt x="200501" y="28575"/>
                </a:cubicBezTo>
                <a:cubicBezTo>
                  <a:pt x="157925" y="28575"/>
                  <a:pt x="122682" y="59722"/>
                  <a:pt x="116015" y="100394"/>
                </a:cubicBezTo>
                <a:close/>
                <a:moveTo>
                  <a:pt x="329089" y="128969"/>
                </a:moveTo>
                <a:lnTo>
                  <a:pt x="71914" y="128969"/>
                </a:lnTo>
                <a:lnTo>
                  <a:pt x="71914" y="457486"/>
                </a:lnTo>
                <a:lnTo>
                  <a:pt x="329089" y="457486"/>
                </a:lnTo>
                <a:lnTo>
                  <a:pt x="329089" y="128969"/>
                </a:lnTo>
                <a:close/>
              </a:path>
            </a:pathLst>
          </a:custGeom>
          <a:solidFill>
            <a:srgbClr val="211452"/>
          </a:solidFill>
          <a:ln w="9525" cap="flat">
            <a:noFill/>
            <a:prstDash val="solid"/>
            <a:miter/>
          </a:ln>
        </p:spPr>
        <p:txBody>
          <a:bodyPr rtlCol="0" anchor="ctr"/>
          <a:lstStyle/>
          <a:p>
            <a:endParaRPr lang="en-US"/>
          </a:p>
        </p:txBody>
      </p:sp>
      <p:sp>
        <p:nvSpPr>
          <p:cNvPr id="149" name="Grafik 38">
            <a:extLst>
              <a:ext uri="{FF2B5EF4-FFF2-40B4-BE49-F238E27FC236}">
                <a16:creationId xmlns:a16="http://schemas.microsoft.com/office/drawing/2014/main" id="{257798EC-7B8E-49BE-99F3-6B6B59D63C44}"/>
              </a:ext>
            </a:extLst>
          </p:cNvPr>
          <p:cNvSpPr/>
          <p:nvPr/>
        </p:nvSpPr>
        <p:spPr bwMode="gray">
          <a:xfrm>
            <a:off x="4179538" y="5643525"/>
            <a:ext cx="377380" cy="485775"/>
          </a:xfrm>
          <a:custGeom>
            <a:avLst/>
            <a:gdLst>
              <a:gd name="connsiteX0" fmla="*/ 347663 w 377380"/>
              <a:gd name="connsiteY0" fmla="*/ 195929 h 485775"/>
              <a:gd name="connsiteX1" fmla="*/ 346900 w 377380"/>
              <a:gd name="connsiteY1" fmla="*/ 194881 h 485775"/>
              <a:gd name="connsiteX2" fmla="*/ 199930 w 377380"/>
              <a:gd name="connsiteY2" fmla="*/ 5525 h 485775"/>
              <a:gd name="connsiteX3" fmla="*/ 188595 w 377380"/>
              <a:gd name="connsiteY3" fmla="*/ 0 h 485775"/>
              <a:gd name="connsiteX4" fmla="*/ 188500 w 377380"/>
              <a:gd name="connsiteY4" fmla="*/ 0 h 485775"/>
              <a:gd name="connsiteX5" fmla="*/ 177070 w 377380"/>
              <a:gd name="connsiteY5" fmla="*/ 5525 h 485775"/>
              <a:gd name="connsiteX6" fmla="*/ 30194 w 377380"/>
              <a:gd name="connsiteY6" fmla="*/ 194881 h 485775"/>
              <a:gd name="connsiteX7" fmla="*/ 29432 w 377380"/>
              <a:gd name="connsiteY7" fmla="*/ 196025 h 485775"/>
              <a:gd name="connsiteX8" fmla="*/ 0 w 377380"/>
              <a:gd name="connsiteY8" fmla="*/ 297085 h 485775"/>
              <a:gd name="connsiteX9" fmla="*/ 188690 w 377380"/>
              <a:gd name="connsiteY9" fmla="*/ 485775 h 485775"/>
              <a:gd name="connsiteX10" fmla="*/ 377381 w 377380"/>
              <a:gd name="connsiteY10" fmla="*/ 297085 h 485775"/>
              <a:gd name="connsiteX11" fmla="*/ 347663 w 377380"/>
              <a:gd name="connsiteY11" fmla="*/ 195929 h 485775"/>
              <a:gd name="connsiteX12" fmla="*/ 188690 w 377380"/>
              <a:gd name="connsiteY12" fmla="*/ 457200 h 485775"/>
              <a:gd name="connsiteX13" fmla="*/ 28575 w 377380"/>
              <a:gd name="connsiteY13" fmla="*/ 297085 h 485775"/>
              <a:gd name="connsiteX14" fmla="*/ 53150 w 377380"/>
              <a:gd name="connsiteY14" fmla="*/ 211836 h 485775"/>
              <a:gd name="connsiteX15" fmla="*/ 188500 w 377380"/>
              <a:gd name="connsiteY15" fmla="*/ 37433 h 485775"/>
              <a:gd name="connsiteX16" fmla="*/ 323850 w 377380"/>
              <a:gd name="connsiteY16" fmla="*/ 211836 h 485775"/>
              <a:gd name="connsiteX17" fmla="*/ 348710 w 377380"/>
              <a:gd name="connsiteY17" fmla="*/ 297085 h 485775"/>
              <a:gd name="connsiteX18" fmla="*/ 188690 w 377380"/>
              <a:gd name="connsiteY18" fmla="*/ 457200 h 485775"/>
              <a:gd name="connsiteX19" fmla="*/ 268415 w 377380"/>
              <a:gd name="connsiteY19" fmla="*/ 383476 h 485775"/>
              <a:gd name="connsiteX20" fmla="*/ 265271 w 377380"/>
              <a:gd name="connsiteY20" fmla="*/ 403384 h 485775"/>
              <a:gd name="connsiteX21" fmla="*/ 188595 w 377380"/>
              <a:gd name="connsiteY21" fmla="*/ 428339 h 485775"/>
              <a:gd name="connsiteX22" fmla="*/ 126778 w 377380"/>
              <a:gd name="connsiteY22" fmla="*/ 412814 h 485775"/>
              <a:gd name="connsiteX23" fmla="*/ 120968 w 377380"/>
              <a:gd name="connsiteY23" fmla="*/ 393478 h 485775"/>
              <a:gd name="connsiteX24" fmla="*/ 140303 w 377380"/>
              <a:gd name="connsiteY24" fmla="*/ 387668 h 485775"/>
              <a:gd name="connsiteX25" fmla="*/ 188500 w 377380"/>
              <a:gd name="connsiteY25" fmla="*/ 399764 h 485775"/>
              <a:gd name="connsiteX26" fmla="*/ 248317 w 377380"/>
              <a:gd name="connsiteY26" fmla="*/ 380333 h 485775"/>
              <a:gd name="connsiteX27" fmla="*/ 268415 w 377380"/>
              <a:gd name="connsiteY27" fmla="*/ 383476 h 485775"/>
              <a:gd name="connsiteX28" fmla="*/ 102394 w 377380"/>
              <a:gd name="connsiteY28" fmla="*/ 244031 h 485775"/>
              <a:gd name="connsiteX29" fmla="*/ 86868 w 377380"/>
              <a:gd name="connsiteY29" fmla="*/ 298037 h 485775"/>
              <a:gd name="connsiteX30" fmla="*/ 99536 w 377380"/>
              <a:gd name="connsiteY30" fmla="*/ 347282 h 485775"/>
              <a:gd name="connsiteX31" fmla="*/ 94012 w 377380"/>
              <a:gd name="connsiteY31" fmla="*/ 366713 h 485775"/>
              <a:gd name="connsiteX32" fmla="*/ 87059 w 377380"/>
              <a:gd name="connsiteY32" fmla="*/ 368522 h 485775"/>
              <a:gd name="connsiteX33" fmla="*/ 74581 w 377380"/>
              <a:gd name="connsiteY33" fmla="*/ 361188 h 485775"/>
              <a:gd name="connsiteX34" fmla="*/ 58293 w 377380"/>
              <a:gd name="connsiteY34" fmla="*/ 298037 h 485775"/>
              <a:gd name="connsiteX35" fmla="*/ 78581 w 377380"/>
              <a:gd name="connsiteY35" fmla="*/ 228219 h 485775"/>
              <a:gd name="connsiteX36" fmla="*/ 79343 w 377380"/>
              <a:gd name="connsiteY36" fmla="*/ 227076 h 485775"/>
              <a:gd name="connsiteX37" fmla="*/ 111538 w 377380"/>
              <a:gd name="connsiteY37" fmla="*/ 185547 h 485775"/>
              <a:gd name="connsiteX38" fmla="*/ 131540 w 377380"/>
              <a:gd name="connsiteY38" fmla="*/ 182975 h 485775"/>
              <a:gd name="connsiteX39" fmla="*/ 134112 w 377380"/>
              <a:gd name="connsiteY39" fmla="*/ 203073 h 485775"/>
              <a:gd name="connsiteX40" fmla="*/ 102394 w 377380"/>
              <a:gd name="connsiteY40" fmla="*/ 24403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77380" h="485775">
                <a:moveTo>
                  <a:pt x="347663" y="195929"/>
                </a:moveTo>
                <a:cubicBezTo>
                  <a:pt x="347472" y="195548"/>
                  <a:pt x="347186" y="195167"/>
                  <a:pt x="346900" y="194881"/>
                </a:cubicBezTo>
                <a:lnTo>
                  <a:pt x="199930" y="5525"/>
                </a:lnTo>
                <a:cubicBezTo>
                  <a:pt x="197168" y="1905"/>
                  <a:pt x="192881" y="0"/>
                  <a:pt x="188595" y="0"/>
                </a:cubicBezTo>
                <a:cubicBezTo>
                  <a:pt x="188595" y="0"/>
                  <a:pt x="188500" y="0"/>
                  <a:pt x="188500" y="0"/>
                </a:cubicBezTo>
                <a:cubicBezTo>
                  <a:pt x="184118" y="95"/>
                  <a:pt x="179927" y="1905"/>
                  <a:pt x="177070" y="5525"/>
                </a:cubicBezTo>
                <a:lnTo>
                  <a:pt x="30194" y="194881"/>
                </a:lnTo>
                <a:cubicBezTo>
                  <a:pt x="29909" y="195263"/>
                  <a:pt x="29623" y="195644"/>
                  <a:pt x="29432" y="196025"/>
                </a:cubicBezTo>
                <a:cubicBezTo>
                  <a:pt x="10192" y="226314"/>
                  <a:pt x="0" y="261271"/>
                  <a:pt x="0" y="297085"/>
                </a:cubicBezTo>
                <a:cubicBezTo>
                  <a:pt x="0" y="401098"/>
                  <a:pt x="84582" y="485775"/>
                  <a:pt x="188690" y="485775"/>
                </a:cubicBezTo>
                <a:cubicBezTo>
                  <a:pt x="292703" y="485775"/>
                  <a:pt x="377381" y="401193"/>
                  <a:pt x="377381" y="297085"/>
                </a:cubicBezTo>
                <a:cubicBezTo>
                  <a:pt x="377285" y="261461"/>
                  <a:pt x="366998" y="226505"/>
                  <a:pt x="347663" y="195929"/>
                </a:cubicBezTo>
                <a:close/>
                <a:moveTo>
                  <a:pt x="188690" y="457200"/>
                </a:moveTo>
                <a:cubicBezTo>
                  <a:pt x="100394" y="457200"/>
                  <a:pt x="28575" y="385382"/>
                  <a:pt x="28575" y="297085"/>
                </a:cubicBezTo>
                <a:cubicBezTo>
                  <a:pt x="28575" y="266986"/>
                  <a:pt x="37052" y="237554"/>
                  <a:pt x="53150" y="211836"/>
                </a:cubicBezTo>
                <a:lnTo>
                  <a:pt x="188500" y="37433"/>
                </a:lnTo>
                <a:lnTo>
                  <a:pt x="323850" y="211836"/>
                </a:lnTo>
                <a:cubicBezTo>
                  <a:pt x="340138" y="237649"/>
                  <a:pt x="348710" y="267081"/>
                  <a:pt x="348710" y="297085"/>
                </a:cubicBezTo>
                <a:cubicBezTo>
                  <a:pt x="348710" y="385382"/>
                  <a:pt x="276892" y="457200"/>
                  <a:pt x="188690" y="457200"/>
                </a:cubicBezTo>
                <a:close/>
                <a:moveTo>
                  <a:pt x="268415" y="383476"/>
                </a:moveTo>
                <a:cubicBezTo>
                  <a:pt x="273082" y="389858"/>
                  <a:pt x="271653" y="398812"/>
                  <a:pt x="265271" y="403384"/>
                </a:cubicBezTo>
                <a:cubicBezTo>
                  <a:pt x="242888" y="419672"/>
                  <a:pt x="216408" y="428339"/>
                  <a:pt x="188595" y="428339"/>
                </a:cubicBezTo>
                <a:cubicBezTo>
                  <a:pt x="167069" y="428339"/>
                  <a:pt x="145637" y="423005"/>
                  <a:pt x="126778" y="412814"/>
                </a:cubicBezTo>
                <a:cubicBezTo>
                  <a:pt x="119825" y="409099"/>
                  <a:pt x="117253" y="400431"/>
                  <a:pt x="120968" y="393478"/>
                </a:cubicBezTo>
                <a:cubicBezTo>
                  <a:pt x="124682" y="386525"/>
                  <a:pt x="133350" y="383953"/>
                  <a:pt x="140303" y="387668"/>
                </a:cubicBezTo>
                <a:cubicBezTo>
                  <a:pt x="154972" y="395573"/>
                  <a:pt x="171641" y="399764"/>
                  <a:pt x="188500" y="399764"/>
                </a:cubicBezTo>
                <a:cubicBezTo>
                  <a:pt x="210217" y="399764"/>
                  <a:pt x="230886" y="393001"/>
                  <a:pt x="248317" y="380333"/>
                </a:cubicBezTo>
                <a:cubicBezTo>
                  <a:pt x="254889" y="375666"/>
                  <a:pt x="263747" y="377095"/>
                  <a:pt x="268415" y="383476"/>
                </a:cubicBezTo>
                <a:close/>
                <a:moveTo>
                  <a:pt x="102394" y="244031"/>
                </a:moveTo>
                <a:cubicBezTo>
                  <a:pt x="92202" y="260318"/>
                  <a:pt x="86868" y="278987"/>
                  <a:pt x="86868" y="298037"/>
                </a:cubicBezTo>
                <a:cubicBezTo>
                  <a:pt x="86868" y="315278"/>
                  <a:pt x="91250" y="332327"/>
                  <a:pt x="99536" y="347282"/>
                </a:cubicBezTo>
                <a:cubicBezTo>
                  <a:pt x="103346" y="354140"/>
                  <a:pt x="100870" y="362903"/>
                  <a:pt x="94012" y="366713"/>
                </a:cubicBezTo>
                <a:cubicBezTo>
                  <a:pt x="91821" y="367951"/>
                  <a:pt x="89440" y="368522"/>
                  <a:pt x="87059" y="368522"/>
                </a:cubicBezTo>
                <a:cubicBezTo>
                  <a:pt x="82010" y="368522"/>
                  <a:pt x="77153" y="365855"/>
                  <a:pt x="74581" y="361188"/>
                </a:cubicBezTo>
                <a:cubicBezTo>
                  <a:pt x="63913" y="341948"/>
                  <a:pt x="58293" y="320135"/>
                  <a:pt x="58293" y="298037"/>
                </a:cubicBezTo>
                <a:cubicBezTo>
                  <a:pt x="58293" y="273368"/>
                  <a:pt x="65342" y="249174"/>
                  <a:pt x="78581" y="228219"/>
                </a:cubicBezTo>
                <a:cubicBezTo>
                  <a:pt x="78867" y="227838"/>
                  <a:pt x="79058" y="227457"/>
                  <a:pt x="79343" y="227076"/>
                </a:cubicBezTo>
                <a:lnTo>
                  <a:pt x="111538" y="185547"/>
                </a:lnTo>
                <a:cubicBezTo>
                  <a:pt x="116396" y="179356"/>
                  <a:pt x="125349" y="178213"/>
                  <a:pt x="131540" y="182975"/>
                </a:cubicBezTo>
                <a:cubicBezTo>
                  <a:pt x="137732" y="187833"/>
                  <a:pt x="138875" y="196787"/>
                  <a:pt x="134112" y="203073"/>
                </a:cubicBezTo>
                <a:lnTo>
                  <a:pt x="102394" y="244031"/>
                </a:lnTo>
                <a:close/>
              </a:path>
            </a:pathLst>
          </a:custGeom>
          <a:solidFill>
            <a:srgbClr val="211452"/>
          </a:solidFill>
          <a:ln w="9525" cap="flat">
            <a:noFill/>
            <a:prstDash val="solid"/>
            <a:miter/>
          </a:ln>
        </p:spPr>
        <p:txBody>
          <a:bodyPr rtlCol="0" anchor="ctr"/>
          <a:lstStyle/>
          <a:p>
            <a:endParaRPr lang="en-US"/>
          </a:p>
        </p:txBody>
      </p:sp>
      <p:sp>
        <p:nvSpPr>
          <p:cNvPr id="150" name="Grafik 28">
            <a:extLst>
              <a:ext uri="{FF2B5EF4-FFF2-40B4-BE49-F238E27FC236}">
                <a16:creationId xmlns:a16="http://schemas.microsoft.com/office/drawing/2014/main" id="{2DAF7B78-47B4-4E03-B42E-C0F723B16DFF}"/>
              </a:ext>
            </a:extLst>
          </p:cNvPr>
          <p:cNvSpPr/>
          <p:nvPr/>
        </p:nvSpPr>
        <p:spPr bwMode="gray">
          <a:xfrm>
            <a:off x="4960091" y="5646843"/>
            <a:ext cx="485679" cy="485298"/>
          </a:xfrm>
          <a:custGeom>
            <a:avLst/>
            <a:gdLst>
              <a:gd name="connsiteX0" fmla="*/ 485680 w 485679"/>
              <a:gd name="connsiteY0" fmla="*/ 356902 h 485298"/>
              <a:gd name="connsiteX1" fmla="*/ 485680 w 485679"/>
              <a:gd name="connsiteY1" fmla="*/ 461486 h 485298"/>
              <a:gd name="connsiteX2" fmla="*/ 461867 w 485679"/>
              <a:gd name="connsiteY2" fmla="*/ 485299 h 485298"/>
              <a:gd name="connsiteX3" fmla="*/ 23813 w 485679"/>
              <a:gd name="connsiteY3" fmla="*/ 485299 h 485298"/>
              <a:gd name="connsiteX4" fmla="*/ 0 w 485679"/>
              <a:gd name="connsiteY4" fmla="*/ 461486 h 485298"/>
              <a:gd name="connsiteX5" fmla="*/ 0 w 485679"/>
              <a:gd name="connsiteY5" fmla="*/ 356902 h 485298"/>
              <a:gd name="connsiteX6" fmla="*/ 14288 w 485679"/>
              <a:gd name="connsiteY6" fmla="*/ 342614 h 485298"/>
              <a:gd name="connsiteX7" fmla="*/ 28575 w 485679"/>
              <a:gd name="connsiteY7" fmla="*/ 356902 h 485298"/>
              <a:gd name="connsiteX8" fmla="*/ 28575 w 485679"/>
              <a:gd name="connsiteY8" fmla="*/ 456724 h 485298"/>
              <a:gd name="connsiteX9" fmla="*/ 457105 w 485679"/>
              <a:gd name="connsiteY9" fmla="*/ 456724 h 485298"/>
              <a:gd name="connsiteX10" fmla="*/ 457105 w 485679"/>
              <a:gd name="connsiteY10" fmla="*/ 356902 h 485298"/>
              <a:gd name="connsiteX11" fmla="*/ 471392 w 485679"/>
              <a:gd name="connsiteY11" fmla="*/ 342614 h 485298"/>
              <a:gd name="connsiteX12" fmla="*/ 485680 w 485679"/>
              <a:gd name="connsiteY12" fmla="*/ 356902 h 485298"/>
              <a:gd name="connsiteX13" fmla="*/ 226695 w 485679"/>
              <a:gd name="connsiteY13" fmla="*/ 364236 h 485298"/>
              <a:gd name="connsiteX14" fmla="*/ 243459 w 485679"/>
              <a:gd name="connsiteY14" fmla="*/ 371189 h 485298"/>
              <a:gd name="connsiteX15" fmla="*/ 260604 w 485679"/>
              <a:gd name="connsiteY15" fmla="*/ 364046 h 485298"/>
              <a:gd name="connsiteX16" fmla="*/ 367475 w 485679"/>
              <a:gd name="connsiteY16" fmla="*/ 252508 h 485298"/>
              <a:gd name="connsiteX17" fmla="*/ 367094 w 485679"/>
              <a:gd name="connsiteY17" fmla="*/ 232315 h 485298"/>
              <a:gd name="connsiteX18" fmla="*/ 346900 w 485679"/>
              <a:gd name="connsiteY18" fmla="*/ 232696 h 485298"/>
              <a:gd name="connsiteX19" fmla="*/ 257175 w 485679"/>
              <a:gd name="connsiteY19" fmla="*/ 326326 h 485298"/>
              <a:gd name="connsiteX20" fmla="*/ 257175 w 485679"/>
              <a:gd name="connsiteY20" fmla="*/ 14288 h 485298"/>
              <a:gd name="connsiteX21" fmla="*/ 242888 w 485679"/>
              <a:gd name="connsiteY21" fmla="*/ 0 h 485298"/>
              <a:gd name="connsiteX22" fmla="*/ 228600 w 485679"/>
              <a:gd name="connsiteY22" fmla="*/ 14288 h 485298"/>
              <a:gd name="connsiteX23" fmla="*/ 228600 w 485679"/>
              <a:gd name="connsiteY23" fmla="*/ 325088 h 485298"/>
              <a:gd name="connsiteX24" fmla="*/ 138875 w 485679"/>
              <a:gd name="connsiteY24" fmla="*/ 232601 h 485298"/>
              <a:gd name="connsiteX25" fmla="*/ 118682 w 485679"/>
              <a:gd name="connsiteY25" fmla="*/ 232315 h 485298"/>
              <a:gd name="connsiteX26" fmla="*/ 118396 w 485679"/>
              <a:gd name="connsiteY26" fmla="*/ 252508 h 485298"/>
              <a:gd name="connsiteX27" fmla="*/ 226695 w 485679"/>
              <a:gd name="connsiteY27" fmla="*/ 364236 h 485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85679" h="485298">
                <a:moveTo>
                  <a:pt x="485680" y="356902"/>
                </a:moveTo>
                <a:lnTo>
                  <a:pt x="485680" y="461486"/>
                </a:lnTo>
                <a:cubicBezTo>
                  <a:pt x="485680" y="474631"/>
                  <a:pt x="475012" y="485299"/>
                  <a:pt x="461867" y="485299"/>
                </a:cubicBezTo>
                <a:lnTo>
                  <a:pt x="23813" y="485299"/>
                </a:lnTo>
                <a:cubicBezTo>
                  <a:pt x="10668" y="485299"/>
                  <a:pt x="0" y="474631"/>
                  <a:pt x="0" y="461486"/>
                </a:cubicBezTo>
                <a:lnTo>
                  <a:pt x="0" y="356902"/>
                </a:lnTo>
                <a:cubicBezTo>
                  <a:pt x="0" y="348996"/>
                  <a:pt x="6382" y="342614"/>
                  <a:pt x="14288" y="342614"/>
                </a:cubicBezTo>
                <a:cubicBezTo>
                  <a:pt x="22193" y="342614"/>
                  <a:pt x="28575" y="348996"/>
                  <a:pt x="28575" y="356902"/>
                </a:cubicBezTo>
                <a:lnTo>
                  <a:pt x="28575" y="456724"/>
                </a:lnTo>
                <a:lnTo>
                  <a:pt x="457105" y="456724"/>
                </a:lnTo>
                <a:lnTo>
                  <a:pt x="457105" y="356902"/>
                </a:lnTo>
                <a:cubicBezTo>
                  <a:pt x="457105" y="348996"/>
                  <a:pt x="463487" y="342614"/>
                  <a:pt x="471392" y="342614"/>
                </a:cubicBezTo>
                <a:cubicBezTo>
                  <a:pt x="479298" y="342614"/>
                  <a:pt x="485680" y="348996"/>
                  <a:pt x="485680" y="356902"/>
                </a:cubicBezTo>
                <a:close/>
                <a:moveTo>
                  <a:pt x="226695" y="364236"/>
                </a:moveTo>
                <a:cubicBezTo>
                  <a:pt x="231267" y="368808"/>
                  <a:pt x="237363" y="371189"/>
                  <a:pt x="243459" y="371189"/>
                </a:cubicBezTo>
                <a:cubicBezTo>
                  <a:pt x="249650" y="371189"/>
                  <a:pt x="255842" y="368808"/>
                  <a:pt x="260604" y="364046"/>
                </a:cubicBezTo>
                <a:lnTo>
                  <a:pt x="367475" y="252508"/>
                </a:lnTo>
                <a:cubicBezTo>
                  <a:pt x="372904" y="246793"/>
                  <a:pt x="372713" y="237744"/>
                  <a:pt x="367094" y="232315"/>
                </a:cubicBezTo>
                <a:cubicBezTo>
                  <a:pt x="361379" y="226886"/>
                  <a:pt x="352330" y="227076"/>
                  <a:pt x="346900" y="232696"/>
                </a:cubicBezTo>
                <a:lnTo>
                  <a:pt x="257175" y="326326"/>
                </a:lnTo>
                <a:lnTo>
                  <a:pt x="257175" y="14288"/>
                </a:lnTo>
                <a:cubicBezTo>
                  <a:pt x="257175" y="6382"/>
                  <a:pt x="250793" y="0"/>
                  <a:pt x="242888" y="0"/>
                </a:cubicBezTo>
                <a:cubicBezTo>
                  <a:pt x="234982" y="0"/>
                  <a:pt x="228600" y="6382"/>
                  <a:pt x="228600" y="14288"/>
                </a:cubicBezTo>
                <a:lnTo>
                  <a:pt x="228600" y="325088"/>
                </a:lnTo>
                <a:lnTo>
                  <a:pt x="138875" y="232601"/>
                </a:lnTo>
                <a:cubicBezTo>
                  <a:pt x="133350" y="226981"/>
                  <a:pt x="124301" y="226790"/>
                  <a:pt x="118682" y="232315"/>
                </a:cubicBezTo>
                <a:cubicBezTo>
                  <a:pt x="113062" y="237839"/>
                  <a:pt x="112871" y="246888"/>
                  <a:pt x="118396" y="252508"/>
                </a:cubicBezTo>
                <a:lnTo>
                  <a:pt x="226695" y="364236"/>
                </a:lnTo>
                <a:close/>
              </a:path>
            </a:pathLst>
          </a:custGeom>
          <a:solidFill>
            <a:srgbClr val="211452"/>
          </a:solidFill>
          <a:ln w="9525" cap="flat">
            <a:noFill/>
            <a:prstDash val="solid"/>
            <a:miter/>
          </a:ln>
        </p:spPr>
        <p:txBody>
          <a:bodyPr rtlCol="0" anchor="ctr"/>
          <a:lstStyle/>
          <a:p>
            <a:endParaRPr lang="en-US"/>
          </a:p>
        </p:txBody>
      </p:sp>
      <p:sp>
        <p:nvSpPr>
          <p:cNvPr id="151" name="Grafik 20">
            <a:extLst>
              <a:ext uri="{FF2B5EF4-FFF2-40B4-BE49-F238E27FC236}">
                <a16:creationId xmlns:a16="http://schemas.microsoft.com/office/drawing/2014/main" id="{2A21BB8F-5BF7-49E6-BCF2-B47C8C9E5461}"/>
              </a:ext>
            </a:extLst>
          </p:cNvPr>
          <p:cNvSpPr/>
          <p:nvPr/>
        </p:nvSpPr>
        <p:spPr bwMode="gray">
          <a:xfrm>
            <a:off x="5795552" y="5646843"/>
            <a:ext cx="485775" cy="481107"/>
          </a:xfrm>
          <a:custGeom>
            <a:avLst/>
            <a:gdLst>
              <a:gd name="connsiteX0" fmla="*/ 66770 w 485775"/>
              <a:gd name="connsiteY0" fmla="*/ 395573 h 481107"/>
              <a:gd name="connsiteX1" fmla="*/ 66770 w 485775"/>
              <a:gd name="connsiteY1" fmla="*/ 293942 h 481107"/>
              <a:gd name="connsiteX2" fmla="*/ 90583 w 485775"/>
              <a:gd name="connsiteY2" fmla="*/ 270129 h 481107"/>
              <a:gd name="connsiteX3" fmla="*/ 114395 w 485775"/>
              <a:gd name="connsiteY3" fmla="*/ 293942 h 481107"/>
              <a:gd name="connsiteX4" fmla="*/ 114395 w 485775"/>
              <a:gd name="connsiteY4" fmla="*/ 395573 h 481107"/>
              <a:gd name="connsiteX5" fmla="*/ 90583 w 485775"/>
              <a:gd name="connsiteY5" fmla="*/ 419386 h 481107"/>
              <a:gd name="connsiteX6" fmla="*/ 66770 w 485775"/>
              <a:gd name="connsiteY6" fmla="*/ 395573 h 481107"/>
              <a:gd name="connsiteX7" fmla="*/ 166973 w 485775"/>
              <a:gd name="connsiteY7" fmla="*/ 418624 h 481107"/>
              <a:gd name="connsiteX8" fmla="*/ 190786 w 485775"/>
              <a:gd name="connsiteY8" fmla="*/ 394811 h 481107"/>
              <a:gd name="connsiteX9" fmla="*/ 190786 w 485775"/>
              <a:gd name="connsiteY9" fmla="*/ 181737 h 481107"/>
              <a:gd name="connsiteX10" fmla="*/ 166973 w 485775"/>
              <a:gd name="connsiteY10" fmla="*/ 157925 h 481107"/>
              <a:gd name="connsiteX11" fmla="*/ 143161 w 485775"/>
              <a:gd name="connsiteY11" fmla="*/ 181737 h 481107"/>
              <a:gd name="connsiteX12" fmla="*/ 143161 w 485775"/>
              <a:gd name="connsiteY12" fmla="*/ 394811 h 481107"/>
              <a:gd name="connsiteX13" fmla="*/ 166973 w 485775"/>
              <a:gd name="connsiteY13" fmla="*/ 418624 h 481107"/>
              <a:gd name="connsiteX14" fmla="*/ 242888 w 485775"/>
              <a:gd name="connsiteY14" fmla="*/ 418624 h 481107"/>
              <a:gd name="connsiteX15" fmla="*/ 266700 w 485775"/>
              <a:gd name="connsiteY15" fmla="*/ 394811 h 481107"/>
              <a:gd name="connsiteX16" fmla="*/ 266700 w 485775"/>
              <a:gd name="connsiteY16" fmla="*/ 66675 h 481107"/>
              <a:gd name="connsiteX17" fmla="*/ 242888 w 485775"/>
              <a:gd name="connsiteY17" fmla="*/ 42863 h 481107"/>
              <a:gd name="connsiteX18" fmla="*/ 219075 w 485775"/>
              <a:gd name="connsiteY18" fmla="*/ 66675 h 481107"/>
              <a:gd name="connsiteX19" fmla="*/ 219075 w 485775"/>
              <a:gd name="connsiteY19" fmla="*/ 394811 h 481107"/>
              <a:gd name="connsiteX20" fmla="*/ 242888 w 485775"/>
              <a:gd name="connsiteY20" fmla="*/ 418624 h 481107"/>
              <a:gd name="connsiteX21" fmla="*/ 319088 w 485775"/>
              <a:gd name="connsiteY21" fmla="*/ 418624 h 481107"/>
              <a:gd name="connsiteX22" fmla="*/ 342900 w 485775"/>
              <a:gd name="connsiteY22" fmla="*/ 394811 h 481107"/>
              <a:gd name="connsiteX23" fmla="*/ 342900 w 485775"/>
              <a:gd name="connsiteY23" fmla="*/ 124016 h 481107"/>
              <a:gd name="connsiteX24" fmla="*/ 319088 w 485775"/>
              <a:gd name="connsiteY24" fmla="*/ 100203 h 481107"/>
              <a:gd name="connsiteX25" fmla="*/ 295275 w 485775"/>
              <a:gd name="connsiteY25" fmla="*/ 124016 h 481107"/>
              <a:gd name="connsiteX26" fmla="*/ 295275 w 485775"/>
              <a:gd name="connsiteY26" fmla="*/ 394811 h 481107"/>
              <a:gd name="connsiteX27" fmla="*/ 319088 w 485775"/>
              <a:gd name="connsiteY27" fmla="*/ 418624 h 481107"/>
              <a:gd name="connsiteX28" fmla="*/ 395192 w 485775"/>
              <a:gd name="connsiteY28" fmla="*/ 418624 h 481107"/>
              <a:gd name="connsiteX29" fmla="*/ 419005 w 485775"/>
              <a:gd name="connsiteY29" fmla="*/ 394811 h 481107"/>
              <a:gd name="connsiteX30" fmla="*/ 419005 w 485775"/>
              <a:gd name="connsiteY30" fmla="*/ 23813 h 481107"/>
              <a:gd name="connsiteX31" fmla="*/ 395192 w 485775"/>
              <a:gd name="connsiteY31" fmla="*/ 0 h 481107"/>
              <a:gd name="connsiteX32" fmla="*/ 371380 w 485775"/>
              <a:gd name="connsiteY32" fmla="*/ 23813 h 481107"/>
              <a:gd name="connsiteX33" fmla="*/ 371380 w 485775"/>
              <a:gd name="connsiteY33" fmla="*/ 394811 h 481107"/>
              <a:gd name="connsiteX34" fmla="*/ 395192 w 485775"/>
              <a:gd name="connsiteY34" fmla="*/ 418624 h 481107"/>
              <a:gd name="connsiteX35" fmla="*/ 471488 w 485775"/>
              <a:gd name="connsiteY35" fmla="*/ 452533 h 481107"/>
              <a:gd name="connsiteX36" fmla="*/ 14288 w 485775"/>
              <a:gd name="connsiteY36" fmla="*/ 452533 h 481107"/>
              <a:gd name="connsiteX37" fmla="*/ 0 w 485775"/>
              <a:gd name="connsiteY37" fmla="*/ 466820 h 481107"/>
              <a:gd name="connsiteX38" fmla="*/ 14288 w 485775"/>
              <a:gd name="connsiteY38" fmla="*/ 481108 h 481107"/>
              <a:gd name="connsiteX39" fmla="*/ 471488 w 485775"/>
              <a:gd name="connsiteY39" fmla="*/ 481108 h 481107"/>
              <a:gd name="connsiteX40" fmla="*/ 485775 w 485775"/>
              <a:gd name="connsiteY40" fmla="*/ 466820 h 481107"/>
              <a:gd name="connsiteX41" fmla="*/ 471488 w 485775"/>
              <a:gd name="connsiteY41" fmla="*/ 452533 h 48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85775" h="481107">
                <a:moveTo>
                  <a:pt x="66770" y="395573"/>
                </a:moveTo>
                <a:lnTo>
                  <a:pt x="66770" y="293942"/>
                </a:lnTo>
                <a:cubicBezTo>
                  <a:pt x="66770" y="280797"/>
                  <a:pt x="77438" y="270129"/>
                  <a:pt x="90583" y="270129"/>
                </a:cubicBezTo>
                <a:cubicBezTo>
                  <a:pt x="103727" y="270129"/>
                  <a:pt x="114395" y="280797"/>
                  <a:pt x="114395" y="293942"/>
                </a:cubicBezTo>
                <a:lnTo>
                  <a:pt x="114395" y="395573"/>
                </a:lnTo>
                <a:cubicBezTo>
                  <a:pt x="114395" y="408718"/>
                  <a:pt x="103727" y="419386"/>
                  <a:pt x="90583" y="419386"/>
                </a:cubicBezTo>
                <a:cubicBezTo>
                  <a:pt x="77438" y="419386"/>
                  <a:pt x="66770" y="408718"/>
                  <a:pt x="66770" y="395573"/>
                </a:cubicBezTo>
                <a:close/>
                <a:moveTo>
                  <a:pt x="166973" y="418624"/>
                </a:moveTo>
                <a:cubicBezTo>
                  <a:pt x="180118" y="418624"/>
                  <a:pt x="190786" y="407956"/>
                  <a:pt x="190786" y="394811"/>
                </a:cubicBezTo>
                <a:lnTo>
                  <a:pt x="190786" y="181737"/>
                </a:lnTo>
                <a:cubicBezTo>
                  <a:pt x="190786" y="168593"/>
                  <a:pt x="180118" y="157925"/>
                  <a:pt x="166973" y="157925"/>
                </a:cubicBezTo>
                <a:cubicBezTo>
                  <a:pt x="153829" y="157925"/>
                  <a:pt x="143161" y="168593"/>
                  <a:pt x="143161" y="181737"/>
                </a:cubicBezTo>
                <a:lnTo>
                  <a:pt x="143161" y="394811"/>
                </a:lnTo>
                <a:cubicBezTo>
                  <a:pt x="143161" y="407956"/>
                  <a:pt x="153829" y="418624"/>
                  <a:pt x="166973" y="418624"/>
                </a:cubicBezTo>
                <a:close/>
                <a:moveTo>
                  <a:pt x="242888" y="418624"/>
                </a:moveTo>
                <a:cubicBezTo>
                  <a:pt x="256032" y="418624"/>
                  <a:pt x="266700" y="407956"/>
                  <a:pt x="266700" y="394811"/>
                </a:cubicBezTo>
                <a:lnTo>
                  <a:pt x="266700" y="66675"/>
                </a:lnTo>
                <a:cubicBezTo>
                  <a:pt x="266700" y="53531"/>
                  <a:pt x="256032" y="42863"/>
                  <a:pt x="242888" y="42863"/>
                </a:cubicBezTo>
                <a:cubicBezTo>
                  <a:pt x="229743" y="42863"/>
                  <a:pt x="219075" y="53531"/>
                  <a:pt x="219075" y="66675"/>
                </a:cubicBezTo>
                <a:lnTo>
                  <a:pt x="219075" y="394811"/>
                </a:lnTo>
                <a:cubicBezTo>
                  <a:pt x="219075" y="407956"/>
                  <a:pt x="229743" y="418624"/>
                  <a:pt x="242888" y="418624"/>
                </a:cubicBezTo>
                <a:close/>
                <a:moveTo>
                  <a:pt x="319088" y="418624"/>
                </a:moveTo>
                <a:cubicBezTo>
                  <a:pt x="332232" y="418624"/>
                  <a:pt x="342900" y="407956"/>
                  <a:pt x="342900" y="394811"/>
                </a:cubicBezTo>
                <a:lnTo>
                  <a:pt x="342900" y="124016"/>
                </a:lnTo>
                <a:cubicBezTo>
                  <a:pt x="342900" y="110871"/>
                  <a:pt x="332232" y="100203"/>
                  <a:pt x="319088" y="100203"/>
                </a:cubicBezTo>
                <a:cubicBezTo>
                  <a:pt x="305943" y="100203"/>
                  <a:pt x="295275" y="110871"/>
                  <a:pt x="295275" y="124016"/>
                </a:cubicBezTo>
                <a:lnTo>
                  <a:pt x="295275" y="394811"/>
                </a:lnTo>
                <a:cubicBezTo>
                  <a:pt x="295275" y="407956"/>
                  <a:pt x="305943" y="418624"/>
                  <a:pt x="319088" y="418624"/>
                </a:cubicBezTo>
                <a:close/>
                <a:moveTo>
                  <a:pt x="395192" y="418624"/>
                </a:moveTo>
                <a:cubicBezTo>
                  <a:pt x="408337" y="418624"/>
                  <a:pt x="419005" y="407956"/>
                  <a:pt x="419005" y="394811"/>
                </a:cubicBezTo>
                <a:lnTo>
                  <a:pt x="419005" y="23813"/>
                </a:lnTo>
                <a:cubicBezTo>
                  <a:pt x="419005" y="10668"/>
                  <a:pt x="408337" y="0"/>
                  <a:pt x="395192" y="0"/>
                </a:cubicBezTo>
                <a:cubicBezTo>
                  <a:pt x="382048" y="0"/>
                  <a:pt x="371380" y="10668"/>
                  <a:pt x="371380" y="23813"/>
                </a:cubicBezTo>
                <a:lnTo>
                  <a:pt x="371380" y="394811"/>
                </a:lnTo>
                <a:cubicBezTo>
                  <a:pt x="371380" y="407956"/>
                  <a:pt x="382048" y="418624"/>
                  <a:pt x="395192" y="418624"/>
                </a:cubicBezTo>
                <a:close/>
                <a:moveTo>
                  <a:pt x="471488" y="452533"/>
                </a:moveTo>
                <a:lnTo>
                  <a:pt x="14288" y="452533"/>
                </a:lnTo>
                <a:cubicBezTo>
                  <a:pt x="6382" y="452533"/>
                  <a:pt x="0" y="458915"/>
                  <a:pt x="0" y="466820"/>
                </a:cubicBezTo>
                <a:cubicBezTo>
                  <a:pt x="0" y="474726"/>
                  <a:pt x="6382" y="481108"/>
                  <a:pt x="14288" y="481108"/>
                </a:cubicBezTo>
                <a:lnTo>
                  <a:pt x="471488" y="481108"/>
                </a:lnTo>
                <a:cubicBezTo>
                  <a:pt x="479393" y="481108"/>
                  <a:pt x="485775" y="474726"/>
                  <a:pt x="485775" y="466820"/>
                </a:cubicBezTo>
                <a:cubicBezTo>
                  <a:pt x="485775" y="458915"/>
                  <a:pt x="479393" y="452533"/>
                  <a:pt x="471488" y="452533"/>
                </a:cubicBezTo>
                <a:close/>
              </a:path>
            </a:pathLst>
          </a:custGeom>
          <a:solidFill>
            <a:srgbClr val="211452"/>
          </a:solidFill>
          <a:ln w="9525" cap="flat">
            <a:noFill/>
            <a:prstDash val="solid"/>
            <a:miter/>
          </a:ln>
        </p:spPr>
        <p:txBody>
          <a:bodyPr rtlCol="0" anchor="ctr"/>
          <a:lstStyle/>
          <a:p>
            <a:endParaRPr lang="en-US"/>
          </a:p>
        </p:txBody>
      </p:sp>
      <p:sp>
        <p:nvSpPr>
          <p:cNvPr id="152" name="Grafik 49">
            <a:extLst>
              <a:ext uri="{FF2B5EF4-FFF2-40B4-BE49-F238E27FC236}">
                <a16:creationId xmlns:a16="http://schemas.microsoft.com/office/drawing/2014/main" id="{61AC1F84-5086-4283-B2A2-8F0B3BF2CA5D}"/>
              </a:ext>
            </a:extLst>
          </p:cNvPr>
          <p:cNvSpPr/>
          <p:nvPr/>
        </p:nvSpPr>
        <p:spPr bwMode="gray">
          <a:xfrm>
            <a:off x="6633744" y="5643525"/>
            <a:ext cx="485696" cy="485679"/>
          </a:xfrm>
          <a:custGeom>
            <a:avLst/>
            <a:gdLst>
              <a:gd name="connsiteX0" fmla="*/ 484853 w 485696"/>
              <a:gd name="connsiteY0" fmla="*/ 9335 h 485679"/>
              <a:gd name="connsiteX1" fmla="*/ 471423 w 485696"/>
              <a:gd name="connsiteY1" fmla="*/ 0 h 485679"/>
              <a:gd name="connsiteX2" fmla="*/ 14318 w 485696"/>
              <a:gd name="connsiteY2" fmla="*/ 0 h 485679"/>
              <a:gd name="connsiteX3" fmla="*/ 888 w 485696"/>
              <a:gd name="connsiteY3" fmla="*/ 9335 h 485679"/>
              <a:gd name="connsiteX4" fmla="*/ 4983 w 485696"/>
              <a:gd name="connsiteY4" fmla="*/ 25146 h 485679"/>
              <a:gd name="connsiteX5" fmla="*/ 199960 w 485696"/>
              <a:gd name="connsiteY5" fmla="*/ 192119 h 485679"/>
              <a:gd name="connsiteX6" fmla="*/ 199865 w 485696"/>
              <a:gd name="connsiteY6" fmla="*/ 471392 h 485679"/>
              <a:gd name="connsiteX7" fmla="*/ 208723 w 485696"/>
              <a:gd name="connsiteY7" fmla="*/ 484632 h 485679"/>
              <a:gd name="connsiteX8" fmla="*/ 214152 w 485696"/>
              <a:gd name="connsiteY8" fmla="*/ 485680 h 485679"/>
              <a:gd name="connsiteX9" fmla="*/ 224344 w 485696"/>
              <a:gd name="connsiteY9" fmla="*/ 481394 h 485679"/>
              <a:gd name="connsiteX10" fmla="*/ 277970 w 485696"/>
              <a:gd name="connsiteY10" fmla="*/ 427006 h 485679"/>
              <a:gd name="connsiteX11" fmla="*/ 285685 w 485696"/>
              <a:gd name="connsiteY11" fmla="*/ 409480 h 485679"/>
              <a:gd name="connsiteX12" fmla="*/ 285590 w 485696"/>
              <a:gd name="connsiteY12" fmla="*/ 192024 h 485679"/>
              <a:gd name="connsiteX13" fmla="*/ 480662 w 485696"/>
              <a:gd name="connsiteY13" fmla="*/ 25146 h 485679"/>
              <a:gd name="connsiteX14" fmla="*/ 484853 w 485696"/>
              <a:gd name="connsiteY14" fmla="*/ 9335 h 485679"/>
              <a:gd name="connsiteX15" fmla="*/ 262063 w 485696"/>
              <a:gd name="connsiteY15" fmla="*/ 174689 h 485679"/>
              <a:gd name="connsiteX16" fmla="*/ 257110 w 485696"/>
              <a:gd name="connsiteY16" fmla="*/ 185547 h 485679"/>
              <a:gd name="connsiteX17" fmla="*/ 257205 w 485696"/>
              <a:gd name="connsiteY17" fmla="*/ 407575 h 485679"/>
              <a:gd name="connsiteX18" fmla="*/ 228630 w 485696"/>
              <a:gd name="connsiteY18" fmla="*/ 436626 h 485679"/>
              <a:gd name="connsiteX19" fmla="*/ 228630 w 485696"/>
              <a:gd name="connsiteY19" fmla="*/ 185642 h 485679"/>
              <a:gd name="connsiteX20" fmla="*/ 223677 w 485696"/>
              <a:gd name="connsiteY20" fmla="*/ 174784 h 485679"/>
              <a:gd name="connsiteX21" fmla="*/ 52989 w 485696"/>
              <a:gd name="connsiteY21" fmla="*/ 28575 h 485679"/>
              <a:gd name="connsiteX22" fmla="*/ 432751 w 485696"/>
              <a:gd name="connsiteY22" fmla="*/ 28575 h 485679"/>
              <a:gd name="connsiteX23" fmla="*/ 262063 w 485696"/>
              <a:gd name="connsiteY23" fmla="*/ 174689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5696" h="485679">
                <a:moveTo>
                  <a:pt x="484853" y="9335"/>
                </a:moveTo>
                <a:cubicBezTo>
                  <a:pt x="482757" y="3715"/>
                  <a:pt x="477423" y="0"/>
                  <a:pt x="471423" y="0"/>
                </a:cubicBezTo>
                <a:lnTo>
                  <a:pt x="14318" y="0"/>
                </a:lnTo>
                <a:cubicBezTo>
                  <a:pt x="8317" y="0"/>
                  <a:pt x="2983" y="3715"/>
                  <a:pt x="888" y="9335"/>
                </a:cubicBezTo>
                <a:cubicBezTo>
                  <a:pt x="-1208" y="14954"/>
                  <a:pt x="507" y="21241"/>
                  <a:pt x="4983" y="25146"/>
                </a:cubicBezTo>
                <a:lnTo>
                  <a:pt x="199960" y="192119"/>
                </a:lnTo>
                <a:lnTo>
                  <a:pt x="199865" y="471392"/>
                </a:lnTo>
                <a:cubicBezTo>
                  <a:pt x="199865" y="477203"/>
                  <a:pt x="203389" y="482441"/>
                  <a:pt x="208723" y="484632"/>
                </a:cubicBezTo>
                <a:cubicBezTo>
                  <a:pt x="210438" y="485394"/>
                  <a:pt x="212343" y="485680"/>
                  <a:pt x="214152" y="485680"/>
                </a:cubicBezTo>
                <a:cubicBezTo>
                  <a:pt x="217867" y="485680"/>
                  <a:pt x="221582" y="484156"/>
                  <a:pt x="224344" y="481394"/>
                </a:cubicBezTo>
                <a:lnTo>
                  <a:pt x="277970" y="427006"/>
                </a:lnTo>
                <a:cubicBezTo>
                  <a:pt x="282828" y="422529"/>
                  <a:pt x="285685" y="416147"/>
                  <a:pt x="285685" y="409480"/>
                </a:cubicBezTo>
                <a:lnTo>
                  <a:pt x="285590" y="192024"/>
                </a:lnTo>
                <a:lnTo>
                  <a:pt x="480662" y="25146"/>
                </a:lnTo>
                <a:cubicBezTo>
                  <a:pt x="485234" y="21241"/>
                  <a:pt x="486853" y="14954"/>
                  <a:pt x="484853" y="9335"/>
                </a:cubicBezTo>
                <a:close/>
                <a:moveTo>
                  <a:pt x="262063" y="174689"/>
                </a:moveTo>
                <a:cubicBezTo>
                  <a:pt x="258920" y="177451"/>
                  <a:pt x="257110" y="181356"/>
                  <a:pt x="257110" y="185547"/>
                </a:cubicBezTo>
                <a:lnTo>
                  <a:pt x="257205" y="407575"/>
                </a:lnTo>
                <a:lnTo>
                  <a:pt x="228630" y="436626"/>
                </a:lnTo>
                <a:lnTo>
                  <a:pt x="228630" y="185642"/>
                </a:lnTo>
                <a:cubicBezTo>
                  <a:pt x="228630" y="181451"/>
                  <a:pt x="226821" y="177546"/>
                  <a:pt x="223677" y="174784"/>
                </a:cubicBezTo>
                <a:lnTo>
                  <a:pt x="52989" y="28575"/>
                </a:lnTo>
                <a:lnTo>
                  <a:pt x="432751" y="28575"/>
                </a:lnTo>
                <a:lnTo>
                  <a:pt x="262063" y="174689"/>
                </a:lnTo>
                <a:close/>
              </a:path>
            </a:pathLst>
          </a:custGeom>
          <a:solidFill>
            <a:srgbClr val="211452"/>
          </a:solidFill>
          <a:ln w="9525" cap="flat">
            <a:noFill/>
            <a:prstDash val="solid"/>
            <a:miter/>
          </a:ln>
        </p:spPr>
        <p:txBody>
          <a:bodyPr rtlCol="0" anchor="ctr"/>
          <a:lstStyle/>
          <a:p>
            <a:endParaRPr lang="en-US"/>
          </a:p>
        </p:txBody>
      </p:sp>
      <p:sp>
        <p:nvSpPr>
          <p:cNvPr id="153" name="Grafik 68">
            <a:extLst>
              <a:ext uri="{FF2B5EF4-FFF2-40B4-BE49-F238E27FC236}">
                <a16:creationId xmlns:a16="http://schemas.microsoft.com/office/drawing/2014/main" id="{6EAF08A1-6DA1-4C10-BD4F-B22342653951}"/>
              </a:ext>
            </a:extLst>
          </p:cNvPr>
          <p:cNvSpPr/>
          <p:nvPr/>
        </p:nvSpPr>
        <p:spPr bwMode="gray">
          <a:xfrm>
            <a:off x="7451050" y="5740334"/>
            <a:ext cx="457104" cy="315182"/>
          </a:xfrm>
          <a:custGeom>
            <a:avLst/>
            <a:gdLst>
              <a:gd name="connsiteX0" fmla="*/ 449199 w 457104"/>
              <a:gd name="connsiteY0" fmla="*/ 49435 h 315182"/>
              <a:gd name="connsiteX1" fmla="*/ 448151 w 457104"/>
              <a:gd name="connsiteY1" fmla="*/ 44291 h 315182"/>
              <a:gd name="connsiteX2" fmla="*/ 447389 w 457104"/>
              <a:gd name="connsiteY2" fmla="*/ 41910 h 315182"/>
              <a:gd name="connsiteX3" fmla="*/ 405956 w 457104"/>
              <a:gd name="connsiteY3" fmla="*/ 12192 h 315182"/>
              <a:gd name="connsiteX4" fmla="*/ 408908 w 457104"/>
              <a:gd name="connsiteY4" fmla="*/ 12192 h 315182"/>
              <a:gd name="connsiteX5" fmla="*/ 228505 w 457104"/>
              <a:gd name="connsiteY5" fmla="*/ 0 h 315182"/>
              <a:gd name="connsiteX6" fmla="*/ 48101 w 457104"/>
              <a:gd name="connsiteY6" fmla="*/ 12192 h 315182"/>
              <a:gd name="connsiteX7" fmla="*/ 51054 w 457104"/>
              <a:gd name="connsiteY7" fmla="*/ 12192 h 315182"/>
              <a:gd name="connsiteX8" fmla="*/ 9620 w 457104"/>
              <a:gd name="connsiteY8" fmla="*/ 41910 h 315182"/>
              <a:gd name="connsiteX9" fmla="*/ 8954 w 457104"/>
              <a:gd name="connsiteY9" fmla="*/ 44291 h 315182"/>
              <a:gd name="connsiteX10" fmla="*/ 7906 w 457104"/>
              <a:gd name="connsiteY10" fmla="*/ 49435 h 315182"/>
              <a:gd name="connsiteX11" fmla="*/ 0 w 457104"/>
              <a:gd name="connsiteY11" fmla="*/ 157544 h 315182"/>
              <a:gd name="connsiteX12" fmla="*/ 7906 w 457104"/>
              <a:gd name="connsiteY12" fmla="*/ 265748 h 315182"/>
              <a:gd name="connsiteX13" fmla="*/ 8954 w 457104"/>
              <a:gd name="connsiteY13" fmla="*/ 270891 h 315182"/>
              <a:gd name="connsiteX14" fmla="*/ 9716 w 457104"/>
              <a:gd name="connsiteY14" fmla="*/ 273272 h 315182"/>
              <a:gd name="connsiteX15" fmla="*/ 51149 w 457104"/>
              <a:gd name="connsiteY15" fmla="*/ 302990 h 315182"/>
              <a:gd name="connsiteX16" fmla="*/ 48101 w 457104"/>
              <a:gd name="connsiteY16" fmla="*/ 302990 h 315182"/>
              <a:gd name="connsiteX17" fmla="*/ 228505 w 457104"/>
              <a:gd name="connsiteY17" fmla="*/ 315182 h 315182"/>
              <a:gd name="connsiteX18" fmla="*/ 408908 w 457104"/>
              <a:gd name="connsiteY18" fmla="*/ 302990 h 315182"/>
              <a:gd name="connsiteX19" fmla="*/ 405956 w 457104"/>
              <a:gd name="connsiteY19" fmla="*/ 302990 h 315182"/>
              <a:gd name="connsiteX20" fmla="*/ 447389 w 457104"/>
              <a:gd name="connsiteY20" fmla="*/ 273272 h 315182"/>
              <a:gd name="connsiteX21" fmla="*/ 448151 w 457104"/>
              <a:gd name="connsiteY21" fmla="*/ 270891 h 315182"/>
              <a:gd name="connsiteX22" fmla="*/ 449199 w 457104"/>
              <a:gd name="connsiteY22" fmla="*/ 265748 h 315182"/>
              <a:gd name="connsiteX23" fmla="*/ 457105 w 457104"/>
              <a:gd name="connsiteY23" fmla="*/ 157544 h 315182"/>
              <a:gd name="connsiteX24" fmla="*/ 449199 w 457104"/>
              <a:gd name="connsiteY24" fmla="*/ 49435 h 315182"/>
              <a:gd name="connsiteX25" fmla="*/ 296228 w 457104"/>
              <a:gd name="connsiteY25" fmla="*/ 167354 h 315182"/>
              <a:gd name="connsiteX26" fmla="*/ 203930 w 457104"/>
              <a:gd name="connsiteY26" fmla="*/ 234315 h 315182"/>
              <a:gd name="connsiteX27" fmla="*/ 197453 w 457104"/>
              <a:gd name="connsiteY27" fmla="*/ 236411 h 315182"/>
              <a:gd name="connsiteX28" fmla="*/ 192405 w 457104"/>
              <a:gd name="connsiteY28" fmla="*/ 235268 h 315182"/>
              <a:gd name="connsiteX29" fmla="*/ 186309 w 457104"/>
              <a:gd name="connsiteY29" fmla="*/ 225362 h 315182"/>
              <a:gd name="connsiteX30" fmla="*/ 186309 w 457104"/>
              <a:gd name="connsiteY30" fmla="*/ 91345 h 315182"/>
              <a:gd name="connsiteX31" fmla="*/ 192405 w 457104"/>
              <a:gd name="connsiteY31" fmla="*/ 81439 h 315182"/>
              <a:gd name="connsiteX32" fmla="*/ 203930 w 457104"/>
              <a:gd name="connsiteY32" fmla="*/ 82391 h 315182"/>
              <a:gd name="connsiteX33" fmla="*/ 296228 w 457104"/>
              <a:gd name="connsiteY33" fmla="*/ 149352 h 315182"/>
              <a:gd name="connsiteX34" fmla="*/ 300800 w 457104"/>
              <a:gd name="connsiteY34" fmla="*/ 158306 h 315182"/>
              <a:gd name="connsiteX35" fmla="*/ 296228 w 457104"/>
              <a:gd name="connsiteY35" fmla="*/ 167354 h 31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57104" h="315182">
                <a:moveTo>
                  <a:pt x="449199" y="49435"/>
                </a:moveTo>
                <a:cubicBezTo>
                  <a:pt x="449009" y="47720"/>
                  <a:pt x="448532" y="46006"/>
                  <a:pt x="448151" y="44291"/>
                </a:cubicBezTo>
                <a:cubicBezTo>
                  <a:pt x="447866" y="43529"/>
                  <a:pt x="447675" y="42672"/>
                  <a:pt x="447389" y="41910"/>
                </a:cubicBezTo>
                <a:cubicBezTo>
                  <a:pt x="441484" y="24670"/>
                  <a:pt x="425196" y="12192"/>
                  <a:pt x="405956" y="12192"/>
                </a:cubicBezTo>
                <a:lnTo>
                  <a:pt x="408908" y="12192"/>
                </a:lnTo>
                <a:cubicBezTo>
                  <a:pt x="408908" y="12192"/>
                  <a:pt x="331470" y="572"/>
                  <a:pt x="228505" y="0"/>
                </a:cubicBezTo>
                <a:cubicBezTo>
                  <a:pt x="125540" y="381"/>
                  <a:pt x="48101" y="12192"/>
                  <a:pt x="48101" y="12192"/>
                </a:cubicBezTo>
                <a:lnTo>
                  <a:pt x="51054" y="12192"/>
                </a:lnTo>
                <a:cubicBezTo>
                  <a:pt x="31718" y="12192"/>
                  <a:pt x="15431" y="24670"/>
                  <a:pt x="9620" y="41910"/>
                </a:cubicBezTo>
                <a:cubicBezTo>
                  <a:pt x="9525" y="42672"/>
                  <a:pt x="9144" y="43529"/>
                  <a:pt x="8954" y="44291"/>
                </a:cubicBezTo>
                <a:cubicBezTo>
                  <a:pt x="8573" y="46006"/>
                  <a:pt x="8096" y="47720"/>
                  <a:pt x="7906" y="49435"/>
                </a:cubicBezTo>
                <a:cubicBezTo>
                  <a:pt x="5144" y="69437"/>
                  <a:pt x="381" y="109538"/>
                  <a:pt x="0" y="157544"/>
                </a:cubicBezTo>
                <a:cubicBezTo>
                  <a:pt x="381" y="205550"/>
                  <a:pt x="5048" y="245650"/>
                  <a:pt x="7906" y="265748"/>
                </a:cubicBezTo>
                <a:cubicBezTo>
                  <a:pt x="8096" y="267462"/>
                  <a:pt x="8573" y="269177"/>
                  <a:pt x="8954" y="270891"/>
                </a:cubicBezTo>
                <a:cubicBezTo>
                  <a:pt x="9144" y="271748"/>
                  <a:pt x="9335" y="272510"/>
                  <a:pt x="9716" y="273272"/>
                </a:cubicBezTo>
                <a:cubicBezTo>
                  <a:pt x="15621" y="290513"/>
                  <a:pt x="31909" y="302990"/>
                  <a:pt x="51149" y="302990"/>
                </a:cubicBezTo>
                <a:lnTo>
                  <a:pt x="48101" y="302990"/>
                </a:lnTo>
                <a:cubicBezTo>
                  <a:pt x="48101" y="302990"/>
                  <a:pt x="125540" y="314706"/>
                  <a:pt x="228505" y="315182"/>
                </a:cubicBezTo>
                <a:cubicBezTo>
                  <a:pt x="331565" y="314801"/>
                  <a:pt x="408908" y="302990"/>
                  <a:pt x="408908" y="302990"/>
                </a:cubicBezTo>
                <a:lnTo>
                  <a:pt x="405956" y="302990"/>
                </a:lnTo>
                <a:cubicBezTo>
                  <a:pt x="425291" y="302990"/>
                  <a:pt x="441579" y="290513"/>
                  <a:pt x="447389" y="273272"/>
                </a:cubicBezTo>
                <a:cubicBezTo>
                  <a:pt x="447580" y="272510"/>
                  <a:pt x="447961" y="271653"/>
                  <a:pt x="448151" y="270891"/>
                </a:cubicBezTo>
                <a:cubicBezTo>
                  <a:pt x="448532" y="269177"/>
                  <a:pt x="449009" y="267557"/>
                  <a:pt x="449199" y="265748"/>
                </a:cubicBezTo>
                <a:cubicBezTo>
                  <a:pt x="451961" y="245555"/>
                  <a:pt x="456629" y="205550"/>
                  <a:pt x="457105" y="157544"/>
                </a:cubicBezTo>
                <a:cubicBezTo>
                  <a:pt x="456629" y="109538"/>
                  <a:pt x="451961" y="69437"/>
                  <a:pt x="449199" y="49435"/>
                </a:cubicBezTo>
                <a:close/>
                <a:moveTo>
                  <a:pt x="296228" y="167354"/>
                </a:moveTo>
                <a:lnTo>
                  <a:pt x="203930" y="234315"/>
                </a:lnTo>
                <a:cubicBezTo>
                  <a:pt x="202025" y="235744"/>
                  <a:pt x="199644" y="236411"/>
                  <a:pt x="197453" y="236411"/>
                </a:cubicBezTo>
                <a:cubicBezTo>
                  <a:pt x="195739" y="236411"/>
                  <a:pt x="194024" y="236030"/>
                  <a:pt x="192405" y="235268"/>
                </a:cubicBezTo>
                <a:cubicBezTo>
                  <a:pt x="188690" y="233363"/>
                  <a:pt x="186309" y="229553"/>
                  <a:pt x="186309" y="225362"/>
                </a:cubicBezTo>
                <a:lnTo>
                  <a:pt x="186309" y="91345"/>
                </a:lnTo>
                <a:cubicBezTo>
                  <a:pt x="186309" y="87154"/>
                  <a:pt x="188690" y="83344"/>
                  <a:pt x="192405" y="81439"/>
                </a:cubicBezTo>
                <a:cubicBezTo>
                  <a:pt x="196120" y="79534"/>
                  <a:pt x="200597" y="79915"/>
                  <a:pt x="203930" y="82391"/>
                </a:cubicBezTo>
                <a:lnTo>
                  <a:pt x="296228" y="149352"/>
                </a:lnTo>
                <a:cubicBezTo>
                  <a:pt x="299085" y="151448"/>
                  <a:pt x="300800" y="154781"/>
                  <a:pt x="300800" y="158306"/>
                </a:cubicBezTo>
                <a:cubicBezTo>
                  <a:pt x="300800" y="161925"/>
                  <a:pt x="299085" y="165259"/>
                  <a:pt x="296228" y="167354"/>
                </a:cubicBezTo>
                <a:close/>
              </a:path>
            </a:pathLst>
          </a:custGeom>
          <a:solidFill>
            <a:srgbClr val="211452"/>
          </a:solidFill>
          <a:ln w="9525" cap="flat">
            <a:noFill/>
            <a:prstDash val="solid"/>
            <a:miter/>
          </a:ln>
        </p:spPr>
        <p:txBody>
          <a:bodyPr rtlCol="0" anchor="ctr"/>
          <a:lstStyle/>
          <a:p>
            <a:endParaRPr lang="en-US"/>
          </a:p>
        </p:txBody>
      </p:sp>
      <p:sp>
        <p:nvSpPr>
          <p:cNvPr id="154" name="Grafik 34">
            <a:extLst>
              <a:ext uri="{FF2B5EF4-FFF2-40B4-BE49-F238E27FC236}">
                <a16:creationId xmlns:a16="http://schemas.microsoft.com/office/drawing/2014/main" id="{6A88F1CA-24BB-4AC2-A0CE-DB2228F02387}"/>
              </a:ext>
            </a:extLst>
          </p:cNvPr>
          <p:cNvSpPr/>
          <p:nvPr/>
        </p:nvSpPr>
        <p:spPr bwMode="gray">
          <a:xfrm>
            <a:off x="8474571" y="5675037"/>
            <a:ext cx="211873" cy="457104"/>
          </a:xfrm>
          <a:custGeom>
            <a:avLst/>
            <a:gdLst>
              <a:gd name="connsiteX0" fmla="*/ 206216 w 211873"/>
              <a:gd name="connsiteY0" fmla="*/ 148114 h 457104"/>
              <a:gd name="connsiteX1" fmla="*/ 140113 w 211873"/>
              <a:gd name="connsiteY1" fmla="*/ 148114 h 457104"/>
              <a:gd name="connsiteX2" fmla="*/ 140113 w 211873"/>
              <a:gd name="connsiteY2" fmla="*/ 100584 h 457104"/>
              <a:gd name="connsiteX3" fmla="*/ 160306 w 211873"/>
              <a:gd name="connsiteY3" fmla="*/ 78581 h 457104"/>
              <a:gd name="connsiteX4" fmla="*/ 205645 w 211873"/>
              <a:gd name="connsiteY4" fmla="*/ 78581 h 457104"/>
              <a:gd name="connsiteX5" fmla="*/ 211265 w 211873"/>
              <a:gd name="connsiteY5" fmla="*/ 72962 h 457104"/>
              <a:gd name="connsiteX6" fmla="*/ 211265 w 211873"/>
              <a:gd name="connsiteY6" fmla="*/ 5906 h 457104"/>
              <a:gd name="connsiteX7" fmla="*/ 205645 w 211873"/>
              <a:gd name="connsiteY7" fmla="*/ 286 h 457104"/>
              <a:gd name="connsiteX8" fmla="*/ 140970 w 211873"/>
              <a:gd name="connsiteY8" fmla="*/ 0 h 457104"/>
              <a:gd name="connsiteX9" fmla="*/ 45148 w 211873"/>
              <a:gd name="connsiteY9" fmla="*/ 95822 h 457104"/>
              <a:gd name="connsiteX10" fmla="*/ 45148 w 211873"/>
              <a:gd name="connsiteY10" fmla="*/ 148019 h 457104"/>
              <a:gd name="connsiteX11" fmla="*/ 5620 w 211873"/>
              <a:gd name="connsiteY11" fmla="*/ 148019 h 457104"/>
              <a:gd name="connsiteX12" fmla="*/ 0 w 211873"/>
              <a:gd name="connsiteY12" fmla="*/ 153638 h 457104"/>
              <a:gd name="connsiteX13" fmla="*/ 0 w 211873"/>
              <a:gd name="connsiteY13" fmla="*/ 223076 h 457104"/>
              <a:gd name="connsiteX14" fmla="*/ 5620 w 211873"/>
              <a:gd name="connsiteY14" fmla="*/ 228695 h 457104"/>
              <a:gd name="connsiteX15" fmla="*/ 45148 w 211873"/>
              <a:gd name="connsiteY15" fmla="*/ 228695 h 457104"/>
              <a:gd name="connsiteX16" fmla="*/ 45148 w 211873"/>
              <a:gd name="connsiteY16" fmla="*/ 451485 h 457104"/>
              <a:gd name="connsiteX17" fmla="*/ 50768 w 211873"/>
              <a:gd name="connsiteY17" fmla="*/ 457105 h 457104"/>
              <a:gd name="connsiteX18" fmla="*/ 134493 w 211873"/>
              <a:gd name="connsiteY18" fmla="*/ 457105 h 457104"/>
              <a:gd name="connsiteX19" fmla="*/ 140113 w 211873"/>
              <a:gd name="connsiteY19" fmla="*/ 451485 h 457104"/>
              <a:gd name="connsiteX20" fmla="*/ 140113 w 211873"/>
              <a:gd name="connsiteY20" fmla="*/ 228695 h 457104"/>
              <a:gd name="connsiteX21" fmla="*/ 199073 w 211873"/>
              <a:gd name="connsiteY21" fmla="*/ 228695 h 457104"/>
              <a:gd name="connsiteX22" fmla="*/ 204692 w 211873"/>
              <a:gd name="connsiteY22" fmla="*/ 223647 h 457104"/>
              <a:gd name="connsiteX23" fmla="*/ 211836 w 211873"/>
              <a:gd name="connsiteY23" fmla="*/ 154305 h 457104"/>
              <a:gd name="connsiteX24" fmla="*/ 206216 w 211873"/>
              <a:gd name="connsiteY24" fmla="*/ 148114 h 45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1873" h="457104">
                <a:moveTo>
                  <a:pt x="206216" y="148114"/>
                </a:moveTo>
                <a:lnTo>
                  <a:pt x="140113" y="148114"/>
                </a:lnTo>
                <a:lnTo>
                  <a:pt x="140113" y="100584"/>
                </a:lnTo>
                <a:cubicBezTo>
                  <a:pt x="140113" y="82772"/>
                  <a:pt x="151924" y="78581"/>
                  <a:pt x="160306" y="78581"/>
                </a:cubicBezTo>
                <a:lnTo>
                  <a:pt x="205645" y="78581"/>
                </a:lnTo>
                <a:cubicBezTo>
                  <a:pt x="208788" y="78581"/>
                  <a:pt x="211265" y="76105"/>
                  <a:pt x="211265" y="72962"/>
                </a:cubicBezTo>
                <a:lnTo>
                  <a:pt x="211265" y="5906"/>
                </a:lnTo>
                <a:cubicBezTo>
                  <a:pt x="211265" y="2762"/>
                  <a:pt x="208788" y="286"/>
                  <a:pt x="205645" y="286"/>
                </a:cubicBezTo>
                <a:lnTo>
                  <a:pt x="140970" y="0"/>
                </a:lnTo>
                <a:cubicBezTo>
                  <a:pt x="62960" y="0"/>
                  <a:pt x="45148" y="58388"/>
                  <a:pt x="45148" y="95822"/>
                </a:cubicBezTo>
                <a:lnTo>
                  <a:pt x="45148" y="148019"/>
                </a:lnTo>
                <a:lnTo>
                  <a:pt x="5620" y="148019"/>
                </a:lnTo>
                <a:cubicBezTo>
                  <a:pt x="2477" y="148019"/>
                  <a:pt x="0" y="150590"/>
                  <a:pt x="0" y="153638"/>
                </a:cubicBezTo>
                <a:lnTo>
                  <a:pt x="0" y="223076"/>
                </a:lnTo>
                <a:cubicBezTo>
                  <a:pt x="0" y="226219"/>
                  <a:pt x="2477" y="228695"/>
                  <a:pt x="5620" y="228695"/>
                </a:cubicBezTo>
                <a:lnTo>
                  <a:pt x="45148" y="228695"/>
                </a:lnTo>
                <a:lnTo>
                  <a:pt x="45148" y="451485"/>
                </a:lnTo>
                <a:cubicBezTo>
                  <a:pt x="45148" y="454628"/>
                  <a:pt x="47625" y="457105"/>
                  <a:pt x="50768" y="457105"/>
                </a:cubicBezTo>
                <a:lnTo>
                  <a:pt x="134493" y="457105"/>
                </a:lnTo>
                <a:cubicBezTo>
                  <a:pt x="137636" y="457105"/>
                  <a:pt x="140113" y="454628"/>
                  <a:pt x="140113" y="451485"/>
                </a:cubicBezTo>
                <a:lnTo>
                  <a:pt x="140113" y="228695"/>
                </a:lnTo>
                <a:lnTo>
                  <a:pt x="199073" y="228695"/>
                </a:lnTo>
                <a:cubicBezTo>
                  <a:pt x="201930" y="228695"/>
                  <a:pt x="204406" y="226505"/>
                  <a:pt x="204692" y="223647"/>
                </a:cubicBezTo>
                <a:lnTo>
                  <a:pt x="211836" y="154305"/>
                </a:lnTo>
                <a:cubicBezTo>
                  <a:pt x="212217" y="151067"/>
                  <a:pt x="209645" y="148114"/>
                  <a:pt x="206216" y="148114"/>
                </a:cubicBezTo>
                <a:close/>
              </a:path>
            </a:pathLst>
          </a:custGeom>
          <a:solidFill>
            <a:srgbClr val="211452"/>
          </a:solidFill>
          <a:ln w="9525" cap="flat">
            <a:noFill/>
            <a:prstDash val="solid"/>
            <a:miter/>
          </a:ln>
        </p:spPr>
        <p:txBody>
          <a:bodyPr rtlCol="0" anchor="ctr"/>
          <a:lstStyle/>
          <a:p>
            <a:endParaRPr lang="en-US"/>
          </a:p>
        </p:txBody>
      </p:sp>
      <p:sp>
        <p:nvSpPr>
          <p:cNvPr id="155" name="Grafik 73">
            <a:extLst>
              <a:ext uri="{FF2B5EF4-FFF2-40B4-BE49-F238E27FC236}">
                <a16:creationId xmlns:a16="http://schemas.microsoft.com/office/drawing/2014/main" id="{C0D89E6C-6EC2-43A0-ADB6-C7086BB7C795}"/>
              </a:ext>
            </a:extLst>
          </p:cNvPr>
          <p:cNvSpPr/>
          <p:nvPr/>
        </p:nvSpPr>
        <p:spPr bwMode="gray">
          <a:xfrm>
            <a:off x="9257431" y="5731044"/>
            <a:ext cx="453580" cy="396906"/>
          </a:xfrm>
          <a:custGeom>
            <a:avLst/>
            <a:gdLst>
              <a:gd name="connsiteX0" fmla="*/ 453581 w 453580"/>
              <a:gd name="connsiteY0" fmla="*/ 46958 h 396906"/>
              <a:gd name="connsiteX1" fmla="*/ 400050 w 453580"/>
              <a:gd name="connsiteY1" fmla="*/ 62675 h 396906"/>
              <a:gd name="connsiteX2" fmla="*/ 441103 w 453580"/>
              <a:gd name="connsiteY2" fmla="*/ 7334 h 396906"/>
              <a:gd name="connsiteX3" fmla="*/ 381857 w 453580"/>
              <a:gd name="connsiteY3" fmla="*/ 31718 h 396906"/>
              <a:gd name="connsiteX4" fmla="*/ 313849 w 453580"/>
              <a:gd name="connsiteY4" fmla="*/ 0 h 396906"/>
              <a:gd name="connsiteX5" fmla="*/ 220790 w 453580"/>
              <a:gd name="connsiteY5" fmla="*/ 100203 h 396906"/>
              <a:gd name="connsiteX6" fmla="*/ 223171 w 453580"/>
              <a:gd name="connsiteY6" fmla="*/ 122968 h 396906"/>
              <a:gd name="connsiteX7" fmla="*/ 31337 w 453580"/>
              <a:gd name="connsiteY7" fmla="*/ 18383 h 396906"/>
              <a:gd name="connsiteX8" fmla="*/ 18764 w 453580"/>
              <a:gd name="connsiteY8" fmla="*/ 68771 h 396906"/>
              <a:gd name="connsiteX9" fmla="*/ 60293 w 453580"/>
              <a:gd name="connsiteY9" fmla="*/ 152019 h 396906"/>
              <a:gd name="connsiteX10" fmla="*/ 18098 w 453580"/>
              <a:gd name="connsiteY10" fmla="*/ 139541 h 396906"/>
              <a:gd name="connsiteX11" fmla="*/ 18098 w 453580"/>
              <a:gd name="connsiteY11" fmla="*/ 140875 h 396906"/>
              <a:gd name="connsiteX12" fmla="*/ 92869 w 453580"/>
              <a:gd name="connsiteY12" fmla="*/ 239078 h 396906"/>
              <a:gd name="connsiteX13" fmla="*/ 68294 w 453580"/>
              <a:gd name="connsiteY13" fmla="*/ 242411 h 396906"/>
              <a:gd name="connsiteX14" fmla="*/ 50864 w 453580"/>
              <a:gd name="connsiteY14" fmla="*/ 240697 h 396906"/>
              <a:gd name="connsiteX15" fmla="*/ 137827 w 453580"/>
              <a:gd name="connsiteY15" fmla="*/ 310325 h 396906"/>
              <a:gd name="connsiteX16" fmla="*/ 22193 w 453580"/>
              <a:gd name="connsiteY16" fmla="*/ 353187 h 396906"/>
              <a:gd name="connsiteX17" fmla="*/ 0 w 453580"/>
              <a:gd name="connsiteY17" fmla="*/ 351758 h 396906"/>
              <a:gd name="connsiteX18" fmla="*/ 142589 w 453580"/>
              <a:gd name="connsiteY18" fmla="*/ 396907 h 396906"/>
              <a:gd name="connsiteX19" fmla="*/ 407575 w 453580"/>
              <a:gd name="connsiteY19" fmla="*/ 111919 h 396906"/>
              <a:gd name="connsiteX20" fmla="*/ 407289 w 453580"/>
              <a:gd name="connsiteY20" fmla="*/ 99060 h 396906"/>
              <a:gd name="connsiteX21" fmla="*/ 453581 w 453580"/>
              <a:gd name="connsiteY21" fmla="*/ 46958 h 39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80" h="396906">
                <a:moveTo>
                  <a:pt x="453581" y="46958"/>
                </a:moveTo>
                <a:cubicBezTo>
                  <a:pt x="436817" y="55055"/>
                  <a:pt x="418910" y="60293"/>
                  <a:pt x="400050" y="62675"/>
                </a:cubicBezTo>
                <a:cubicBezTo>
                  <a:pt x="419291" y="50197"/>
                  <a:pt x="434150" y="30766"/>
                  <a:pt x="441103" y="7334"/>
                </a:cubicBezTo>
                <a:cubicBezTo>
                  <a:pt x="423101" y="18764"/>
                  <a:pt x="403098" y="26861"/>
                  <a:pt x="381857" y="31718"/>
                </a:cubicBezTo>
                <a:cubicBezTo>
                  <a:pt x="364903" y="12192"/>
                  <a:pt x="340614" y="0"/>
                  <a:pt x="313849" y="0"/>
                </a:cubicBezTo>
                <a:cubicBezTo>
                  <a:pt x="262414" y="0"/>
                  <a:pt x="220790" y="44768"/>
                  <a:pt x="220790" y="100203"/>
                </a:cubicBezTo>
                <a:cubicBezTo>
                  <a:pt x="220790" y="108014"/>
                  <a:pt x="221647" y="115634"/>
                  <a:pt x="223171" y="122968"/>
                </a:cubicBezTo>
                <a:cubicBezTo>
                  <a:pt x="146018" y="118872"/>
                  <a:pt x="77248" y="78867"/>
                  <a:pt x="31337" y="18383"/>
                </a:cubicBezTo>
                <a:cubicBezTo>
                  <a:pt x="23241" y="33147"/>
                  <a:pt x="18764" y="50292"/>
                  <a:pt x="18764" y="68771"/>
                </a:cubicBezTo>
                <a:cubicBezTo>
                  <a:pt x="18764" y="103442"/>
                  <a:pt x="35147" y="134303"/>
                  <a:pt x="60293" y="152019"/>
                </a:cubicBezTo>
                <a:cubicBezTo>
                  <a:pt x="44958" y="151448"/>
                  <a:pt x="30671" y="147161"/>
                  <a:pt x="18098" y="139541"/>
                </a:cubicBezTo>
                <a:lnTo>
                  <a:pt x="18098" y="140875"/>
                </a:lnTo>
                <a:cubicBezTo>
                  <a:pt x="18098" y="189357"/>
                  <a:pt x="50197" y="229743"/>
                  <a:pt x="92869" y="239078"/>
                </a:cubicBezTo>
                <a:cubicBezTo>
                  <a:pt x="85058" y="241364"/>
                  <a:pt x="76772" y="242411"/>
                  <a:pt x="68294" y="242411"/>
                </a:cubicBezTo>
                <a:cubicBezTo>
                  <a:pt x="62294" y="242411"/>
                  <a:pt x="56674" y="242030"/>
                  <a:pt x="50864" y="240697"/>
                </a:cubicBezTo>
                <a:cubicBezTo>
                  <a:pt x="62675" y="280607"/>
                  <a:pt x="97060" y="309658"/>
                  <a:pt x="137827" y="310325"/>
                </a:cubicBezTo>
                <a:cubicBezTo>
                  <a:pt x="105918" y="337280"/>
                  <a:pt x="65818" y="353187"/>
                  <a:pt x="22193" y="353187"/>
                </a:cubicBezTo>
                <a:cubicBezTo>
                  <a:pt x="14669" y="353187"/>
                  <a:pt x="7239" y="352806"/>
                  <a:pt x="0" y="351758"/>
                </a:cubicBezTo>
                <a:cubicBezTo>
                  <a:pt x="41053" y="380333"/>
                  <a:pt x="89821" y="396907"/>
                  <a:pt x="142589" y="396907"/>
                </a:cubicBezTo>
                <a:cubicBezTo>
                  <a:pt x="313849" y="396907"/>
                  <a:pt x="407575" y="244221"/>
                  <a:pt x="407575" y="111919"/>
                </a:cubicBezTo>
                <a:cubicBezTo>
                  <a:pt x="407575" y="107728"/>
                  <a:pt x="407480" y="103346"/>
                  <a:pt x="407289" y="99060"/>
                </a:cubicBezTo>
                <a:cubicBezTo>
                  <a:pt x="425291" y="84582"/>
                  <a:pt x="441103" y="67056"/>
                  <a:pt x="453581" y="46958"/>
                </a:cubicBezTo>
              </a:path>
            </a:pathLst>
          </a:custGeom>
          <a:solidFill>
            <a:srgbClr val="211452"/>
          </a:solidFill>
          <a:ln w="9525" cap="flat">
            <a:noFill/>
            <a:prstDash val="solid"/>
            <a:miter/>
          </a:ln>
        </p:spPr>
        <p:txBody>
          <a:bodyPr rtlCol="0" anchor="ctr"/>
          <a:lstStyle/>
          <a:p>
            <a:endParaRPr lang="en-US"/>
          </a:p>
        </p:txBody>
      </p:sp>
      <p:sp>
        <p:nvSpPr>
          <p:cNvPr id="156" name="Grafik 40">
            <a:extLst>
              <a:ext uri="{FF2B5EF4-FFF2-40B4-BE49-F238E27FC236}">
                <a16:creationId xmlns:a16="http://schemas.microsoft.com/office/drawing/2014/main" id="{FCA8EF1A-97D1-45D4-BA88-D54148038D7C}"/>
              </a:ext>
            </a:extLst>
          </p:cNvPr>
          <p:cNvSpPr/>
          <p:nvPr/>
        </p:nvSpPr>
        <p:spPr bwMode="gray">
          <a:xfrm>
            <a:off x="10224521" y="5686383"/>
            <a:ext cx="457676" cy="444817"/>
          </a:xfrm>
          <a:custGeom>
            <a:avLst/>
            <a:gdLst>
              <a:gd name="connsiteX0" fmla="*/ 65723 w 457676"/>
              <a:gd name="connsiteY0" fmla="*/ 0 h 444817"/>
              <a:gd name="connsiteX1" fmla="*/ 0 w 457676"/>
              <a:gd name="connsiteY1" fmla="*/ 65723 h 444817"/>
              <a:gd name="connsiteX2" fmla="*/ 65723 w 457676"/>
              <a:gd name="connsiteY2" fmla="*/ 131445 h 444817"/>
              <a:gd name="connsiteX3" fmla="*/ 131445 w 457676"/>
              <a:gd name="connsiteY3" fmla="*/ 65723 h 444817"/>
              <a:gd name="connsiteX4" fmla="*/ 65723 w 457676"/>
              <a:gd name="connsiteY4" fmla="*/ 0 h 444817"/>
              <a:gd name="connsiteX5" fmla="*/ 341376 w 457676"/>
              <a:gd name="connsiteY5" fmla="*/ 131445 h 444817"/>
              <a:gd name="connsiteX6" fmla="*/ 275654 w 457676"/>
              <a:gd name="connsiteY6" fmla="*/ 155448 h 444817"/>
              <a:gd name="connsiteX7" fmla="*/ 260509 w 457676"/>
              <a:gd name="connsiteY7" fmla="*/ 141542 h 444817"/>
              <a:gd name="connsiteX8" fmla="*/ 179642 w 457676"/>
              <a:gd name="connsiteY8" fmla="*/ 141542 h 444817"/>
              <a:gd name="connsiteX9" fmla="*/ 164497 w 457676"/>
              <a:gd name="connsiteY9" fmla="*/ 156686 h 444817"/>
              <a:gd name="connsiteX10" fmla="*/ 164497 w 457676"/>
              <a:gd name="connsiteY10" fmla="*/ 429673 h 444817"/>
              <a:gd name="connsiteX11" fmla="*/ 179642 w 457676"/>
              <a:gd name="connsiteY11" fmla="*/ 444818 h 444817"/>
              <a:gd name="connsiteX12" fmla="*/ 265557 w 457676"/>
              <a:gd name="connsiteY12" fmla="*/ 444818 h 444817"/>
              <a:gd name="connsiteX13" fmla="*/ 280702 w 457676"/>
              <a:gd name="connsiteY13" fmla="*/ 429673 h 444817"/>
              <a:gd name="connsiteX14" fmla="*/ 280702 w 457676"/>
              <a:gd name="connsiteY14" fmla="*/ 278035 h 444817"/>
              <a:gd name="connsiteX15" fmla="*/ 289751 w 457676"/>
              <a:gd name="connsiteY15" fmla="*/ 247841 h 444817"/>
              <a:gd name="connsiteX16" fmla="*/ 306038 w 457676"/>
              <a:gd name="connsiteY16" fmla="*/ 237554 h 444817"/>
              <a:gd name="connsiteX17" fmla="*/ 316135 w 457676"/>
              <a:gd name="connsiteY17" fmla="*/ 237554 h 444817"/>
              <a:gd name="connsiteX18" fmla="*/ 332423 w 457676"/>
              <a:gd name="connsiteY18" fmla="*/ 247841 h 444817"/>
              <a:gd name="connsiteX19" fmla="*/ 341471 w 457676"/>
              <a:gd name="connsiteY19" fmla="*/ 278035 h 444817"/>
              <a:gd name="connsiteX20" fmla="*/ 341471 w 457676"/>
              <a:gd name="connsiteY20" fmla="*/ 429673 h 444817"/>
              <a:gd name="connsiteX21" fmla="*/ 356616 w 457676"/>
              <a:gd name="connsiteY21" fmla="*/ 444818 h 444817"/>
              <a:gd name="connsiteX22" fmla="*/ 442532 w 457676"/>
              <a:gd name="connsiteY22" fmla="*/ 444818 h 444817"/>
              <a:gd name="connsiteX23" fmla="*/ 457676 w 457676"/>
              <a:gd name="connsiteY23" fmla="*/ 429673 h 444817"/>
              <a:gd name="connsiteX24" fmla="*/ 457676 w 457676"/>
              <a:gd name="connsiteY24" fmla="*/ 252794 h 444817"/>
              <a:gd name="connsiteX25" fmla="*/ 432054 w 457676"/>
              <a:gd name="connsiteY25" fmla="*/ 165449 h 444817"/>
              <a:gd name="connsiteX26" fmla="*/ 341376 w 457676"/>
              <a:gd name="connsiteY26" fmla="*/ 131445 h 444817"/>
              <a:gd name="connsiteX27" fmla="*/ 23717 w 457676"/>
              <a:gd name="connsiteY27" fmla="*/ 141542 h 444817"/>
              <a:gd name="connsiteX28" fmla="*/ 10096 w 457676"/>
              <a:gd name="connsiteY28" fmla="*/ 156686 h 444817"/>
              <a:gd name="connsiteX29" fmla="*/ 10096 w 457676"/>
              <a:gd name="connsiteY29" fmla="*/ 429673 h 444817"/>
              <a:gd name="connsiteX30" fmla="*/ 25241 w 457676"/>
              <a:gd name="connsiteY30" fmla="*/ 444818 h 444817"/>
              <a:gd name="connsiteX31" fmla="*/ 111157 w 457676"/>
              <a:gd name="connsiteY31" fmla="*/ 444818 h 444817"/>
              <a:gd name="connsiteX32" fmla="*/ 126302 w 457676"/>
              <a:gd name="connsiteY32" fmla="*/ 429673 h 444817"/>
              <a:gd name="connsiteX33" fmla="*/ 126302 w 457676"/>
              <a:gd name="connsiteY33" fmla="*/ 156686 h 444817"/>
              <a:gd name="connsiteX34" fmla="*/ 111157 w 457676"/>
              <a:gd name="connsiteY34" fmla="*/ 141542 h 444817"/>
              <a:gd name="connsiteX35" fmla="*/ 23717 w 457676"/>
              <a:gd name="connsiteY35" fmla="*/ 141542 h 44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57676" h="444817">
                <a:moveTo>
                  <a:pt x="65723" y="0"/>
                </a:moveTo>
                <a:cubicBezTo>
                  <a:pt x="29623" y="0"/>
                  <a:pt x="0" y="29623"/>
                  <a:pt x="0" y="65723"/>
                </a:cubicBezTo>
                <a:cubicBezTo>
                  <a:pt x="0" y="101822"/>
                  <a:pt x="29623" y="131445"/>
                  <a:pt x="65723" y="131445"/>
                </a:cubicBezTo>
                <a:cubicBezTo>
                  <a:pt x="101822" y="131445"/>
                  <a:pt x="131445" y="101822"/>
                  <a:pt x="131445" y="65723"/>
                </a:cubicBezTo>
                <a:cubicBezTo>
                  <a:pt x="131445" y="29623"/>
                  <a:pt x="101822" y="0"/>
                  <a:pt x="65723" y="0"/>
                </a:cubicBezTo>
                <a:close/>
                <a:moveTo>
                  <a:pt x="341376" y="131445"/>
                </a:moveTo>
                <a:cubicBezTo>
                  <a:pt x="312706" y="131445"/>
                  <a:pt x="291941" y="142208"/>
                  <a:pt x="275654" y="155448"/>
                </a:cubicBezTo>
                <a:cubicBezTo>
                  <a:pt x="274987" y="147923"/>
                  <a:pt x="268034" y="141542"/>
                  <a:pt x="260509" y="141542"/>
                </a:cubicBezTo>
                <a:lnTo>
                  <a:pt x="179642" y="141542"/>
                </a:lnTo>
                <a:cubicBezTo>
                  <a:pt x="171736" y="141542"/>
                  <a:pt x="164497" y="148781"/>
                  <a:pt x="164497" y="156686"/>
                </a:cubicBezTo>
                <a:lnTo>
                  <a:pt x="164497" y="429673"/>
                </a:lnTo>
                <a:cubicBezTo>
                  <a:pt x="164497" y="437579"/>
                  <a:pt x="171736" y="444818"/>
                  <a:pt x="179642" y="444818"/>
                </a:cubicBezTo>
                <a:lnTo>
                  <a:pt x="265557" y="444818"/>
                </a:lnTo>
                <a:cubicBezTo>
                  <a:pt x="273463" y="444818"/>
                  <a:pt x="280702" y="437579"/>
                  <a:pt x="280702" y="429673"/>
                </a:cubicBezTo>
                <a:lnTo>
                  <a:pt x="280702" y="278035"/>
                </a:lnTo>
                <a:cubicBezTo>
                  <a:pt x="280702" y="266224"/>
                  <a:pt x="284512" y="255175"/>
                  <a:pt x="289751" y="247841"/>
                </a:cubicBezTo>
                <a:cubicBezTo>
                  <a:pt x="294989" y="240602"/>
                  <a:pt x="300704" y="237554"/>
                  <a:pt x="306038" y="237554"/>
                </a:cubicBezTo>
                <a:lnTo>
                  <a:pt x="316135" y="237554"/>
                </a:lnTo>
                <a:cubicBezTo>
                  <a:pt x="321469" y="237554"/>
                  <a:pt x="327184" y="240506"/>
                  <a:pt x="332423" y="247841"/>
                </a:cubicBezTo>
                <a:cubicBezTo>
                  <a:pt x="337661" y="255080"/>
                  <a:pt x="341471" y="266224"/>
                  <a:pt x="341471" y="278035"/>
                </a:cubicBezTo>
                <a:lnTo>
                  <a:pt x="341471" y="429673"/>
                </a:lnTo>
                <a:cubicBezTo>
                  <a:pt x="341471" y="437579"/>
                  <a:pt x="348710" y="444818"/>
                  <a:pt x="356616" y="444818"/>
                </a:cubicBezTo>
                <a:lnTo>
                  <a:pt x="442532" y="444818"/>
                </a:lnTo>
                <a:cubicBezTo>
                  <a:pt x="450437" y="444818"/>
                  <a:pt x="457676" y="437579"/>
                  <a:pt x="457676" y="429673"/>
                </a:cubicBezTo>
                <a:lnTo>
                  <a:pt x="457676" y="252794"/>
                </a:lnTo>
                <a:cubicBezTo>
                  <a:pt x="457676" y="218408"/>
                  <a:pt x="451199" y="187833"/>
                  <a:pt x="432054" y="165449"/>
                </a:cubicBezTo>
                <a:cubicBezTo>
                  <a:pt x="412909" y="143066"/>
                  <a:pt x="382143" y="131445"/>
                  <a:pt x="341376" y="131445"/>
                </a:cubicBezTo>
                <a:close/>
                <a:moveTo>
                  <a:pt x="23717" y="141542"/>
                </a:moveTo>
                <a:cubicBezTo>
                  <a:pt x="16288" y="142304"/>
                  <a:pt x="10096" y="149257"/>
                  <a:pt x="10096" y="156686"/>
                </a:cubicBezTo>
                <a:lnTo>
                  <a:pt x="10096" y="429673"/>
                </a:lnTo>
                <a:cubicBezTo>
                  <a:pt x="10096" y="437579"/>
                  <a:pt x="17336" y="444818"/>
                  <a:pt x="25241" y="444818"/>
                </a:cubicBezTo>
                <a:lnTo>
                  <a:pt x="111157" y="444818"/>
                </a:lnTo>
                <a:cubicBezTo>
                  <a:pt x="119063" y="444818"/>
                  <a:pt x="126302" y="437579"/>
                  <a:pt x="126302" y="429673"/>
                </a:cubicBezTo>
                <a:lnTo>
                  <a:pt x="126302" y="156686"/>
                </a:lnTo>
                <a:cubicBezTo>
                  <a:pt x="126302" y="148781"/>
                  <a:pt x="119063" y="141542"/>
                  <a:pt x="111157" y="141542"/>
                </a:cubicBezTo>
                <a:cubicBezTo>
                  <a:pt x="82106" y="141542"/>
                  <a:pt x="52673" y="141542"/>
                  <a:pt x="23717" y="141542"/>
                </a:cubicBezTo>
                <a:close/>
              </a:path>
            </a:pathLst>
          </a:custGeom>
          <a:solidFill>
            <a:srgbClr val="211452"/>
          </a:solidFill>
          <a:ln w="9525" cap="flat">
            <a:noFill/>
            <a:prstDash val="solid"/>
            <a:miter/>
          </a:ln>
        </p:spPr>
        <p:txBody>
          <a:bodyPr rtlCol="0" anchor="ctr"/>
          <a:lstStyle/>
          <a:p>
            <a:endParaRPr lang="en-US"/>
          </a:p>
        </p:txBody>
      </p:sp>
      <p:sp>
        <p:nvSpPr>
          <p:cNvPr id="157" name="Grafik 44">
            <a:extLst>
              <a:ext uri="{FF2B5EF4-FFF2-40B4-BE49-F238E27FC236}">
                <a16:creationId xmlns:a16="http://schemas.microsoft.com/office/drawing/2014/main" id="{10AF550F-ABEA-43D6-B64C-47DF9094D284}"/>
              </a:ext>
            </a:extLst>
          </p:cNvPr>
          <p:cNvSpPr/>
          <p:nvPr/>
        </p:nvSpPr>
        <p:spPr bwMode="gray">
          <a:xfrm>
            <a:off x="11147712" y="5674382"/>
            <a:ext cx="456914" cy="456818"/>
          </a:xfrm>
          <a:custGeom>
            <a:avLst/>
            <a:gdLst>
              <a:gd name="connsiteX0" fmla="*/ 330803 w 456914"/>
              <a:gd name="connsiteY0" fmla="*/ 0 h 456818"/>
              <a:gd name="connsiteX1" fmla="*/ 126016 w 456914"/>
              <a:gd name="connsiteY1" fmla="*/ 0 h 456818"/>
              <a:gd name="connsiteX2" fmla="*/ 0 w 456914"/>
              <a:gd name="connsiteY2" fmla="*/ 126016 h 456818"/>
              <a:gd name="connsiteX3" fmla="*/ 0 w 456914"/>
              <a:gd name="connsiteY3" fmla="*/ 330708 h 456818"/>
              <a:gd name="connsiteX4" fmla="*/ 126111 w 456914"/>
              <a:gd name="connsiteY4" fmla="*/ 456819 h 456818"/>
              <a:gd name="connsiteX5" fmla="*/ 330803 w 456914"/>
              <a:gd name="connsiteY5" fmla="*/ 456819 h 456818"/>
              <a:gd name="connsiteX6" fmla="*/ 456914 w 456914"/>
              <a:gd name="connsiteY6" fmla="*/ 330708 h 456818"/>
              <a:gd name="connsiteX7" fmla="*/ 456914 w 456914"/>
              <a:gd name="connsiteY7" fmla="*/ 126016 h 456818"/>
              <a:gd name="connsiteX8" fmla="*/ 330803 w 456914"/>
              <a:gd name="connsiteY8" fmla="*/ 0 h 456818"/>
              <a:gd name="connsiteX9" fmla="*/ 228410 w 456914"/>
              <a:gd name="connsiteY9" fmla="*/ 346139 h 456818"/>
              <a:gd name="connsiteX10" fmla="*/ 110681 w 456914"/>
              <a:gd name="connsiteY10" fmla="*/ 228410 h 456818"/>
              <a:gd name="connsiteX11" fmla="*/ 228410 w 456914"/>
              <a:gd name="connsiteY11" fmla="*/ 110681 h 456818"/>
              <a:gd name="connsiteX12" fmla="*/ 346139 w 456914"/>
              <a:gd name="connsiteY12" fmla="*/ 228410 h 456818"/>
              <a:gd name="connsiteX13" fmla="*/ 228410 w 456914"/>
              <a:gd name="connsiteY13" fmla="*/ 346139 h 456818"/>
              <a:gd name="connsiteX14" fmla="*/ 372142 w 456914"/>
              <a:gd name="connsiteY14" fmla="*/ 127064 h 456818"/>
              <a:gd name="connsiteX15" fmla="*/ 351092 w 456914"/>
              <a:gd name="connsiteY15" fmla="*/ 135731 h 456818"/>
              <a:gd name="connsiteX16" fmla="*/ 330137 w 456914"/>
              <a:gd name="connsiteY16" fmla="*/ 127064 h 456818"/>
              <a:gd name="connsiteX17" fmla="*/ 321374 w 456914"/>
              <a:gd name="connsiteY17" fmla="*/ 106013 h 456818"/>
              <a:gd name="connsiteX18" fmla="*/ 330137 w 456914"/>
              <a:gd name="connsiteY18" fmla="*/ 84963 h 456818"/>
              <a:gd name="connsiteX19" fmla="*/ 351092 w 456914"/>
              <a:gd name="connsiteY19" fmla="*/ 76295 h 456818"/>
              <a:gd name="connsiteX20" fmla="*/ 372142 w 456914"/>
              <a:gd name="connsiteY20" fmla="*/ 84963 h 456818"/>
              <a:gd name="connsiteX21" fmla="*/ 380810 w 456914"/>
              <a:gd name="connsiteY21" fmla="*/ 106013 h 456818"/>
              <a:gd name="connsiteX22" fmla="*/ 372142 w 456914"/>
              <a:gd name="connsiteY22" fmla="*/ 127064 h 456818"/>
              <a:gd name="connsiteX23" fmla="*/ 306610 w 456914"/>
              <a:gd name="connsiteY23" fmla="*/ 228410 h 456818"/>
              <a:gd name="connsiteX24" fmla="*/ 229362 w 456914"/>
              <a:gd name="connsiteY24" fmla="*/ 305562 h 456818"/>
              <a:gd name="connsiteX25" fmla="*/ 152114 w 456914"/>
              <a:gd name="connsiteY25" fmla="*/ 228410 h 456818"/>
              <a:gd name="connsiteX26" fmla="*/ 229362 w 456914"/>
              <a:gd name="connsiteY26" fmla="*/ 151162 h 456818"/>
              <a:gd name="connsiteX27" fmla="*/ 306610 w 456914"/>
              <a:gd name="connsiteY27" fmla="*/ 228410 h 45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56914" h="456818">
                <a:moveTo>
                  <a:pt x="330803" y="0"/>
                </a:moveTo>
                <a:lnTo>
                  <a:pt x="126016" y="0"/>
                </a:lnTo>
                <a:cubicBezTo>
                  <a:pt x="56483" y="0"/>
                  <a:pt x="0" y="56483"/>
                  <a:pt x="0" y="126016"/>
                </a:cubicBezTo>
                <a:lnTo>
                  <a:pt x="0" y="330708"/>
                </a:lnTo>
                <a:cubicBezTo>
                  <a:pt x="0" y="400241"/>
                  <a:pt x="56579" y="456819"/>
                  <a:pt x="126111" y="456819"/>
                </a:cubicBezTo>
                <a:lnTo>
                  <a:pt x="330803" y="456819"/>
                </a:lnTo>
                <a:cubicBezTo>
                  <a:pt x="400336" y="456819"/>
                  <a:pt x="456914" y="400241"/>
                  <a:pt x="456914" y="330708"/>
                </a:cubicBezTo>
                <a:lnTo>
                  <a:pt x="456914" y="126016"/>
                </a:lnTo>
                <a:cubicBezTo>
                  <a:pt x="456819" y="56483"/>
                  <a:pt x="400336" y="0"/>
                  <a:pt x="330803" y="0"/>
                </a:cubicBezTo>
                <a:close/>
                <a:moveTo>
                  <a:pt x="228410" y="346139"/>
                </a:moveTo>
                <a:cubicBezTo>
                  <a:pt x="163449" y="346139"/>
                  <a:pt x="110681" y="293275"/>
                  <a:pt x="110681" y="228410"/>
                </a:cubicBezTo>
                <a:cubicBezTo>
                  <a:pt x="110681" y="163449"/>
                  <a:pt x="163544" y="110681"/>
                  <a:pt x="228410" y="110681"/>
                </a:cubicBezTo>
                <a:cubicBezTo>
                  <a:pt x="293370" y="110681"/>
                  <a:pt x="346139" y="163544"/>
                  <a:pt x="346139" y="228410"/>
                </a:cubicBezTo>
                <a:cubicBezTo>
                  <a:pt x="346139" y="293370"/>
                  <a:pt x="293370" y="346139"/>
                  <a:pt x="228410" y="346139"/>
                </a:cubicBezTo>
                <a:close/>
                <a:moveTo>
                  <a:pt x="372142" y="127064"/>
                </a:moveTo>
                <a:cubicBezTo>
                  <a:pt x="366617" y="132493"/>
                  <a:pt x="358997" y="135731"/>
                  <a:pt x="351092" y="135731"/>
                </a:cubicBezTo>
                <a:cubicBezTo>
                  <a:pt x="343281" y="135731"/>
                  <a:pt x="335566" y="132493"/>
                  <a:pt x="330137" y="127064"/>
                </a:cubicBezTo>
                <a:cubicBezTo>
                  <a:pt x="324612" y="121539"/>
                  <a:pt x="321374" y="113824"/>
                  <a:pt x="321374" y="106013"/>
                </a:cubicBezTo>
                <a:cubicBezTo>
                  <a:pt x="321374" y="98203"/>
                  <a:pt x="324612" y="90488"/>
                  <a:pt x="330137" y="84963"/>
                </a:cubicBezTo>
                <a:cubicBezTo>
                  <a:pt x="335661" y="79439"/>
                  <a:pt x="343281" y="76295"/>
                  <a:pt x="351092" y="76295"/>
                </a:cubicBezTo>
                <a:cubicBezTo>
                  <a:pt x="358902" y="76295"/>
                  <a:pt x="366617" y="79534"/>
                  <a:pt x="372142" y="84963"/>
                </a:cubicBezTo>
                <a:cubicBezTo>
                  <a:pt x="377666" y="90488"/>
                  <a:pt x="380810" y="98108"/>
                  <a:pt x="380810" y="106013"/>
                </a:cubicBezTo>
                <a:cubicBezTo>
                  <a:pt x="380810" y="113824"/>
                  <a:pt x="377666" y="121539"/>
                  <a:pt x="372142" y="127064"/>
                </a:cubicBezTo>
                <a:close/>
                <a:moveTo>
                  <a:pt x="306610" y="228410"/>
                </a:moveTo>
                <a:cubicBezTo>
                  <a:pt x="306610" y="270891"/>
                  <a:pt x="271939" y="305562"/>
                  <a:pt x="229362" y="305562"/>
                </a:cubicBezTo>
                <a:cubicBezTo>
                  <a:pt x="186785" y="305562"/>
                  <a:pt x="152114" y="270986"/>
                  <a:pt x="152114" y="228410"/>
                </a:cubicBezTo>
                <a:cubicBezTo>
                  <a:pt x="152114" y="185833"/>
                  <a:pt x="186785" y="151162"/>
                  <a:pt x="229362" y="151162"/>
                </a:cubicBezTo>
                <a:cubicBezTo>
                  <a:pt x="271939" y="151162"/>
                  <a:pt x="306515" y="185833"/>
                  <a:pt x="306610" y="228410"/>
                </a:cubicBezTo>
                <a:close/>
              </a:path>
            </a:pathLst>
          </a:custGeom>
          <a:solidFill>
            <a:srgbClr val="211452"/>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627470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4F3F85-317F-4061-9DC8-BC9C914DC1DC}"/>
              </a:ext>
            </a:extLst>
          </p:cNvPr>
          <p:cNvSpPr/>
          <p:nvPr/>
        </p:nvSpPr>
        <p:spPr>
          <a:xfrm>
            <a:off x="0" y="0"/>
            <a:ext cx="12192000" cy="630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bIns="79200" rtlCol="0" anchor="ctr"/>
          <a:lstStyle/>
          <a:p>
            <a:pPr algn="ctr"/>
            <a:endParaRPr lang="en-GB" sz="1400" dirty="0"/>
          </a:p>
        </p:txBody>
      </p:sp>
      <p:graphicFrame>
        <p:nvGraphicFramePr>
          <p:cNvPr id="7" name="Object 6" hidden="1">
            <a:extLst>
              <a:ext uri="{FF2B5EF4-FFF2-40B4-BE49-F238E27FC236}">
                <a16:creationId xmlns:a16="http://schemas.microsoft.com/office/drawing/2014/main" id="{7BE70CF3-1643-4D0B-92B9-85C4B40907F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7BE70CF3-1643-4D0B-92B9-85C4B40907F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0" name="Rectangle 139" hidden="1">
            <a:extLst>
              <a:ext uri="{FF2B5EF4-FFF2-40B4-BE49-F238E27FC236}">
                <a16:creationId xmlns:a16="http://schemas.microsoft.com/office/drawing/2014/main" id="{19D06519-1E65-425A-97F2-1D6E0DBB1F8F}"/>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de-DE" sz="2000" dirty="0">
              <a:latin typeface="Arial" panose="020B0604020202020204" pitchFamily="34" charset="0"/>
              <a:ea typeface="+mj-ea"/>
              <a:cs typeface="+mj-cs"/>
              <a:sym typeface="Arial" panose="020B0604020202020204" pitchFamily="34" charset="0"/>
            </a:endParaRPr>
          </a:p>
        </p:txBody>
      </p:sp>
      <p:sp>
        <p:nvSpPr>
          <p:cNvPr id="6" name="Title 5">
            <a:extLst>
              <a:ext uri="{FF2B5EF4-FFF2-40B4-BE49-F238E27FC236}">
                <a16:creationId xmlns:a16="http://schemas.microsoft.com/office/drawing/2014/main" id="{D133B9B8-BF73-4C0A-83BB-93A1A734F4D2}"/>
              </a:ext>
            </a:extLst>
          </p:cNvPr>
          <p:cNvSpPr>
            <a:spLocks noGrp="1"/>
          </p:cNvSpPr>
          <p:nvPr>
            <p:ph type="title"/>
          </p:nvPr>
        </p:nvSpPr>
        <p:spPr bwMode="gray"/>
        <p:txBody>
          <a:bodyPr/>
          <a:lstStyle/>
          <a:p>
            <a:r>
              <a:rPr lang="en-US" dirty="0">
                <a:solidFill>
                  <a:schemeClr val="bg1"/>
                </a:solidFill>
              </a:rPr>
              <a:t>Icons 2</a:t>
            </a:r>
            <a:br>
              <a:rPr lang="en-US" dirty="0">
                <a:solidFill>
                  <a:schemeClr val="bg1"/>
                </a:solidFill>
              </a:rPr>
            </a:br>
            <a:r>
              <a:rPr lang="en-US" sz="2000" b="0" dirty="0">
                <a:solidFill>
                  <a:schemeClr val="bg1"/>
                </a:solidFill>
              </a:rPr>
              <a:t>negative, white </a:t>
            </a:r>
            <a:br>
              <a:rPr lang="en-US" dirty="0">
                <a:solidFill>
                  <a:schemeClr val="bg1"/>
                </a:solidFill>
              </a:rPr>
            </a:br>
            <a:endParaRPr lang="en-US" dirty="0">
              <a:solidFill>
                <a:schemeClr val="bg1"/>
              </a:solidFill>
            </a:endParaRPr>
          </a:p>
        </p:txBody>
      </p:sp>
      <p:sp>
        <p:nvSpPr>
          <p:cNvPr id="4" name="Date Placeholder 3">
            <a:extLst>
              <a:ext uri="{FF2B5EF4-FFF2-40B4-BE49-F238E27FC236}">
                <a16:creationId xmlns:a16="http://schemas.microsoft.com/office/drawing/2014/main" id="{BB4B4585-33EA-414A-BEBF-5D6586FBCCFB}"/>
              </a:ext>
            </a:extLst>
          </p:cNvPr>
          <p:cNvSpPr>
            <a:spLocks noGrp="1"/>
          </p:cNvSpPr>
          <p:nvPr>
            <p:ph type="dt" sz="half" idx="10"/>
          </p:nvPr>
        </p:nvSpPr>
        <p:spPr/>
        <p:txBody>
          <a:bodyPr/>
          <a:lstStyle/>
          <a:p>
            <a:fld id="{A9A0D247-8106-49ED-BD76-3CEF61A41586}" type="datetime3">
              <a:rPr lang="en-US" noProof="0" smtClean="0"/>
              <a:t>23 February 2026</a:t>
            </a:fld>
            <a:endParaRPr lang="en-US" noProof="0"/>
          </a:p>
        </p:txBody>
      </p:sp>
      <p:sp>
        <p:nvSpPr>
          <p:cNvPr id="5" name="Slide Number Placeholder 4">
            <a:extLst>
              <a:ext uri="{FF2B5EF4-FFF2-40B4-BE49-F238E27FC236}">
                <a16:creationId xmlns:a16="http://schemas.microsoft.com/office/drawing/2014/main" id="{4534A9D5-A3C7-48E4-A916-635D63E50EBF}"/>
              </a:ext>
            </a:extLst>
          </p:cNvPr>
          <p:cNvSpPr>
            <a:spLocks noGrp="1"/>
          </p:cNvSpPr>
          <p:nvPr>
            <p:ph type="sldNum" sz="quarter" idx="11"/>
          </p:nvPr>
        </p:nvSpPr>
        <p:spPr/>
        <p:txBody>
          <a:bodyPr/>
          <a:lstStyle/>
          <a:p>
            <a:fld id="{62CB3E74-FC4B-418A-B5F6-72ED80208EB2}" type="slidenum">
              <a:rPr lang="en-US" noProof="0" smtClean="0"/>
              <a:pPr/>
              <a:t>41</a:t>
            </a:fld>
            <a:endParaRPr lang="en-US" noProof="0"/>
          </a:p>
        </p:txBody>
      </p:sp>
      <p:sp>
        <p:nvSpPr>
          <p:cNvPr id="73" name="Grafik 18">
            <a:extLst>
              <a:ext uri="{FF2B5EF4-FFF2-40B4-BE49-F238E27FC236}">
                <a16:creationId xmlns:a16="http://schemas.microsoft.com/office/drawing/2014/main" id="{7FF4D532-5CB1-42B2-A871-DAC9ED063886}"/>
              </a:ext>
            </a:extLst>
          </p:cNvPr>
          <p:cNvSpPr/>
          <p:nvPr/>
        </p:nvSpPr>
        <p:spPr bwMode="gray">
          <a:xfrm>
            <a:off x="11118837" y="2848543"/>
            <a:ext cx="485775" cy="485775"/>
          </a:xfrm>
          <a:custGeom>
            <a:avLst/>
            <a:gdLst>
              <a:gd name="connsiteX0" fmla="*/ 353663 w 485775"/>
              <a:gd name="connsiteY0" fmla="*/ 149924 h 485775"/>
              <a:gd name="connsiteX1" fmla="*/ 353663 w 485775"/>
              <a:gd name="connsiteY1" fmla="*/ 190310 h 485775"/>
              <a:gd name="connsiteX2" fmla="*/ 219266 w 485775"/>
              <a:gd name="connsiteY2" fmla="*/ 324707 h 485775"/>
              <a:gd name="connsiteX3" fmla="*/ 199073 w 485775"/>
              <a:gd name="connsiteY3" fmla="*/ 333089 h 485775"/>
              <a:gd name="connsiteX4" fmla="*/ 178880 w 485775"/>
              <a:gd name="connsiteY4" fmla="*/ 324707 h 485775"/>
              <a:gd name="connsiteX5" fmla="*/ 122682 w 485775"/>
              <a:gd name="connsiteY5" fmla="*/ 268510 h 485775"/>
              <a:gd name="connsiteX6" fmla="*/ 122682 w 485775"/>
              <a:gd name="connsiteY6" fmla="*/ 228124 h 485775"/>
              <a:gd name="connsiteX7" fmla="*/ 163068 w 485775"/>
              <a:gd name="connsiteY7" fmla="*/ 228124 h 485775"/>
              <a:gd name="connsiteX8" fmla="*/ 199073 w 485775"/>
              <a:gd name="connsiteY8" fmla="*/ 264128 h 485775"/>
              <a:gd name="connsiteX9" fmla="*/ 313277 w 485775"/>
              <a:gd name="connsiteY9" fmla="*/ 149924 h 485775"/>
              <a:gd name="connsiteX10" fmla="*/ 353663 w 485775"/>
              <a:gd name="connsiteY10" fmla="*/ 149924 h 485775"/>
              <a:gd name="connsiteX11" fmla="*/ 485775 w 485775"/>
              <a:gd name="connsiteY11" fmla="*/ 242888 h 485775"/>
              <a:gd name="connsiteX12" fmla="*/ 242888 w 485775"/>
              <a:gd name="connsiteY12" fmla="*/ 485775 h 485775"/>
              <a:gd name="connsiteX13" fmla="*/ 0 w 485775"/>
              <a:gd name="connsiteY13" fmla="*/ 242888 h 485775"/>
              <a:gd name="connsiteX14" fmla="*/ 242888 w 485775"/>
              <a:gd name="connsiteY14" fmla="*/ 0 h 485775"/>
              <a:gd name="connsiteX15" fmla="*/ 485775 w 485775"/>
              <a:gd name="connsiteY15" fmla="*/ 242888 h 485775"/>
              <a:gd name="connsiteX16" fmla="*/ 457200 w 485775"/>
              <a:gd name="connsiteY16" fmla="*/ 242888 h 485775"/>
              <a:gd name="connsiteX17" fmla="*/ 242888 w 485775"/>
              <a:gd name="connsiteY17" fmla="*/ 28575 h 485775"/>
              <a:gd name="connsiteX18" fmla="*/ 28575 w 485775"/>
              <a:gd name="connsiteY18" fmla="*/ 242888 h 485775"/>
              <a:gd name="connsiteX19" fmla="*/ 242888 w 485775"/>
              <a:gd name="connsiteY19" fmla="*/ 457200 h 485775"/>
              <a:gd name="connsiteX20" fmla="*/ 457200 w 485775"/>
              <a:gd name="connsiteY20" fmla="*/ 242888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5775" h="485775">
                <a:moveTo>
                  <a:pt x="353663" y="149924"/>
                </a:moveTo>
                <a:cubicBezTo>
                  <a:pt x="364808" y="161068"/>
                  <a:pt x="364808" y="179165"/>
                  <a:pt x="353663" y="190310"/>
                </a:cubicBezTo>
                <a:lnTo>
                  <a:pt x="219266" y="324707"/>
                </a:lnTo>
                <a:cubicBezTo>
                  <a:pt x="213646" y="330327"/>
                  <a:pt x="206407" y="333089"/>
                  <a:pt x="199073" y="333089"/>
                </a:cubicBezTo>
                <a:cubicBezTo>
                  <a:pt x="191738" y="333089"/>
                  <a:pt x="184404" y="330327"/>
                  <a:pt x="178880" y="324707"/>
                </a:cubicBezTo>
                <a:lnTo>
                  <a:pt x="122682" y="268510"/>
                </a:lnTo>
                <a:cubicBezTo>
                  <a:pt x="111538" y="257366"/>
                  <a:pt x="111538" y="239268"/>
                  <a:pt x="122682" y="228124"/>
                </a:cubicBezTo>
                <a:cubicBezTo>
                  <a:pt x="133826" y="216980"/>
                  <a:pt x="151924" y="216980"/>
                  <a:pt x="163068" y="228124"/>
                </a:cubicBezTo>
                <a:lnTo>
                  <a:pt x="199073" y="264128"/>
                </a:lnTo>
                <a:lnTo>
                  <a:pt x="313277" y="149924"/>
                </a:lnTo>
                <a:cubicBezTo>
                  <a:pt x="324422" y="138779"/>
                  <a:pt x="342519" y="138779"/>
                  <a:pt x="353663" y="149924"/>
                </a:cubicBezTo>
                <a:close/>
                <a:moveTo>
                  <a:pt x="485775" y="242888"/>
                </a:moveTo>
                <a:cubicBezTo>
                  <a:pt x="485775" y="376809"/>
                  <a:pt x="376809" y="485775"/>
                  <a:pt x="242888" y="485775"/>
                </a:cubicBezTo>
                <a:cubicBezTo>
                  <a:pt x="108966" y="485775"/>
                  <a:pt x="0" y="376809"/>
                  <a:pt x="0" y="242888"/>
                </a:cubicBezTo>
                <a:cubicBezTo>
                  <a:pt x="0" y="108966"/>
                  <a:pt x="108966" y="0"/>
                  <a:pt x="242888" y="0"/>
                </a:cubicBezTo>
                <a:cubicBezTo>
                  <a:pt x="376809" y="0"/>
                  <a:pt x="485775" y="108966"/>
                  <a:pt x="485775" y="242888"/>
                </a:cubicBezTo>
                <a:close/>
                <a:moveTo>
                  <a:pt x="457200" y="242888"/>
                </a:moveTo>
                <a:cubicBezTo>
                  <a:pt x="457200" y="124682"/>
                  <a:pt x="361093" y="28575"/>
                  <a:pt x="242888" y="28575"/>
                </a:cubicBezTo>
                <a:cubicBezTo>
                  <a:pt x="124682" y="28575"/>
                  <a:pt x="28575" y="124682"/>
                  <a:pt x="28575" y="242888"/>
                </a:cubicBezTo>
                <a:cubicBezTo>
                  <a:pt x="28575" y="361093"/>
                  <a:pt x="124682" y="457200"/>
                  <a:pt x="242888" y="457200"/>
                </a:cubicBezTo>
                <a:cubicBezTo>
                  <a:pt x="361093" y="457200"/>
                  <a:pt x="457200" y="361093"/>
                  <a:pt x="457200" y="242888"/>
                </a:cubicBezTo>
                <a:close/>
              </a:path>
            </a:pathLst>
          </a:custGeom>
          <a:solidFill>
            <a:schemeClr val="bg1"/>
          </a:solidFill>
          <a:ln w="9525" cap="flat">
            <a:noFill/>
            <a:prstDash val="solid"/>
            <a:miter/>
          </a:ln>
        </p:spPr>
        <p:txBody>
          <a:bodyPr rtlCol="0" anchor="ctr"/>
          <a:lstStyle/>
          <a:p>
            <a:endParaRPr lang="en-US"/>
          </a:p>
        </p:txBody>
      </p:sp>
      <p:sp>
        <p:nvSpPr>
          <p:cNvPr id="75" name="Grafik 22">
            <a:extLst>
              <a:ext uri="{FF2B5EF4-FFF2-40B4-BE49-F238E27FC236}">
                <a16:creationId xmlns:a16="http://schemas.microsoft.com/office/drawing/2014/main" id="{D59A0F06-7127-44DF-B0D9-A4D14A48B0C0}"/>
              </a:ext>
            </a:extLst>
          </p:cNvPr>
          <p:cNvSpPr/>
          <p:nvPr/>
        </p:nvSpPr>
        <p:spPr bwMode="gray">
          <a:xfrm>
            <a:off x="3246545" y="2902134"/>
            <a:ext cx="485584" cy="385953"/>
          </a:xfrm>
          <a:custGeom>
            <a:avLst/>
            <a:gdLst>
              <a:gd name="connsiteX0" fmla="*/ 461772 w 485584"/>
              <a:gd name="connsiteY0" fmla="*/ 0 h 385953"/>
              <a:gd name="connsiteX1" fmla="*/ 23813 w 485584"/>
              <a:gd name="connsiteY1" fmla="*/ 0 h 385953"/>
              <a:gd name="connsiteX2" fmla="*/ 0 w 485584"/>
              <a:gd name="connsiteY2" fmla="*/ 23813 h 385953"/>
              <a:gd name="connsiteX3" fmla="*/ 0 w 485584"/>
              <a:gd name="connsiteY3" fmla="*/ 290513 h 385953"/>
              <a:gd name="connsiteX4" fmla="*/ 23813 w 485584"/>
              <a:gd name="connsiteY4" fmla="*/ 314325 h 385953"/>
              <a:gd name="connsiteX5" fmla="*/ 171355 w 485584"/>
              <a:gd name="connsiteY5" fmla="*/ 314325 h 385953"/>
              <a:gd name="connsiteX6" fmla="*/ 171355 w 485584"/>
              <a:gd name="connsiteY6" fmla="*/ 357378 h 385953"/>
              <a:gd name="connsiteX7" fmla="*/ 128492 w 485584"/>
              <a:gd name="connsiteY7" fmla="*/ 357378 h 385953"/>
              <a:gd name="connsiteX8" fmla="*/ 114205 w 485584"/>
              <a:gd name="connsiteY8" fmla="*/ 371666 h 385953"/>
              <a:gd name="connsiteX9" fmla="*/ 128492 w 485584"/>
              <a:gd name="connsiteY9" fmla="*/ 385953 h 385953"/>
              <a:gd name="connsiteX10" fmla="*/ 357092 w 485584"/>
              <a:gd name="connsiteY10" fmla="*/ 385953 h 385953"/>
              <a:gd name="connsiteX11" fmla="*/ 371380 w 485584"/>
              <a:gd name="connsiteY11" fmla="*/ 371666 h 385953"/>
              <a:gd name="connsiteX12" fmla="*/ 357092 w 485584"/>
              <a:gd name="connsiteY12" fmla="*/ 357378 h 385953"/>
              <a:gd name="connsiteX13" fmla="*/ 314230 w 485584"/>
              <a:gd name="connsiteY13" fmla="*/ 357378 h 385953"/>
              <a:gd name="connsiteX14" fmla="*/ 314230 w 485584"/>
              <a:gd name="connsiteY14" fmla="*/ 314325 h 385953"/>
              <a:gd name="connsiteX15" fmla="*/ 461772 w 485584"/>
              <a:gd name="connsiteY15" fmla="*/ 314325 h 385953"/>
              <a:gd name="connsiteX16" fmla="*/ 485585 w 485584"/>
              <a:gd name="connsiteY16" fmla="*/ 290513 h 385953"/>
              <a:gd name="connsiteX17" fmla="*/ 485585 w 485584"/>
              <a:gd name="connsiteY17" fmla="*/ 23813 h 385953"/>
              <a:gd name="connsiteX18" fmla="*/ 461772 w 485584"/>
              <a:gd name="connsiteY18" fmla="*/ 0 h 385953"/>
              <a:gd name="connsiteX19" fmla="*/ 285560 w 485584"/>
              <a:gd name="connsiteY19" fmla="*/ 357378 h 385953"/>
              <a:gd name="connsiteX20" fmla="*/ 199835 w 485584"/>
              <a:gd name="connsiteY20" fmla="*/ 357378 h 385953"/>
              <a:gd name="connsiteX21" fmla="*/ 199835 w 485584"/>
              <a:gd name="connsiteY21" fmla="*/ 314325 h 385953"/>
              <a:gd name="connsiteX22" fmla="*/ 285560 w 485584"/>
              <a:gd name="connsiteY22" fmla="*/ 314325 h 385953"/>
              <a:gd name="connsiteX23" fmla="*/ 285560 w 485584"/>
              <a:gd name="connsiteY23" fmla="*/ 357378 h 385953"/>
              <a:gd name="connsiteX24" fmla="*/ 457010 w 485584"/>
              <a:gd name="connsiteY24" fmla="*/ 285750 h 385953"/>
              <a:gd name="connsiteX25" fmla="*/ 28575 w 485584"/>
              <a:gd name="connsiteY25" fmla="*/ 285750 h 385953"/>
              <a:gd name="connsiteX26" fmla="*/ 28575 w 485584"/>
              <a:gd name="connsiteY26" fmla="*/ 28575 h 385953"/>
              <a:gd name="connsiteX27" fmla="*/ 457010 w 485584"/>
              <a:gd name="connsiteY27" fmla="*/ 28575 h 385953"/>
              <a:gd name="connsiteX28" fmla="*/ 457010 w 485584"/>
              <a:gd name="connsiteY28" fmla="*/ 285750 h 38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5584" h="385953">
                <a:moveTo>
                  <a:pt x="461772" y="0"/>
                </a:moveTo>
                <a:lnTo>
                  <a:pt x="23813" y="0"/>
                </a:lnTo>
                <a:cubicBezTo>
                  <a:pt x="10668" y="0"/>
                  <a:pt x="0" y="10668"/>
                  <a:pt x="0" y="23813"/>
                </a:cubicBezTo>
                <a:lnTo>
                  <a:pt x="0" y="290513"/>
                </a:lnTo>
                <a:cubicBezTo>
                  <a:pt x="0" y="303657"/>
                  <a:pt x="10668" y="314325"/>
                  <a:pt x="23813" y="314325"/>
                </a:cubicBezTo>
                <a:lnTo>
                  <a:pt x="171355" y="314325"/>
                </a:lnTo>
                <a:lnTo>
                  <a:pt x="171355" y="357378"/>
                </a:lnTo>
                <a:lnTo>
                  <a:pt x="128492" y="357378"/>
                </a:lnTo>
                <a:cubicBezTo>
                  <a:pt x="120587" y="357378"/>
                  <a:pt x="114205" y="363760"/>
                  <a:pt x="114205" y="371666"/>
                </a:cubicBezTo>
                <a:cubicBezTo>
                  <a:pt x="114205" y="379571"/>
                  <a:pt x="120587" y="385953"/>
                  <a:pt x="128492" y="385953"/>
                </a:cubicBezTo>
                <a:lnTo>
                  <a:pt x="357092" y="385953"/>
                </a:lnTo>
                <a:cubicBezTo>
                  <a:pt x="364998" y="385953"/>
                  <a:pt x="371380" y="379571"/>
                  <a:pt x="371380" y="371666"/>
                </a:cubicBezTo>
                <a:cubicBezTo>
                  <a:pt x="371380" y="363760"/>
                  <a:pt x="364998" y="357378"/>
                  <a:pt x="357092" y="357378"/>
                </a:cubicBezTo>
                <a:lnTo>
                  <a:pt x="314230" y="357378"/>
                </a:lnTo>
                <a:lnTo>
                  <a:pt x="314230" y="314325"/>
                </a:lnTo>
                <a:lnTo>
                  <a:pt x="461772" y="314325"/>
                </a:lnTo>
                <a:cubicBezTo>
                  <a:pt x="474917" y="314325"/>
                  <a:pt x="485585" y="303657"/>
                  <a:pt x="485585" y="290513"/>
                </a:cubicBezTo>
                <a:lnTo>
                  <a:pt x="485585" y="23813"/>
                </a:lnTo>
                <a:cubicBezTo>
                  <a:pt x="485585" y="10668"/>
                  <a:pt x="474917" y="0"/>
                  <a:pt x="461772" y="0"/>
                </a:cubicBezTo>
                <a:close/>
                <a:moveTo>
                  <a:pt x="285560" y="357378"/>
                </a:moveTo>
                <a:lnTo>
                  <a:pt x="199835" y="357378"/>
                </a:lnTo>
                <a:lnTo>
                  <a:pt x="199835" y="314325"/>
                </a:lnTo>
                <a:lnTo>
                  <a:pt x="285560" y="314325"/>
                </a:lnTo>
                <a:lnTo>
                  <a:pt x="285560" y="357378"/>
                </a:lnTo>
                <a:close/>
                <a:moveTo>
                  <a:pt x="457010" y="285750"/>
                </a:moveTo>
                <a:lnTo>
                  <a:pt x="28575" y="285750"/>
                </a:lnTo>
                <a:lnTo>
                  <a:pt x="28575" y="28575"/>
                </a:lnTo>
                <a:lnTo>
                  <a:pt x="457010" y="28575"/>
                </a:lnTo>
                <a:lnTo>
                  <a:pt x="457010" y="285750"/>
                </a:lnTo>
                <a:close/>
              </a:path>
            </a:pathLst>
          </a:custGeom>
          <a:solidFill>
            <a:schemeClr val="bg1"/>
          </a:solidFill>
          <a:ln w="9525" cap="flat">
            <a:noFill/>
            <a:prstDash val="solid"/>
            <a:miter/>
          </a:ln>
        </p:spPr>
        <p:txBody>
          <a:bodyPr rtlCol="0" anchor="ctr"/>
          <a:lstStyle/>
          <a:p>
            <a:endParaRPr lang="en-US"/>
          </a:p>
        </p:txBody>
      </p:sp>
      <p:sp>
        <p:nvSpPr>
          <p:cNvPr id="76" name="Grafik 23">
            <a:extLst>
              <a:ext uri="{FF2B5EF4-FFF2-40B4-BE49-F238E27FC236}">
                <a16:creationId xmlns:a16="http://schemas.microsoft.com/office/drawing/2014/main" id="{FF3A8E65-8EE7-4DC9-AF7D-418BD0814B56}"/>
              </a:ext>
            </a:extLst>
          </p:cNvPr>
          <p:cNvSpPr/>
          <p:nvPr/>
        </p:nvSpPr>
        <p:spPr bwMode="gray">
          <a:xfrm>
            <a:off x="1371443" y="2848639"/>
            <a:ext cx="472725" cy="485679"/>
          </a:xfrm>
          <a:custGeom>
            <a:avLst/>
            <a:gdLst>
              <a:gd name="connsiteX0" fmla="*/ 258413 w 472725"/>
              <a:gd name="connsiteY0" fmla="*/ 242888 h 485679"/>
              <a:gd name="connsiteX1" fmla="*/ 372713 w 472725"/>
              <a:gd name="connsiteY1" fmla="*/ 357188 h 485679"/>
              <a:gd name="connsiteX2" fmla="*/ 372713 w 472725"/>
              <a:gd name="connsiteY2" fmla="*/ 395288 h 485679"/>
              <a:gd name="connsiteX3" fmla="*/ 144113 w 472725"/>
              <a:gd name="connsiteY3" fmla="*/ 395288 h 485679"/>
              <a:gd name="connsiteX4" fmla="*/ 144113 w 472725"/>
              <a:gd name="connsiteY4" fmla="*/ 357188 h 485679"/>
              <a:gd name="connsiteX5" fmla="*/ 258413 w 472725"/>
              <a:gd name="connsiteY5" fmla="*/ 242888 h 485679"/>
              <a:gd name="connsiteX6" fmla="*/ 334613 w 472725"/>
              <a:gd name="connsiteY6" fmla="*/ 166688 h 485679"/>
              <a:gd name="connsiteX7" fmla="*/ 258413 w 472725"/>
              <a:gd name="connsiteY7" fmla="*/ 90488 h 485679"/>
              <a:gd name="connsiteX8" fmla="*/ 182213 w 472725"/>
              <a:gd name="connsiteY8" fmla="*/ 166688 h 485679"/>
              <a:gd name="connsiteX9" fmla="*/ 258413 w 472725"/>
              <a:gd name="connsiteY9" fmla="*/ 242888 h 485679"/>
              <a:gd name="connsiteX10" fmla="*/ 334613 w 472725"/>
              <a:gd name="connsiteY10" fmla="*/ 166688 h 485679"/>
              <a:gd name="connsiteX11" fmla="*/ 448913 w 472725"/>
              <a:gd name="connsiteY11" fmla="*/ 0 h 485679"/>
              <a:gd name="connsiteX12" fmla="*/ 67723 w 472725"/>
              <a:gd name="connsiteY12" fmla="*/ 0 h 485679"/>
              <a:gd name="connsiteX13" fmla="*/ 43910 w 472725"/>
              <a:gd name="connsiteY13" fmla="*/ 23813 h 485679"/>
              <a:gd name="connsiteX14" fmla="*/ 43910 w 472725"/>
              <a:gd name="connsiteY14" fmla="*/ 100108 h 485679"/>
              <a:gd name="connsiteX15" fmla="*/ 72485 w 472725"/>
              <a:gd name="connsiteY15" fmla="*/ 100108 h 485679"/>
              <a:gd name="connsiteX16" fmla="*/ 72485 w 472725"/>
              <a:gd name="connsiteY16" fmla="*/ 28575 h 485679"/>
              <a:gd name="connsiteX17" fmla="*/ 444151 w 472725"/>
              <a:gd name="connsiteY17" fmla="*/ 28575 h 485679"/>
              <a:gd name="connsiteX18" fmla="*/ 444151 w 472725"/>
              <a:gd name="connsiteY18" fmla="*/ 457105 h 485679"/>
              <a:gd name="connsiteX19" fmla="*/ 72485 w 472725"/>
              <a:gd name="connsiteY19" fmla="*/ 457105 h 485679"/>
              <a:gd name="connsiteX20" fmla="*/ 72485 w 472725"/>
              <a:gd name="connsiteY20" fmla="*/ 385382 h 485679"/>
              <a:gd name="connsiteX21" fmla="*/ 43910 w 472725"/>
              <a:gd name="connsiteY21" fmla="*/ 385382 h 485679"/>
              <a:gd name="connsiteX22" fmla="*/ 43910 w 472725"/>
              <a:gd name="connsiteY22" fmla="*/ 461867 h 485679"/>
              <a:gd name="connsiteX23" fmla="*/ 67723 w 472725"/>
              <a:gd name="connsiteY23" fmla="*/ 485680 h 485679"/>
              <a:gd name="connsiteX24" fmla="*/ 448913 w 472725"/>
              <a:gd name="connsiteY24" fmla="*/ 485680 h 485679"/>
              <a:gd name="connsiteX25" fmla="*/ 472726 w 472725"/>
              <a:gd name="connsiteY25" fmla="*/ 461867 h 485679"/>
              <a:gd name="connsiteX26" fmla="*/ 472726 w 472725"/>
              <a:gd name="connsiteY26" fmla="*/ 23813 h 485679"/>
              <a:gd name="connsiteX27" fmla="*/ 448913 w 472725"/>
              <a:gd name="connsiteY27" fmla="*/ 0 h 485679"/>
              <a:gd name="connsiteX28" fmla="*/ 116872 w 472725"/>
              <a:gd name="connsiteY28" fmla="*/ 300133 h 485679"/>
              <a:gd name="connsiteX29" fmla="*/ 88297 w 472725"/>
              <a:gd name="connsiteY29" fmla="*/ 271558 h 485679"/>
              <a:gd name="connsiteX30" fmla="*/ 28575 w 472725"/>
              <a:gd name="connsiteY30" fmla="*/ 271558 h 485679"/>
              <a:gd name="connsiteX31" fmla="*/ 0 w 472725"/>
              <a:gd name="connsiteY31" fmla="*/ 300133 h 485679"/>
              <a:gd name="connsiteX32" fmla="*/ 28575 w 472725"/>
              <a:gd name="connsiteY32" fmla="*/ 328708 h 485679"/>
              <a:gd name="connsiteX33" fmla="*/ 88297 w 472725"/>
              <a:gd name="connsiteY33" fmla="*/ 328708 h 485679"/>
              <a:gd name="connsiteX34" fmla="*/ 116872 w 472725"/>
              <a:gd name="connsiteY34" fmla="*/ 300133 h 485679"/>
              <a:gd name="connsiteX35" fmla="*/ 28575 w 472725"/>
              <a:gd name="connsiteY35" fmla="*/ 214217 h 485679"/>
              <a:gd name="connsiteX36" fmla="*/ 88297 w 472725"/>
              <a:gd name="connsiteY36" fmla="*/ 214217 h 485679"/>
              <a:gd name="connsiteX37" fmla="*/ 116872 w 472725"/>
              <a:gd name="connsiteY37" fmla="*/ 185642 h 485679"/>
              <a:gd name="connsiteX38" fmla="*/ 88297 w 472725"/>
              <a:gd name="connsiteY38" fmla="*/ 157067 h 485679"/>
              <a:gd name="connsiteX39" fmla="*/ 28575 w 472725"/>
              <a:gd name="connsiteY39" fmla="*/ 157067 h 485679"/>
              <a:gd name="connsiteX40" fmla="*/ 0 w 472725"/>
              <a:gd name="connsiteY40" fmla="*/ 185642 h 485679"/>
              <a:gd name="connsiteX41" fmla="*/ 28575 w 472725"/>
              <a:gd name="connsiteY41" fmla="*/ 214217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2725" h="485679">
                <a:moveTo>
                  <a:pt x="258413" y="242888"/>
                </a:moveTo>
                <a:cubicBezTo>
                  <a:pt x="321564" y="242888"/>
                  <a:pt x="372713" y="294037"/>
                  <a:pt x="372713" y="357188"/>
                </a:cubicBezTo>
                <a:lnTo>
                  <a:pt x="372713" y="395288"/>
                </a:lnTo>
                <a:lnTo>
                  <a:pt x="144113" y="395288"/>
                </a:lnTo>
                <a:lnTo>
                  <a:pt x="144113" y="357188"/>
                </a:lnTo>
                <a:cubicBezTo>
                  <a:pt x="144113" y="294037"/>
                  <a:pt x="195263" y="242888"/>
                  <a:pt x="258413" y="242888"/>
                </a:cubicBezTo>
                <a:close/>
                <a:moveTo>
                  <a:pt x="334613" y="166688"/>
                </a:moveTo>
                <a:cubicBezTo>
                  <a:pt x="334613" y="124587"/>
                  <a:pt x="300514" y="90488"/>
                  <a:pt x="258413" y="90488"/>
                </a:cubicBezTo>
                <a:cubicBezTo>
                  <a:pt x="216313" y="90488"/>
                  <a:pt x="182213" y="124587"/>
                  <a:pt x="182213" y="166688"/>
                </a:cubicBezTo>
                <a:cubicBezTo>
                  <a:pt x="182213" y="208788"/>
                  <a:pt x="216313" y="242888"/>
                  <a:pt x="258413" y="242888"/>
                </a:cubicBezTo>
                <a:cubicBezTo>
                  <a:pt x="300514" y="242888"/>
                  <a:pt x="334613" y="208693"/>
                  <a:pt x="334613" y="166688"/>
                </a:cubicBezTo>
                <a:close/>
                <a:moveTo>
                  <a:pt x="448913" y="0"/>
                </a:moveTo>
                <a:lnTo>
                  <a:pt x="67723" y="0"/>
                </a:lnTo>
                <a:cubicBezTo>
                  <a:pt x="54578" y="0"/>
                  <a:pt x="43910" y="10668"/>
                  <a:pt x="43910" y="23813"/>
                </a:cubicBezTo>
                <a:lnTo>
                  <a:pt x="43910" y="100108"/>
                </a:lnTo>
                <a:lnTo>
                  <a:pt x="72485" y="100108"/>
                </a:lnTo>
                <a:lnTo>
                  <a:pt x="72485" y="28575"/>
                </a:lnTo>
                <a:lnTo>
                  <a:pt x="444151" y="28575"/>
                </a:lnTo>
                <a:lnTo>
                  <a:pt x="444151" y="457105"/>
                </a:lnTo>
                <a:lnTo>
                  <a:pt x="72485" y="457105"/>
                </a:lnTo>
                <a:lnTo>
                  <a:pt x="72485" y="385382"/>
                </a:lnTo>
                <a:lnTo>
                  <a:pt x="43910" y="385382"/>
                </a:lnTo>
                <a:lnTo>
                  <a:pt x="43910" y="461867"/>
                </a:lnTo>
                <a:cubicBezTo>
                  <a:pt x="43910" y="475012"/>
                  <a:pt x="54578" y="485680"/>
                  <a:pt x="67723" y="485680"/>
                </a:cubicBezTo>
                <a:lnTo>
                  <a:pt x="448913" y="485680"/>
                </a:lnTo>
                <a:cubicBezTo>
                  <a:pt x="462058" y="485680"/>
                  <a:pt x="472726" y="475012"/>
                  <a:pt x="472726" y="461867"/>
                </a:cubicBezTo>
                <a:lnTo>
                  <a:pt x="472726" y="23813"/>
                </a:lnTo>
                <a:cubicBezTo>
                  <a:pt x="472726" y="10668"/>
                  <a:pt x="461963" y="0"/>
                  <a:pt x="448913" y="0"/>
                </a:cubicBezTo>
                <a:close/>
                <a:moveTo>
                  <a:pt x="116872" y="300133"/>
                </a:moveTo>
                <a:cubicBezTo>
                  <a:pt x="116872" y="284321"/>
                  <a:pt x="104108" y="271558"/>
                  <a:pt x="88297" y="271558"/>
                </a:cubicBezTo>
                <a:lnTo>
                  <a:pt x="28575" y="271558"/>
                </a:lnTo>
                <a:cubicBezTo>
                  <a:pt x="12764" y="271558"/>
                  <a:pt x="0" y="284321"/>
                  <a:pt x="0" y="300133"/>
                </a:cubicBezTo>
                <a:cubicBezTo>
                  <a:pt x="0" y="315944"/>
                  <a:pt x="12764" y="328708"/>
                  <a:pt x="28575" y="328708"/>
                </a:cubicBezTo>
                <a:lnTo>
                  <a:pt x="88297" y="328708"/>
                </a:lnTo>
                <a:cubicBezTo>
                  <a:pt x="104108" y="328708"/>
                  <a:pt x="116872" y="315849"/>
                  <a:pt x="116872" y="300133"/>
                </a:cubicBezTo>
                <a:close/>
                <a:moveTo>
                  <a:pt x="28575" y="214217"/>
                </a:moveTo>
                <a:lnTo>
                  <a:pt x="88297" y="214217"/>
                </a:lnTo>
                <a:cubicBezTo>
                  <a:pt x="104108" y="214217"/>
                  <a:pt x="116872" y="201454"/>
                  <a:pt x="116872" y="185642"/>
                </a:cubicBezTo>
                <a:cubicBezTo>
                  <a:pt x="116872" y="169831"/>
                  <a:pt x="104108" y="157067"/>
                  <a:pt x="88297" y="157067"/>
                </a:cubicBezTo>
                <a:lnTo>
                  <a:pt x="28575" y="157067"/>
                </a:lnTo>
                <a:cubicBezTo>
                  <a:pt x="12764" y="157067"/>
                  <a:pt x="0" y="169831"/>
                  <a:pt x="0" y="185642"/>
                </a:cubicBezTo>
                <a:cubicBezTo>
                  <a:pt x="0" y="201454"/>
                  <a:pt x="12764" y="214217"/>
                  <a:pt x="28575" y="214217"/>
                </a:cubicBezTo>
                <a:close/>
              </a:path>
            </a:pathLst>
          </a:custGeom>
          <a:solidFill>
            <a:schemeClr val="bg1"/>
          </a:solidFill>
          <a:ln w="9525" cap="flat">
            <a:noFill/>
            <a:prstDash val="solid"/>
            <a:miter/>
          </a:ln>
        </p:spPr>
        <p:txBody>
          <a:bodyPr rtlCol="0" anchor="ctr"/>
          <a:lstStyle/>
          <a:p>
            <a:endParaRPr lang="en-US"/>
          </a:p>
        </p:txBody>
      </p:sp>
      <p:sp>
        <p:nvSpPr>
          <p:cNvPr id="77" name="Grafik 26">
            <a:extLst>
              <a:ext uri="{FF2B5EF4-FFF2-40B4-BE49-F238E27FC236}">
                <a16:creationId xmlns:a16="http://schemas.microsoft.com/office/drawing/2014/main" id="{8CEC250B-2AFF-4AB1-8F6D-454B288DF25B}"/>
              </a:ext>
            </a:extLst>
          </p:cNvPr>
          <p:cNvSpPr/>
          <p:nvPr/>
        </p:nvSpPr>
        <p:spPr bwMode="gray">
          <a:xfrm>
            <a:off x="4965780" y="2848543"/>
            <a:ext cx="485775" cy="485775"/>
          </a:xfrm>
          <a:custGeom>
            <a:avLst/>
            <a:gdLst>
              <a:gd name="connsiteX0" fmla="*/ 289465 w 485775"/>
              <a:gd name="connsiteY0" fmla="*/ 252603 h 485775"/>
              <a:gd name="connsiteX1" fmla="*/ 289465 w 485775"/>
              <a:gd name="connsiteY1" fmla="*/ 232410 h 485775"/>
              <a:gd name="connsiteX2" fmla="*/ 347091 w 485775"/>
              <a:gd name="connsiteY2" fmla="*/ 174784 h 485775"/>
              <a:gd name="connsiteX3" fmla="*/ 362617 w 485775"/>
              <a:gd name="connsiteY3" fmla="*/ 171641 h 485775"/>
              <a:gd name="connsiteX4" fmla="*/ 371475 w 485775"/>
              <a:gd name="connsiteY4" fmla="*/ 184880 h 485775"/>
              <a:gd name="connsiteX5" fmla="*/ 371475 w 485775"/>
              <a:gd name="connsiteY5" fmla="*/ 228600 h 485775"/>
              <a:gd name="connsiteX6" fmla="*/ 413575 w 485775"/>
              <a:gd name="connsiteY6" fmla="*/ 228600 h 485775"/>
              <a:gd name="connsiteX7" fmla="*/ 427863 w 485775"/>
              <a:gd name="connsiteY7" fmla="*/ 242888 h 485775"/>
              <a:gd name="connsiteX8" fmla="*/ 413575 w 485775"/>
              <a:gd name="connsiteY8" fmla="*/ 257175 h 485775"/>
              <a:gd name="connsiteX9" fmla="*/ 371475 w 485775"/>
              <a:gd name="connsiteY9" fmla="*/ 257175 h 485775"/>
              <a:gd name="connsiteX10" fmla="*/ 371475 w 485775"/>
              <a:gd name="connsiteY10" fmla="*/ 300419 h 485775"/>
              <a:gd name="connsiteX11" fmla="*/ 362617 w 485775"/>
              <a:gd name="connsiteY11" fmla="*/ 313658 h 485775"/>
              <a:gd name="connsiteX12" fmla="*/ 357188 w 485775"/>
              <a:gd name="connsiteY12" fmla="*/ 314706 h 485775"/>
              <a:gd name="connsiteX13" fmla="*/ 347091 w 485775"/>
              <a:gd name="connsiteY13" fmla="*/ 310515 h 485775"/>
              <a:gd name="connsiteX14" fmla="*/ 289465 w 485775"/>
              <a:gd name="connsiteY14" fmla="*/ 252603 h 485775"/>
              <a:gd name="connsiteX15" fmla="*/ 485775 w 485775"/>
              <a:gd name="connsiteY15" fmla="*/ 14288 h 485775"/>
              <a:gd name="connsiteX16" fmla="*/ 485775 w 485775"/>
              <a:gd name="connsiteY16" fmla="*/ 471488 h 485775"/>
              <a:gd name="connsiteX17" fmla="*/ 471488 w 485775"/>
              <a:gd name="connsiteY17" fmla="*/ 485775 h 485775"/>
              <a:gd name="connsiteX18" fmla="*/ 14288 w 485775"/>
              <a:gd name="connsiteY18" fmla="*/ 485775 h 485775"/>
              <a:gd name="connsiteX19" fmla="*/ 0 w 485775"/>
              <a:gd name="connsiteY19" fmla="*/ 471488 h 485775"/>
              <a:gd name="connsiteX20" fmla="*/ 0 w 485775"/>
              <a:gd name="connsiteY20" fmla="*/ 14288 h 485775"/>
              <a:gd name="connsiteX21" fmla="*/ 14288 w 485775"/>
              <a:gd name="connsiteY21" fmla="*/ 0 h 485775"/>
              <a:gd name="connsiteX22" fmla="*/ 471488 w 485775"/>
              <a:gd name="connsiteY22" fmla="*/ 0 h 485775"/>
              <a:gd name="connsiteX23" fmla="*/ 485775 w 485775"/>
              <a:gd name="connsiteY23" fmla="*/ 14288 h 485775"/>
              <a:gd name="connsiteX24" fmla="*/ 457200 w 485775"/>
              <a:gd name="connsiteY24" fmla="*/ 28575 h 485775"/>
              <a:gd name="connsiteX25" fmla="*/ 28575 w 485775"/>
              <a:gd name="connsiteY25" fmla="*/ 28575 h 485775"/>
              <a:gd name="connsiteX26" fmla="*/ 28575 w 485775"/>
              <a:gd name="connsiteY26" fmla="*/ 457200 h 485775"/>
              <a:gd name="connsiteX27" fmla="*/ 457200 w 485775"/>
              <a:gd name="connsiteY27" fmla="*/ 457200 h 485775"/>
              <a:gd name="connsiteX28" fmla="*/ 457200 w 485775"/>
              <a:gd name="connsiteY28" fmla="*/ 28575 h 485775"/>
              <a:gd name="connsiteX29" fmla="*/ 71057 w 485775"/>
              <a:gd name="connsiteY29" fmla="*/ 428530 h 485775"/>
              <a:gd name="connsiteX30" fmla="*/ 242697 w 485775"/>
              <a:gd name="connsiteY30" fmla="*/ 428530 h 485775"/>
              <a:gd name="connsiteX31" fmla="*/ 256985 w 485775"/>
              <a:gd name="connsiteY31" fmla="*/ 414242 h 485775"/>
              <a:gd name="connsiteX32" fmla="*/ 256985 w 485775"/>
              <a:gd name="connsiteY32" fmla="*/ 71057 h 485775"/>
              <a:gd name="connsiteX33" fmla="*/ 242697 w 485775"/>
              <a:gd name="connsiteY33" fmla="*/ 56769 h 485775"/>
              <a:gd name="connsiteX34" fmla="*/ 71057 w 485775"/>
              <a:gd name="connsiteY34" fmla="*/ 56769 h 485775"/>
              <a:gd name="connsiteX35" fmla="*/ 56769 w 485775"/>
              <a:gd name="connsiteY35" fmla="*/ 71057 h 485775"/>
              <a:gd name="connsiteX36" fmla="*/ 56769 w 485775"/>
              <a:gd name="connsiteY36" fmla="*/ 414338 h 485775"/>
              <a:gd name="connsiteX37" fmla="*/ 71057 w 485775"/>
              <a:gd name="connsiteY37" fmla="*/ 42853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85775" h="485775">
                <a:moveTo>
                  <a:pt x="289465" y="252603"/>
                </a:moveTo>
                <a:cubicBezTo>
                  <a:pt x="283940" y="246983"/>
                  <a:pt x="283940" y="238030"/>
                  <a:pt x="289465" y="232410"/>
                </a:cubicBezTo>
                <a:lnTo>
                  <a:pt x="347091" y="174784"/>
                </a:lnTo>
                <a:cubicBezTo>
                  <a:pt x="351187" y="170688"/>
                  <a:pt x="357283" y="169450"/>
                  <a:pt x="362617" y="171641"/>
                </a:cubicBezTo>
                <a:cubicBezTo>
                  <a:pt x="368046" y="173927"/>
                  <a:pt x="371475" y="179070"/>
                  <a:pt x="371475" y="184880"/>
                </a:cubicBezTo>
                <a:lnTo>
                  <a:pt x="371475" y="228600"/>
                </a:lnTo>
                <a:lnTo>
                  <a:pt x="413575" y="228600"/>
                </a:lnTo>
                <a:cubicBezTo>
                  <a:pt x="421481" y="228600"/>
                  <a:pt x="427863" y="234982"/>
                  <a:pt x="427863" y="242888"/>
                </a:cubicBezTo>
                <a:cubicBezTo>
                  <a:pt x="427863" y="250793"/>
                  <a:pt x="421481" y="257175"/>
                  <a:pt x="413575" y="257175"/>
                </a:cubicBezTo>
                <a:lnTo>
                  <a:pt x="371475" y="257175"/>
                </a:lnTo>
                <a:lnTo>
                  <a:pt x="371475" y="300419"/>
                </a:lnTo>
                <a:cubicBezTo>
                  <a:pt x="371475" y="306229"/>
                  <a:pt x="367951" y="311468"/>
                  <a:pt x="362617" y="313658"/>
                </a:cubicBezTo>
                <a:cubicBezTo>
                  <a:pt x="360807" y="314420"/>
                  <a:pt x="358997" y="314706"/>
                  <a:pt x="357188" y="314706"/>
                </a:cubicBezTo>
                <a:cubicBezTo>
                  <a:pt x="353473" y="314706"/>
                  <a:pt x="349758" y="313277"/>
                  <a:pt x="347091" y="310515"/>
                </a:cubicBezTo>
                <a:lnTo>
                  <a:pt x="289465" y="252603"/>
                </a:lnTo>
                <a:close/>
                <a:moveTo>
                  <a:pt x="485775" y="14288"/>
                </a:moveTo>
                <a:lnTo>
                  <a:pt x="485775" y="471488"/>
                </a:lnTo>
                <a:cubicBezTo>
                  <a:pt x="485775" y="479393"/>
                  <a:pt x="479393" y="485775"/>
                  <a:pt x="471488" y="485775"/>
                </a:cubicBezTo>
                <a:lnTo>
                  <a:pt x="14288" y="485775"/>
                </a:lnTo>
                <a:cubicBezTo>
                  <a:pt x="6382" y="485775"/>
                  <a:pt x="0" y="479393"/>
                  <a:pt x="0" y="471488"/>
                </a:cubicBezTo>
                <a:lnTo>
                  <a:pt x="0" y="14288"/>
                </a:lnTo>
                <a:cubicBezTo>
                  <a:pt x="0" y="6382"/>
                  <a:pt x="6382" y="0"/>
                  <a:pt x="14288" y="0"/>
                </a:cubicBezTo>
                <a:lnTo>
                  <a:pt x="471488" y="0"/>
                </a:lnTo>
                <a:cubicBezTo>
                  <a:pt x="479393" y="0"/>
                  <a:pt x="485775" y="6382"/>
                  <a:pt x="485775" y="14288"/>
                </a:cubicBezTo>
                <a:close/>
                <a:moveTo>
                  <a:pt x="457200" y="28575"/>
                </a:moveTo>
                <a:lnTo>
                  <a:pt x="28575" y="28575"/>
                </a:lnTo>
                <a:lnTo>
                  <a:pt x="28575" y="457200"/>
                </a:lnTo>
                <a:lnTo>
                  <a:pt x="457200" y="457200"/>
                </a:lnTo>
                <a:lnTo>
                  <a:pt x="457200" y="28575"/>
                </a:lnTo>
                <a:close/>
                <a:moveTo>
                  <a:pt x="71057" y="428530"/>
                </a:moveTo>
                <a:lnTo>
                  <a:pt x="242697" y="428530"/>
                </a:lnTo>
                <a:cubicBezTo>
                  <a:pt x="250603" y="428530"/>
                  <a:pt x="256985" y="422148"/>
                  <a:pt x="256985" y="414242"/>
                </a:cubicBezTo>
                <a:lnTo>
                  <a:pt x="256985" y="71057"/>
                </a:lnTo>
                <a:cubicBezTo>
                  <a:pt x="256985" y="63151"/>
                  <a:pt x="250603" y="56769"/>
                  <a:pt x="242697" y="56769"/>
                </a:cubicBezTo>
                <a:lnTo>
                  <a:pt x="71057" y="56769"/>
                </a:lnTo>
                <a:cubicBezTo>
                  <a:pt x="63151" y="56769"/>
                  <a:pt x="56769" y="63151"/>
                  <a:pt x="56769" y="71057"/>
                </a:cubicBezTo>
                <a:lnTo>
                  <a:pt x="56769" y="414338"/>
                </a:lnTo>
                <a:cubicBezTo>
                  <a:pt x="56769" y="422148"/>
                  <a:pt x="63151" y="428530"/>
                  <a:pt x="71057" y="428530"/>
                </a:cubicBezTo>
                <a:close/>
              </a:path>
            </a:pathLst>
          </a:custGeom>
          <a:solidFill>
            <a:schemeClr val="bg1"/>
          </a:solidFill>
          <a:ln w="9525" cap="flat">
            <a:noFill/>
            <a:prstDash val="solid"/>
            <a:miter/>
          </a:ln>
        </p:spPr>
        <p:txBody>
          <a:bodyPr rtlCol="0" anchor="ctr"/>
          <a:lstStyle/>
          <a:p>
            <a:endParaRPr lang="en-US" dirty="0"/>
          </a:p>
        </p:txBody>
      </p:sp>
      <p:sp>
        <p:nvSpPr>
          <p:cNvPr id="79" name="Grafik 27">
            <a:extLst>
              <a:ext uri="{FF2B5EF4-FFF2-40B4-BE49-F238E27FC236}">
                <a16:creationId xmlns:a16="http://schemas.microsoft.com/office/drawing/2014/main" id="{53A31B58-950D-4D7A-B5B2-DA380DA12BA4}"/>
              </a:ext>
            </a:extLst>
          </p:cNvPr>
          <p:cNvSpPr/>
          <p:nvPr/>
        </p:nvSpPr>
        <p:spPr bwMode="gray">
          <a:xfrm>
            <a:off x="5795552" y="2834447"/>
            <a:ext cx="485584" cy="499871"/>
          </a:xfrm>
          <a:custGeom>
            <a:avLst/>
            <a:gdLst>
              <a:gd name="connsiteX0" fmla="*/ 271177 w 485584"/>
              <a:gd name="connsiteY0" fmla="*/ 78772 h 499871"/>
              <a:gd name="connsiteX1" fmla="*/ 271177 w 485584"/>
              <a:gd name="connsiteY1" fmla="*/ 28575 h 499871"/>
              <a:gd name="connsiteX2" fmla="*/ 299752 w 485584"/>
              <a:gd name="connsiteY2" fmla="*/ 0 h 499871"/>
              <a:gd name="connsiteX3" fmla="*/ 328327 w 485584"/>
              <a:gd name="connsiteY3" fmla="*/ 28575 h 499871"/>
              <a:gd name="connsiteX4" fmla="*/ 328327 w 485584"/>
              <a:gd name="connsiteY4" fmla="*/ 78772 h 499871"/>
              <a:gd name="connsiteX5" fmla="*/ 299752 w 485584"/>
              <a:gd name="connsiteY5" fmla="*/ 107347 h 499871"/>
              <a:gd name="connsiteX6" fmla="*/ 271177 w 485584"/>
              <a:gd name="connsiteY6" fmla="*/ 78772 h 499871"/>
              <a:gd name="connsiteX7" fmla="*/ 185642 w 485584"/>
              <a:gd name="connsiteY7" fmla="*/ 107347 h 499871"/>
              <a:gd name="connsiteX8" fmla="*/ 214217 w 485584"/>
              <a:gd name="connsiteY8" fmla="*/ 78772 h 499871"/>
              <a:gd name="connsiteX9" fmla="*/ 214217 w 485584"/>
              <a:gd name="connsiteY9" fmla="*/ 28575 h 499871"/>
              <a:gd name="connsiteX10" fmla="*/ 185642 w 485584"/>
              <a:gd name="connsiteY10" fmla="*/ 0 h 499871"/>
              <a:gd name="connsiteX11" fmla="*/ 157067 w 485584"/>
              <a:gd name="connsiteY11" fmla="*/ 28575 h 499871"/>
              <a:gd name="connsiteX12" fmla="*/ 157067 w 485584"/>
              <a:gd name="connsiteY12" fmla="*/ 78772 h 499871"/>
              <a:gd name="connsiteX13" fmla="*/ 185642 w 485584"/>
              <a:gd name="connsiteY13" fmla="*/ 107347 h 499871"/>
              <a:gd name="connsiteX14" fmla="*/ 485585 w 485584"/>
              <a:gd name="connsiteY14" fmla="*/ 52388 h 499871"/>
              <a:gd name="connsiteX15" fmla="*/ 485585 w 485584"/>
              <a:gd name="connsiteY15" fmla="*/ 476060 h 499871"/>
              <a:gd name="connsiteX16" fmla="*/ 461772 w 485584"/>
              <a:gd name="connsiteY16" fmla="*/ 499872 h 499871"/>
              <a:gd name="connsiteX17" fmla="*/ 23813 w 485584"/>
              <a:gd name="connsiteY17" fmla="*/ 499872 h 499871"/>
              <a:gd name="connsiteX18" fmla="*/ 0 w 485584"/>
              <a:gd name="connsiteY18" fmla="*/ 476060 h 499871"/>
              <a:gd name="connsiteX19" fmla="*/ 0 w 485584"/>
              <a:gd name="connsiteY19" fmla="*/ 52292 h 499871"/>
              <a:gd name="connsiteX20" fmla="*/ 23813 w 485584"/>
              <a:gd name="connsiteY20" fmla="*/ 28480 h 499871"/>
              <a:gd name="connsiteX21" fmla="*/ 99917 w 485584"/>
              <a:gd name="connsiteY21" fmla="*/ 28480 h 499871"/>
              <a:gd name="connsiteX22" fmla="*/ 99917 w 485584"/>
              <a:gd name="connsiteY22" fmla="*/ 57055 h 499871"/>
              <a:gd name="connsiteX23" fmla="*/ 28575 w 485584"/>
              <a:gd name="connsiteY23" fmla="*/ 57055 h 499871"/>
              <a:gd name="connsiteX24" fmla="*/ 28575 w 485584"/>
              <a:gd name="connsiteY24" fmla="*/ 142780 h 499871"/>
              <a:gd name="connsiteX25" fmla="*/ 457010 w 485584"/>
              <a:gd name="connsiteY25" fmla="*/ 142780 h 499871"/>
              <a:gd name="connsiteX26" fmla="*/ 457010 w 485584"/>
              <a:gd name="connsiteY26" fmla="*/ 57150 h 499871"/>
              <a:gd name="connsiteX27" fmla="*/ 386334 w 485584"/>
              <a:gd name="connsiteY27" fmla="*/ 57150 h 499871"/>
              <a:gd name="connsiteX28" fmla="*/ 386334 w 485584"/>
              <a:gd name="connsiteY28" fmla="*/ 28575 h 499871"/>
              <a:gd name="connsiteX29" fmla="*/ 461772 w 485584"/>
              <a:gd name="connsiteY29" fmla="*/ 28575 h 499871"/>
              <a:gd name="connsiteX30" fmla="*/ 485585 w 485584"/>
              <a:gd name="connsiteY30" fmla="*/ 52388 h 499871"/>
              <a:gd name="connsiteX31" fmla="*/ 457010 w 485584"/>
              <a:gd name="connsiteY31" fmla="*/ 471297 h 499871"/>
              <a:gd name="connsiteX32" fmla="*/ 457010 w 485584"/>
              <a:gd name="connsiteY32" fmla="*/ 171355 h 499871"/>
              <a:gd name="connsiteX33" fmla="*/ 28575 w 485584"/>
              <a:gd name="connsiteY33" fmla="*/ 171355 h 499871"/>
              <a:gd name="connsiteX34" fmla="*/ 28575 w 485584"/>
              <a:gd name="connsiteY34" fmla="*/ 471202 h 499871"/>
              <a:gd name="connsiteX35" fmla="*/ 457010 w 485584"/>
              <a:gd name="connsiteY35" fmla="*/ 471202 h 499871"/>
              <a:gd name="connsiteX36" fmla="*/ 327850 w 485584"/>
              <a:gd name="connsiteY36" fmla="*/ 295466 h 499871"/>
              <a:gd name="connsiteX37" fmla="*/ 272891 w 485584"/>
              <a:gd name="connsiteY37" fmla="*/ 287465 h 499871"/>
              <a:gd name="connsiteX38" fmla="*/ 269653 w 485584"/>
              <a:gd name="connsiteY38" fmla="*/ 285083 h 499871"/>
              <a:gd name="connsiteX39" fmla="*/ 245078 w 485584"/>
              <a:gd name="connsiteY39" fmla="*/ 235363 h 499871"/>
              <a:gd name="connsiteX40" fmla="*/ 237363 w 485584"/>
              <a:gd name="connsiteY40" fmla="*/ 235363 h 499871"/>
              <a:gd name="connsiteX41" fmla="*/ 212789 w 485584"/>
              <a:gd name="connsiteY41" fmla="*/ 285083 h 499871"/>
              <a:gd name="connsiteX42" fmla="*/ 209550 w 485584"/>
              <a:gd name="connsiteY42" fmla="*/ 287465 h 499871"/>
              <a:gd name="connsiteX43" fmla="*/ 154591 w 485584"/>
              <a:gd name="connsiteY43" fmla="*/ 295466 h 499871"/>
              <a:gd name="connsiteX44" fmla="*/ 152210 w 485584"/>
              <a:gd name="connsiteY44" fmla="*/ 302800 h 499871"/>
              <a:gd name="connsiteX45" fmla="*/ 191929 w 485584"/>
              <a:gd name="connsiteY45" fmla="*/ 341567 h 499871"/>
              <a:gd name="connsiteX46" fmla="*/ 193167 w 485584"/>
              <a:gd name="connsiteY46" fmla="*/ 345376 h 499871"/>
              <a:gd name="connsiteX47" fmla="*/ 183833 w 485584"/>
              <a:gd name="connsiteY47" fmla="*/ 400050 h 499871"/>
              <a:gd name="connsiteX48" fmla="*/ 190119 w 485584"/>
              <a:gd name="connsiteY48" fmla="*/ 404622 h 499871"/>
              <a:gd name="connsiteX49" fmla="*/ 239268 w 485584"/>
              <a:gd name="connsiteY49" fmla="*/ 378809 h 499871"/>
              <a:gd name="connsiteX50" fmla="*/ 243269 w 485584"/>
              <a:gd name="connsiteY50" fmla="*/ 378809 h 499871"/>
              <a:gd name="connsiteX51" fmla="*/ 292418 w 485584"/>
              <a:gd name="connsiteY51" fmla="*/ 404622 h 499871"/>
              <a:gd name="connsiteX52" fmla="*/ 298704 w 485584"/>
              <a:gd name="connsiteY52" fmla="*/ 400050 h 499871"/>
              <a:gd name="connsiteX53" fmla="*/ 289370 w 485584"/>
              <a:gd name="connsiteY53" fmla="*/ 345376 h 499871"/>
              <a:gd name="connsiteX54" fmla="*/ 290608 w 485584"/>
              <a:gd name="connsiteY54" fmla="*/ 341567 h 499871"/>
              <a:gd name="connsiteX55" fmla="*/ 330327 w 485584"/>
              <a:gd name="connsiteY55" fmla="*/ 302800 h 499871"/>
              <a:gd name="connsiteX56" fmla="*/ 327850 w 485584"/>
              <a:gd name="connsiteY56" fmla="*/ 295466 h 49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85584" h="499871">
                <a:moveTo>
                  <a:pt x="271177" y="78772"/>
                </a:moveTo>
                <a:lnTo>
                  <a:pt x="271177" y="28575"/>
                </a:lnTo>
                <a:cubicBezTo>
                  <a:pt x="271177" y="12764"/>
                  <a:pt x="283940" y="0"/>
                  <a:pt x="299752" y="0"/>
                </a:cubicBezTo>
                <a:cubicBezTo>
                  <a:pt x="315563" y="0"/>
                  <a:pt x="328327" y="12764"/>
                  <a:pt x="328327" y="28575"/>
                </a:cubicBezTo>
                <a:lnTo>
                  <a:pt x="328327" y="78772"/>
                </a:lnTo>
                <a:cubicBezTo>
                  <a:pt x="328327" y="94583"/>
                  <a:pt x="315563" y="107347"/>
                  <a:pt x="299752" y="107347"/>
                </a:cubicBezTo>
                <a:cubicBezTo>
                  <a:pt x="283940" y="107347"/>
                  <a:pt x="271177" y="94583"/>
                  <a:pt x="271177" y="78772"/>
                </a:cubicBezTo>
                <a:close/>
                <a:moveTo>
                  <a:pt x="185642" y="107347"/>
                </a:moveTo>
                <a:cubicBezTo>
                  <a:pt x="201454" y="107347"/>
                  <a:pt x="214217" y="94583"/>
                  <a:pt x="214217" y="78772"/>
                </a:cubicBezTo>
                <a:lnTo>
                  <a:pt x="214217" y="28575"/>
                </a:lnTo>
                <a:cubicBezTo>
                  <a:pt x="214217" y="12764"/>
                  <a:pt x="201454" y="0"/>
                  <a:pt x="185642" y="0"/>
                </a:cubicBezTo>
                <a:cubicBezTo>
                  <a:pt x="169831" y="0"/>
                  <a:pt x="157067" y="12764"/>
                  <a:pt x="157067" y="28575"/>
                </a:cubicBezTo>
                <a:lnTo>
                  <a:pt x="157067" y="78772"/>
                </a:lnTo>
                <a:cubicBezTo>
                  <a:pt x="157067" y="94583"/>
                  <a:pt x="169831" y="107347"/>
                  <a:pt x="185642" y="107347"/>
                </a:cubicBezTo>
                <a:close/>
                <a:moveTo>
                  <a:pt x="485585" y="52388"/>
                </a:moveTo>
                <a:lnTo>
                  <a:pt x="485585" y="476060"/>
                </a:lnTo>
                <a:cubicBezTo>
                  <a:pt x="485585" y="489204"/>
                  <a:pt x="474917" y="499872"/>
                  <a:pt x="461772" y="499872"/>
                </a:cubicBezTo>
                <a:lnTo>
                  <a:pt x="23813" y="499872"/>
                </a:lnTo>
                <a:cubicBezTo>
                  <a:pt x="10668" y="499872"/>
                  <a:pt x="0" y="489204"/>
                  <a:pt x="0" y="476060"/>
                </a:cubicBezTo>
                <a:lnTo>
                  <a:pt x="0" y="52292"/>
                </a:lnTo>
                <a:cubicBezTo>
                  <a:pt x="0" y="39148"/>
                  <a:pt x="10668" y="28480"/>
                  <a:pt x="23813" y="28480"/>
                </a:cubicBezTo>
                <a:lnTo>
                  <a:pt x="99917" y="28480"/>
                </a:lnTo>
                <a:lnTo>
                  <a:pt x="99917" y="57055"/>
                </a:lnTo>
                <a:lnTo>
                  <a:pt x="28575" y="57055"/>
                </a:lnTo>
                <a:lnTo>
                  <a:pt x="28575" y="142780"/>
                </a:lnTo>
                <a:lnTo>
                  <a:pt x="457010" y="142780"/>
                </a:lnTo>
                <a:lnTo>
                  <a:pt x="457010" y="57150"/>
                </a:lnTo>
                <a:lnTo>
                  <a:pt x="386334" y="57150"/>
                </a:lnTo>
                <a:lnTo>
                  <a:pt x="386334" y="28575"/>
                </a:lnTo>
                <a:lnTo>
                  <a:pt x="461772" y="28575"/>
                </a:lnTo>
                <a:cubicBezTo>
                  <a:pt x="474917" y="28575"/>
                  <a:pt x="485585" y="39243"/>
                  <a:pt x="485585" y="52388"/>
                </a:cubicBezTo>
                <a:close/>
                <a:moveTo>
                  <a:pt x="457010" y="471297"/>
                </a:moveTo>
                <a:lnTo>
                  <a:pt x="457010" y="171355"/>
                </a:lnTo>
                <a:lnTo>
                  <a:pt x="28575" y="171355"/>
                </a:lnTo>
                <a:lnTo>
                  <a:pt x="28575" y="471202"/>
                </a:lnTo>
                <a:lnTo>
                  <a:pt x="457010" y="471202"/>
                </a:lnTo>
                <a:close/>
                <a:moveTo>
                  <a:pt x="327850" y="295466"/>
                </a:moveTo>
                <a:lnTo>
                  <a:pt x="272891" y="287465"/>
                </a:lnTo>
                <a:cubicBezTo>
                  <a:pt x="271463" y="287274"/>
                  <a:pt x="270224" y="286417"/>
                  <a:pt x="269653" y="285083"/>
                </a:cubicBezTo>
                <a:lnTo>
                  <a:pt x="245078" y="235363"/>
                </a:lnTo>
                <a:cubicBezTo>
                  <a:pt x="243459" y="232124"/>
                  <a:pt x="238887" y="232124"/>
                  <a:pt x="237363" y="235363"/>
                </a:cubicBezTo>
                <a:lnTo>
                  <a:pt x="212789" y="285083"/>
                </a:lnTo>
                <a:cubicBezTo>
                  <a:pt x="212122" y="286322"/>
                  <a:pt x="210979" y="287274"/>
                  <a:pt x="209550" y="287465"/>
                </a:cubicBezTo>
                <a:lnTo>
                  <a:pt x="154591" y="295466"/>
                </a:lnTo>
                <a:cubicBezTo>
                  <a:pt x="151067" y="295942"/>
                  <a:pt x="149638" y="300323"/>
                  <a:pt x="152210" y="302800"/>
                </a:cubicBezTo>
                <a:lnTo>
                  <a:pt x="191929" y="341567"/>
                </a:lnTo>
                <a:cubicBezTo>
                  <a:pt x="192977" y="342519"/>
                  <a:pt x="193453" y="343948"/>
                  <a:pt x="193167" y="345376"/>
                </a:cubicBezTo>
                <a:lnTo>
                  <a:pt x="183833" y="400050"/>
                </a:lnTo>
                <a:cubicBezTo>
                  <a:pt x="183261" y="403574"/>
                  <a:pt x="186976" y="406241"/>
                  <a:pt x="190119" y="404622"/>
                </a:cubicBezTo>
                <a:lnTo>
                  <a:pt x="239268" y="378809"/>
                </a:lnTo>
                <a:cubicBezTo>
                  <a:pt x="240506" y="378143"/>
                  <a:pt x="242030" y="378143"/>
                  <a:pt x="243269" y="378809"/>
                </a:cubicBezTo>
                <a:lnTo>
                  <a:pt x="292418" y="404622"/>
                </a:lnTo>
                <a:cubicBezTo>
                  <a:pt x="295561" y="406337"/>
                  <a:pt x="299276" y="403574"/>
                  <a:pt x="298704" y="400050"/>
                </a:cubicBezTo>
                <a:lnTo>
                  <a:pt x="289370" y="345376"/>
                </a:lnTo>
                <a:cubicBezTo>
                  <a:pt x="289084" y="343948"/>
                  <a:pt x="289560" y="342519"/>
                  <a:pt x="290608" y="341567"/>
                </a:cubicBezTo>
                <a:lnTo>
                  <a:pt x="330327" y="302800"/>
                </a:lnTo>
                <a:cubicBezTo>
                  <a:pt x="332804" y="300323"/>
                  <a:pt x="331375" y="295942"/>
                  <a:pt x="327850" y="295466"/>
                </a:cubicBezTo>
                <a:close/>
              </a:path>
            </a:pathLst>
          </a:custGeom>
          <a:solidFill>
            <a:schemeClr val="bg1"/>
          </a:solidFill>
          <a:ln w="9525" cap="flat">
            <a:noFill/>
            <a:prstDash val="solid"/>
            <a:miter/>
          </a:ln>
        </p:spPr>
        <p:txBody>
          <a:bodyPr rtlCol="0" anchor="ctr"/>
          <a:lstStyle/>
          <a:p>
            <a:endParaRPr lang="en-US"/>
          </a:p>
        </p:txBody>
      </p:sp>
      <p:sp>
        <p:nvSpPr>
          <p:cNvPr id="80" name="Grafik 39">
            <a:extLst>
              <a:ext uri="{FF2B5EF4-FFF2-40B4-BE49-F238E27FC236}">
                <a16:creationId xmlns:a16="http://schemas.microsoft.com/office/drawing/2014/main" id="{4B62C2F4-8D78-49F7-8B70-3763DF65DEEA}"/>
              </a:ext>
            </a:extLst>
          </p:cNvPr>
          <p:cNvSpPr/>
          <p:nvPr/>
        </p:nvSpPr>
        <p:spPr bwMode="gray">
          <a:xfrm>
            <a:off x="550650" y="2920076"/>
            <a:ext cx="457200" cy="342804"/>
          </a:xfrm>
          <a:custGeom>
            <a:avLst/>
            <a:gdLst>
              <a:gd name="connsiteX0" fmla="*/ 388906 w 457200"/>
              <a:gd name="connsiteY0" fmla="*/ 186023 h 342804"/>
              <a:gd name="connsiteX1" fmla="*/ 423863 w 457200"/>
              <a:gd name="connsiteY1" fmla="*/ 117158 h 342804"/>
              <a:gd name="connsiteX2" fmla="*/ 338138 w 457200"/>
              <a:gd name="connsiteY2" fmla="*/ 31433 h 342804"/>
              <a:gd name="connsiteX3" fmla="*/ 252413 w 457200"/>
              <a:gd name="connsiteY3" fmla="*/ 117158 h 342804"/>
              <a:gd name="connsiteX4" fmla="*/ 287369 w 457200"/>
              <a:gd name="connsiteY4" fmla="*/ 186023 h 342804"/>
              <a:gd name="connsiteX5" fmla="*/ 255746 w 457200"/>
              <a:gd name="connsiteY5" fmla="*/ 207931 h 342804"/>
              <a:gd name="connsiteX6" fmla="*/ 270796 w 457200"/>
              <a:gd name="connsiteY6" fmla="*/ 233363 h 342804"/>
              <a:gd name="connsiteX7" fmla="*/ 338233 w 457200"/>
              <a:gd name="connsiteY7" fmla="*/ 202978 h 342804"/>
              <a:gd name="connsiteX8" fmla="*/ 428720 w 457200"/>
              <a:gd name="connsiteY8" fmla="*/ 293465 h 342804"/>
              <a:gd name="connsiteX9" fmla="*/ 428720 w 457200"/>
              <a:gd name="connsiteY9" fmla="*/ 314135 h 342804"/>
              <a:gd name="connsiteX10" fmla="*/ 285655 w 457200"/>
              <a:gd name="connsiteY10" fmla="*/ 314135 h 342804"/>
              <a:gd name="connsiteX11" fmla="*/ 285655 w 457200"/>
              <a:gd name="connsiteY11" fmla="*/ 342710 h 342804"/>
              <a:gd name="connsiteX12" fmla="*/ 457200 w 457200"/>
              <a:gd name="connsiteY12" fmla="*/ 342710 h 342804"/>
              <a:gd name="connsiteX13" fmla="*/ 457200 w 457200"/>
              <a:gd name="connsiteY13" fmla="*/ 293465 h 342804"/>
              <a:gd name="connsiteX14" fmla="*/ 388906 w 457200"/>
              <a:gd name="connsiteY14" fmla="*/ 186023 h 342804"/>
              <a:gd name="connsiteX15" fmla="*/ 338138 w 457200"/>
              <a:gd name="connsiteY15" fmla="*/ 174308 h 342804"/>
              <a:gd name="connsiteX16" fmla="*/ 280988 w 457200"/>
              <a:gd name="connsiteY16" fmla="*/ 117158 h 342804"/>
              <a:gd name="connsiteX17" fmla="*/ 338138 w 457200"/>
              <a:gd name="connsiteY17" fmla="*/ 60008 h 342804"/>
              <a:gd name="connsiteX18" fmla="*/ 395288 w 457200"/>
              <a:gd name="connsiteY18" fmla="*/ 117158 h 342804"/>
              <a:gd name="connsiteX19" fmla="*/ 338138 w 457200"/>
              <a:gd name="connsiteY19" fmla="*/ 174308 h 342804"/>
              <a:gd name="connsiteX20" fmla="*/ 257080 w 457200"/>
              <a:gd name="connsiteY20" fmla="*/ 299942 h 342804"/>
              <a:gd name="connsiteX21" fmla="*/ 257080 w 457200"/>
              <a:gd name="connsiteY21" fmla="*/ 342805 h 342804"/>
              <a:gd name="connsiteX22" fmla="*/ 0 w 457200"/>
              <a:gd name="connsiteY22" fmla="*/ 342805 h 342804"/>
              <a:gd name="connsiteX23" fmla="*/ 0 w 457200"/>
              <a:gd name="connsiteY23" fmla="*/ 299942 h 342804"/>
              <a:gd name="connsiteX24" fmla="*/ 128588 w 457200"/>
              <a:gd name="connsiteY24" fmla="*/ 171355 h 342804"/>
              <a:gd name="connsiteX25" fmla="*/ 257080 w 457200"/>
              <a:gd name="connsiteY25" fmla="*/ 299942 h 342804"/>
              <a:gd name="connsiteX26" fmla="*/ 214217 w 457200"/>
              <a:gd name="connsiteY26" fmla="*/ 85725 h 342804"/>
              <a:gd name="connsiteX27" fmla="*/ 128492 w 457200"/>
              <a:gd name="connsiteY27" fmla="*/ 0 h 342804"/>
              <a:gd name="connsiteX28" fmla="*/ 42767 w 457200"/>
              <a:gd name="connsiteY28" fmla="*/ 85725 h 342804"/>
              <a:gd name="connsiteX29" fmla="*/ 128492 w 457200"/>
              <a:gd name="connsiteY29" fmla="*/ 171450 h 342804"/>
              <a:gd name="connsiteX30" fmla="*/ 214217 w 457200"/>
              <a:gd name="connsiteY30" fmla="*/ 85725 h 34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57200" h="342804">
                <a:moveTo>
                  <a:pt x="388906" y="186023"/>
                </a:moveTo>
                <a:cubicBezTo>
                  <a:pt x="410051" y="170402"/>
                  <a:pt x="423863" y="145352"/>
                  <a:pt x="423863" y="117158"/>
                </a:cubicBezTo>
                <a:cubicBezTo>
                  <a:pt x="423863" y="69914"/>
                  <a:pt x="385382" y="31433"/>
                  <a:pt x="338138" y="31433"/>
                </a:cubicBezTo>
                <a:cubicBezTo>
                  <a:pt x="290894" y="31433"/>
                  <a:pt x="252413" y="69914"/>
                  <a:pt x="252413" y="117158"/>
                </a:cubicBezTo>
                <a:cubicBezTo>
                  <a:pt x="252413" y="145447"/>
                  <a:pt x="266224" y="170402"/>
                  <a:pt x="287369" y="186023"/>
                </a:cubicBezTo>
                <a:cubicBezTo>
                  <a:pt x="275654" y="191548"/>
                  <a:pt x="264986" y="199073"/>
                  <a:pt x="255746" y="207931"/>
                </a:cubicBezTo>
                <a:cubicBezTo>
                  <a:pt x="261556" y="215932"/>
                  <a:pt x="266510" y="224409"/>
                  <a:pt x="270796" y="233363"/>
                </a:cubicBezTo>
                <a:cubicBezTo>
                  <a:pt x="287369" y="214789"/>
                  <a:pt x="311468" y="202978"/>
                  <a:pt x="338233" y="202978"/>
                </a:cubicBezTo>
                <a:cubicBezTo>
                  <a:pt x="388144" y="202978"/>
                  <a:pt x="428720" y="243554"/>
                  <a:pt x="428720" y="293465"/>
                </a:cubicBezTo>
                <a:lnTo>
                  <a:pt x="428720" y="314135"/>
                </a:lnTo>
                <a:lnTo>
                  <a:pt x="285655" y="314135"/>
                </a:lnTo>
                <a:lnTo>
                  <a:pt x="285655" y="342710"/>
                </a:lnTo>
                <a:lnTo>
                  <a:pt x="457200" y="342710"/>
                </a:lnTo>
                <a:lnTo>
                  <a:pt x="457200" y="293465"/>
                </a:lnTo>
                <a:cubicBezTo>
                  <a:pt x="457200" y="246126"/>
                  <a:pt x="429197" y="205169"/>
                  <a:pt x="388906" y="186023"/>
                </a:cubicBezTo>
                <a:close/>
                <a:moveTo>
                  <a:pt x="338138" y="174308"/>
                </a:moveTo>
                <a:cubicBezTo>
                  <a:pt x="306610" y="174308"/>
                  <a:pt x="280988" y="148685"/>
                  <a:pt x="280988" y="117158"/>
                </a:cubicBezTo>
                <a:cubicBezTo>
                  <a:pt x="280988" y="85630"/>
                  <a:pt x="306610" y="60008"/>
                  <a:pt x="338138" y="60008"/>
                </a:cubicBezTo>
                <a:cubicBezTo>
                  <a:pt x="369665" y="60008"/>
                  <a:pt x="395288" y="85630"/>
                  <a:pt x="395288" y="117158"/>
                </a:cubicBezTo>
                <a:cubicBezTo>
                  <a:pt x="395288" y="148685"/>
                  <a:pt x="369665" y="174308"/>
                  <a:pt x="338138" y="174308"/>
                </a:cubicBezTo>
                <a:close/>
                <a:moveTo>
                  <a:pt x="257080" y="299942"/>
                </a:moveTo>
                <a:lnTo>
                  <a:pt x="257080" y="342805"/>
                </a:lnTo>
                <a:lnTo>
                  <a:pt x="0" y="342805"/>
                </a:lnTo>
                <a:lnTo>
                  <a:pt x="0" y="299942"/>
                </a:lnTo>
                <a:cubicBezTo>
                  <a:pt x="0" y="228981"/>
                  <a:pt x="57531" y="171355"/>
                  <a:pt x="128588" y="171355"/>
                </a:cubicBezTo>
                <a:cubicBezTo>
                  <a:pt x="199644" y="171355"/>
                  <a:pt x="257080" y="228981"/>
                  <a:pt x="257080" y="299942"/>
                </a:cubicBezTo>
                <a:close/>
                <a:moveTo>
                  <a:pt x="214217" y="85725"/>
                </a:moveTo>
                <a:cubicBezTo>
                  <a:pt x="214217" y="38386"/>
                  <a:pt x="175831" y="0"/>
                  <a:pt x="128492" y="0"/>
                </a:cubicBezTo>
                <a:cubicBezTo>
                  <a:pt x="81153" y="0"/>
                  <a:pt x="42767" y="38386"/>
                  <a:pt x="42767" y="85725"/>
                </a:cubicBezTo>
                <a:cubicBezTo>
                  <a:pt x="42767" y="133064"/>
                  <a:pt x="81153" y="171450"/>
                  <a:pt x="128492" y="171450"/>
                </a:cubicBezTo>
                <a:cubicBezTo>
                  <a:pt x="175831" y="171355"/>
                  <a:pt x="214217" y="133064"/>
                  <a:pt x="214217" y="85725"/>
                </a:cubicBezTo>
                <a:close/>
              </a:path>
            </a:pathLst>
          </a:custGeom>
          <a:solidFill>
            <a:schemeClr val="bg1"/>
          </a:solidFill>
          <a:ln w="9525" cap="flat">
            <a:noFill/>
            <a:prstDash val="solid"/>
            <a:miter/>
          </a:ln>
        </p:spPr>
        <p:txBody>
          <a:bodyPr rtlCol="0" anchor="ctr"/>
          <a:lstStyle/>
          <a:p>
            <a:endParaRPr lang="en-US"/>
          </a:p>
        </p:txBody>
      </p:sp>
      <p:sp>
        <p:nvSpPr>
          <p:cNvPr id="81" name="Grafik 45">
            <a:extLst>
              <a:ext uri="{FF2B5EF4-FFF2-40B4-BE49-F238E27FC236}">
                <a16:creationId xmlns:a16="http://schemas.microsoft.com/office/drawing/2014/main" id="{6A109051-21D1-4477-99A7-B76FB0F9D9D6}"/>
              </a:ext>
            </a:extLst>
          </p:cNvPr>
          <p:cNvSpPr/>
          <p:nvPr/>
        </p:nvSpPr>
        <p:spPr bwMode="gray">
          <a:xfrm>
            <a:off x="9258108" y="2848543"/>
            <a:ext cx="485775" cy="485775"/>
          </a:xfrm>
          <a:custGeom>
            <a:avLst/>
            <a:gdLst>
              <a:gd name="connsiteX0" fmla="*/ 276225 w 485775"/>
              <a:gd name="connsiteY0" fmla="*/ 149447 h 485775"/>
              <a:gd name="connsiteX1" fmla="*/ 242888 w 485775"/>
              <a:gd name="connsiteY1" fmla="*/ 182785 h 485775"/>
              <a:gd name="connsiteX2" fmla="*/ 209550 w 485775"/>
              <a:gd name="connsiteY2" fmla="*/ 149447 h 485775"/>
              <a:gd name="connsiteX3" fmla="*/ 242888 w 485775"/>
              <a:gd name="connsiteY3" fmla="*/ 116110 h 485775"/>
              <a:gd name="connsiteX4" fmla="*/ 276225 w 485775"/>
              <a:gd name="connsiteY4" fmla="*/ 149447 h 485775"/>
              <a:gd name="connsiteX5" fmla="*/ 242888 w 485775"/>
              <a:gd name="connsiteY5" fmla="*/ 204406 h 485775"/>
              <a:gd name="connsiteX6" fmla="*/ 214313 w 485775"/>
              <a:gd name="connsiteY6" fmla="*/ 232981 h 485775"/>
              <a:gd name="connsiteX7" fmla="*/ 214313 w 485775"/>
              <a:gd name="connsiteY7" fmla="*/ 369570 h 485775"/>
              <a:gd name="connsiteX8" fmla="*/ 242888 w 485775"/>
              <a:gd name="connsiteY8" fmla="*/ 398145 h 485775"/>
              <a:gd name="connsiteX9" fmla="*/ 271463 w 485775"/>
              <a:gd name="connsiteY9" fmla="*/ 369570 h 485775"/>
              <a:gd name="connsiteX10" fmla="*/ 271463 w 485775"/>
              <a:gd name="connsiteY10" fmla="*/ 232981 h 485775"/>
              <a:gd name="connsiteX11" fmla="*/ 242888 w 485775"/>
              <a:gd name="connsiteY11" fmla="*/ 204406 h 485775"/>
              <a:gd name="connsiteX12" fmla="*/ 485775 w 485775"/>
              <a:gd name="connsiteY12" fmla="*/ 242888 h 485775"/>
              <a:gd name="connsiteX13" fmla="*/ 242888 w 485775"/>
              <a:gd name="connsiteY13" fmla="*/ 485775 h 485775"/>
              <a:gd name="connsiteX14" fmla="*/ 0 w 485775"/>
              <a:gd name="connsiteY14" fmla="*/ 242888 h 485775"/>
              <a:gd name="connsiteX15" fmla="*/ 242888 w 485775"/>
              <a:gd name="connsiteY15" fmla="*/ 0 h 485775"/>
              <a:gd name="connsiteX16" fmla="*/ 485775 w 485775"/>
              <a:gd name="connsiteY16" fmla="*/ 242888 h 485775"/>
              <a:gd name="connsiteX17" fmla="*/ 457200 w 485775"/>
              <a:gd name="connsiteY17" fmla="*/ 242888 h 485775"/>
              <a:gd name="connsiteX18" fmla="*/ 242888 w 485775"/>
              <a:gd name="connsiteY18" fmla="*/ 28575 h 485775"/>
              <a:gd name="connsiteX19" fmla="*/ 28575 w 485775"/>
              <a:gd name="connsiteY19" fmla="*/ 242888 h 485775"/>
              <a:gd name="connsiteX20" fmla="*/ 242888 w 485775"/>
              <a:gd name="connsiteY20" fmla="*/ 457200 h 485775"/>
              <a:gd name="connsiteX21" fmla="*/ 457200 w 485775"/>
              <a:gd name="connsiteY21" fmla="*/ 242888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5775" h="485775">
                <a:moveTo>
                  <a:pt x="276225" y="149447"/>
                </a:moveTo>
                <a:cubicBezTo>
                  <a:pt x="276225" y="167831"/>
                  <a:pt x="261271" y="182785"/>
                  <a:pt x="242888" y="182785"/>
                </a:cubicBezTo>
                <a:cubicBezTo>
                  <a:pt x="224504" y="182785"/>
                  <a:pt x="209550" y="167831"/>
                  <a:pt x="209550" y="149447"/>
                </a:cubicBezTo>
                <a:cubicBezTo>
                  <a:pt x="209550" y="131064"/>
                  <a:pt x="224504" y="116110"/>
                  <a:pt x="242888" y="116110"/>
                </a:cubicBezTo>
                <a:cubicBezTo>
                  <a:pt x="261271" y="116110"/>
                  <a:pt x="276225" y="131064"/>
                  <a:pt x="276225" y="149447"/>
                </a:cubicBezTo>
                <a:close/>
                <a:moveTo>
                  <a:pt x="242888" y="204406"/>
                </a:moveTo>
                <a:cubicBezTo>
                  <a:pt x="227076" y="204406"/>
                  <a:pt x="214313" y="217170"/>
                  <a:pt x="214313" y="232981"/>
                </a:cubicBezTo>
                <a:lnTo>
                  <a:pt x="214313" y="369570"/>
                </a:lnTo>
                <a:cubicBezTo>
                  <a:pt x="214313" y="385382"/>
                  <a:pt x="227076" y="398145"/>
                  <a:pt x="242888" y="398145"/>
                </a:cubicBezTo>
                <a:cubicBezTo>
                  <a:pt x="258699" y="398145"/>
                  <a:pt x="271463" y="385382"/>
                  <a:pt x="271463" y="369570"/>
                </a:cubicBezTo>
                <a:lnTo>
                  <a:pt x="271463" y="232981"/>
                </a:lnTo>
                <a:cubicBezTo>
                  <a:pt x="271463" y="217265"/>
                  <a:pt x="258699" y="204406"/>
                  <a:pt x="242888" y="204406"/>
                </a:cubicBezTo>
                <a:close/>
                <a:moveTo>
                  <a:pt x="485775" y="242888"/>
                </a:moveTo>
                <a:cubicBezTo>
                  <a:pt x="485775" y="376809"/>
                  <a:pt x="376809" y="485775"/>
                  <a:pt x="242888" y="485775"/>
                </a:cubicBezTo>
                <a:cubicBezTo>
                  <a:pt x="108966" y="485775"/>
                  <a:pt x="0" y="376809"/>
                  <a:pt x="0" y="242888"/>
                </a:cubicBezTo>
                <a:cubicBezTo>
                  <a:pt x="0" y="108966"/>
                  <a:pt x="108966" y="0"/>
                  <a:pt x="242888" y="0"/>
                </a:cubicBezTo>
                <a:cubicBezTo>
                  <a:pt x="376809" y="0"/>
                  <a:pt x="485775" y="108966"/>
                  <a:pt x="485775" y="242888"/>
                </a:cubicBezTo>
                <a:close/>
                <a:moveTo>
                  <a:pt x="457200" y="242888"/>
                </a:moveTo>
                <a:cubicBezTo>
                  <a:pt x="457200" y="124682"/>
                  <a:pt x="361093" y="28575"/>
                  <a:pt x="242888" y="28575"/>
                </a:cubicBezTo>
                <a:cubicBezTo>
                  <a:pt x="124682" y="28575"/>
                  <a:pt x="28575" y="124682"/>
                  <a:pt x="28575" y="242888"/>
                </a:cubicBezTo>
                <a:cubicBezTo>
                  <a:pt x="28575" y="361093"/>
                  <a:pt x="124682" y="457200"/>
                  <a:pt x="242888" y="457200"/>
                </a:cubicBezTo>
                <a:cubicBezTo>
                  <a:pt x="361093" y="457200"/>
                  <a:pt x="457200" y="361093"/>
                  <a:pt x="457200" y="242888"/>
                </a:cubicBezTo>
                <a:close/>
              </a:path>
            </a:pathLst>
          </a:custGeom>
          <a:solidFill>
            <a:schemeClr val="bg1"/>
          </a:solidFill>
          <a:ln w="9525" cap="flat">
            <a:noFill/>
            <a:prstDash val="solid"/>
            <a:miter/>
          </a:ln>
        </p:spPr>
        <p:txBody>
          <a:bodyPr rtlCol="0" anchor="ctr"/>
          <a:lstStyle/>
          <a:p>
            <a:endParaRPr lang="en-US"/>
          </a:p>
        </p:txBody>
      </p:sp>
      <p:sp>
        <p:nvSpPr>
          <p:cNvPr id="83" name="Grafik 51">
            <a:extLst>
              <a:ext uri="{FF2B5EF4-FFF2-40B4-BE49-F238E27FC236}">
                <a16:creationId xmlns:a16="http://schemas.microsoft.com/office/drawing/2014/main" id="{7FA5E62A-CF21-4D40-892F-BDA19CA729E2}"/>
              </a:ext>
            </a:extLst>
          </p:cNvPr>
          <p:cNvSpPr/>
          <p:nvPr/>
        </p:nvSpPr>
        <p:spPr bwMode="gray">
          <a:xfrm>
            <a:off x="8331427" y="2893048"/>
            <a:ext cx="485775" cy="428625"/>
          </a:xfrm>
          <a:custGeom>
            <a:avLst/>
            <a:gdLst>
              <a:gd name="connsiteX0" fmla="*/ 471488 w 485775"/>
              <a:gd name="connsiteY0" fmla="*/ 57055 h 428625"/>
              <a:gd name="connsiteX1" fmla="*/ 428625 w 485775"/>
              <a:gd name="connsiteY1" fmla="*/ 57055 h 428625"/>
              <a:gd name="connsiteX2" fmla="*/ 428625 w 485775"/>
              <a:gd name="connsiteY2" fmla="*/ 23813 h 428625"/>
              <a:gd name="connsiteX3" fmla="*/ 404813 w 485775"/>
              <a:gd name="connsiteY3" fmla="*/ 0 h 428625"/>
              <a:gd name="connsiteX4" fmla="*/ 23813 w 485775"/>
              <a:gd name="connsiteY4" fmla="*/ 0 h 428625"/>
              <a:gd name="connsiteX5" fmla="*/ 0 w 485775"/>
              <a:gd name="connsiteY5" fmla="*/ 23813 h 428625"/>
              <a:gd name="connsiteX6" fmla="*/ 0 w 485775"/>
              <a:gd name="connsiteY6" fmla="*/ 290322 h 428625"/>
              <a:gd name="connsiteX7" fmla="*/ 23813 w 485775"/>
              <a:gd name="connsiteY7" fmla="*/ 314135 h 428625"/>
              <a:gd name="connsiteX8" fmla="*/ 114300 w 485775"/>
              <a:gd name="connsiteY8" fmla="*/ 314135 h 428625"/>
              <a:gd name="connsiteX9" fmla="*/ 114395 w 485775"/>
              <a:gd name="connsiteY9" fmla="*/ 413957 h 428625"/>
              <a:gd name="connsiteX10" fmla="*/ 123253 w 485775"/>
              <a:gd name="connsiteY10" fmla="*/ 427101 h 428625"/>
              <a:gd name="connsiteX11" fmla="*/ 128683 w 485775"/>
              <a:gd name="connsiteY11" fmla="*/ 428149 h 428625"/>
              <a:gd name="connsiteX12" fmla="*/ 138779 w 485775"/>
              <a:gd name="connsiteY12" fmla="*/ 423958 h 428625"/>
              <a:gd name="connsiteX13" fmla="*/ 248888 w 485775"/>
              <a:gd name="connsiteY13" fmla="*/ 314039 h 428625"/>
              <a:gd name="connsiteX14" fmla="*/ 404813 w 485775"/>
              <a:gd name="connsiteY14" fmla="*/ 314039 h 428625"/>
              <a:gd name="connsiteX15" fmla="*/ 428625 w 485775"/>
              <a:gd name="connsiteY15" fmla="*/ 290227 h 428625"/>
              <a:gd name="connsiteX16" fmla="*/ 428625 w 485775"/>
              <a:gd name="connsiteY16" fmla="*/ 85630 h 428625"/>
              <a:gd name="connsiteX17" fmla="*/ 457200 w 485775"/>
              <a:gd name="connsiteY17" fmla="*/ 85630 h 428625"/>
              <a:gd name="connsiteX18" fmla="*/ 457200 w 485775"/>
              <a:gd name="connsiteY18" fmla="*/ 342900 h 428625"/>
              <a:gd name="connsiteX19" fmla="*/ 300038 w 485775"/>
              <a:gd name="connsiteY19" fmla="*/ 342710 h 428625"/>
              <a:gd name="connsiteX20" fmla="*/ 289941 w 485775"/>
              <a:gd name="connsiteY20" fmla="*/ 346900 h 428625"/>
              <a:gd name="connsiteX21" fmla="*/ 285750 w 485775"/>
              <a:gd name="connsiteY21" fmla="*/ 357092 h 428625"/>
              <a:gd name="connsiteX22" fmla="*/ 285750 w 485775"/>
              <a:gd name="connsiteY22" fmla="*/ 379857 h 428625"/>
              <a:gd name="connsiteX23" fmla="*/ 252984 w 485775"/>
              <a:gd name="connsiteY23" fmla="*/ 347091 h 428625"/>
              <a:gd name="connsiteX24" fmla="*/ 232791 w 485775"/>
              <a:gd name="connsiteY24" fmla="*/ 347091 h 428625"/>
              <a:gd name="connsiteX25" fmla="*/ 232791 w 485775"/>
              <a:gd name="connsiteY25" fmla="*/ 367284 h 428625"/>
              <a:gd name="connsiteX26" fmla="*/ 289941 w 485775"/>
              <a:gd name="connsiteY26" fmla="*/ 424339 h 428625"/>
              <a:gd name="connsiteX27" fmla="*/ 289941 w 485775"/>
              <a:gd name="connsiteY27" fmla="*/ 424339 h 428625"/>
              <a:gd name="connsiteX28" fmla="*/ 289941 w 485775"/>
              <a:gd name="connsiteY28" fmla="*/ 424339 h 428625"/>
              <a:gd name="connsiteX29" fmla="*/ 289941 w 485775"/>
              <a:gd name="connsiteY29" fmla="*/ 424339 h 428625"/>
              <a:gd name="connsiteX30" fmla="*/ 294608 w 485775"/>
              <a:gd name="connsiteY30" fmla="*/ 427482 h 428625"/>
              <a:gd name="connsiteX31" fmla="*/ 294799 w 485775"/>
              <a:gd name="connsiteY31" fmla="*/ 427577 h 428625"/>
              <a:gd name="connsiteX32" fmla="*/ 300038 w 485775"/>
              <a:gd name="connsiteY32" fmla="*/ 428625 h 428625"/>
              <a:gd name="connsiteX33" fmla="*/ 305276 w 485775"/>
              <a:gd name="connsiteY33" fmla="*/ 427577 h 428625"/>
              <a:gd name="connsiteX34" fmla="*/ 305467 w 485775"/>
              <a:gd name="connsiteY34" fmla="*/ 427482 h 428625"/>
              <a:gd name="connsiteX35" fmla="*/ 313277 w 485775"/>
              <a:gd name="connsiteY35" fmla="*/ 419672 h 428625"/>
              <a:gd name="connsiteX36" fmla="*/ 313373 w 485775"/>
              <a:gd name="connsiteY36" fmla="*/ 419481 h 428625"/>
              <a:gd name="connsiteX37" fmla="*/ 314420 w 485775"/>
              <a:gd name="connsiteY37" fmla="*/ 414338 h 428625"/>
              <a:gd name="connsiteX38" fmla="*/ 314420 w 485775"/>
              <a:gd name="connsiteY38" fmla="*/ 371380 h 428625"/>
              <a:gd name="connsiteX39" fmla="*/ 461963 w 485775"/>
              <a:gd name="connsiteY39" fmla="*/ 371475 h 428625"/>
              <a:gd name="connsiteX40" fmla="*/ 485775 w 485775"/>
              <a:gd name="connsiteY40" fmla="*/ 347663 h 428625"/>
              <a:gd name="connsiteX41" fmla="*/ 485775 w 485775"/>
              <a:gd name="connsiteY41" fmla="*/ 71342 h 428625"/>
              <a:gd name="connsiteX42" fmla="*/ 471488 w 485775"/>
              <a:gd name="connsiteY42" fmla="*/ 57055 h 428625"/>
              <a:gd name="connsiteX43" fmla="*/ 242888 w 485775"/>
              <a:gd name="connsiteY43" fmla="*/ 285560 h 428625"/>
              <a:gd name="connsiteX44" fmla="*/ 232791 w 485775"/>
              <a:gd name="connsiteY44" fmla="*/ 289751 h 428625"/>
              <a:gd name="connsiteX45" fmla="*/ 142875 w 485775"/>
              <a:gd name="connsiteY45" fmla="*/ 379571 h 428625"/>
              <a:gd name="connsiteX46" fmla="*/ 142875 w 485775"/>
              <a:gd name="connsiteY46" fmla="*/ 299847 h 428625"/>
              <a:gd name="connsiteX47" fmla="*/ 128588 w 485775"/>
              <a:gd name="connsiteY47" fmla="*/ 285560 h 428625"/>
              <a:gd name="connsiteX48" fmla="*/ 28575 w 485775"/>
              <a:gd name="connsiteY48" fmla="*/ 285560 h 428625"/>
              <a:gd name="connsiteX49" fmla="*/ 28575 w 485775"/>
              <a:gd name="connsiteY49" fmla="*/ 28575 h 428625"/>
              <a:gd name="connsiteX50" fmla="*/ 400050 w 485775"/>
              <a:gd name="connsiteY50" fmla="*/ 28575 h 428625"/>
              <a:gd name="connsiteX51" fmla="*/ 400050 w 485775"/>
              <a:gd name="connsiteY51" fmla="*/ 69723 h 428625"/>
              <a:gd name="connsiteX52" fmla="*/ 399860 w 485775"/>
              <a:gd name="connsiteY52" fmla="*/ 71342 h 428625"/>
              <a:gd name="connsiteX53" fmla="*/ 400050 w 485775"/>
              <a:gd name="connsiteY53" fmla="*/ 72962 h 428625"/>
              <a:gd name="connsiteX54" fmla="*/ 400050 w 485775"/>
              <a:gd name="connsiteY54" fmla="*/ 285560 h 428625"/>
              <a:gd name="connsiteX55" fmla="*/ 242888 w 485775"/>
              <a:gd name="connsiteY55" fmla="*/ 28556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85775" h="428625">
                <a:moveTo>
                  <a:pt x="471488" y="57055"/>
                </a:moveTo>
                <a:lnTo>
                  <a:pt x="428625" y="57055"/>
                </a:lnTo>
                <a:lnTo>
                  <a:pt x="428625" y="23813"/>
                </a:lnTo>
                <a:cubicBezTo>
                  <a:pt x="428625" y="10668"/>
                  <a:pt x="417957" y="0"/>
                  <a:pt x="404813" y="0"/>
                </a:cubicBezTo>
                <a:lnTo>
                  <a:pt x="23813" y="0"/>
                </a:lnTo>
                <a:cubicBezTo>
                  <a:pt x="10668" y="0"/>
                  <a:pt x="0" y="10668"/>
                  <a:pt x="0" y="23813"/>
                </a:cubicBezTo>
                <a:lnTo>
                  <a:pt x="0" y="290322"/>
                </a:lnTo>
                <a:cubicBezTo>
                  <a:pt x="0" y="303467"/>
                  <a:pt x="10668" y="314135"/>
                  <a:pt x="23813" y="314135"/>
                </a:cubicBezTo>
                <a:lnTo>
                  <a:pt x="114300" y="314135"/>
                </a:lnTo>
                <a:lnTo>
                  <a:pt x="114395" y="413957"/>
                </a:lnTo>
                <a:cubicBezTo>
                  <a:pt x="114395" y="419767"/>
                  <a:pt x="117920" y="424910"/>
                  <a:pt x="123253" y="427101"/>
                </a:cubicBezTo>
                <a:cubicBezTo>
                  <a:pt x="125063" y="427863"/>
                  <a:pt x="126873" y="428149"/>
                  <a:pt x="128683" y="428149"/>
                </a:cubicBezTo>
                <a:cubicBezTo>
                  <a:pt x="132398" y="428149"/>
                  <a:pt x="136017" y="426720"/>
                  <a:pt x="138779" y="423958"/>
                </a:cubicBezTo>
                <a:lnTo>
                  <a:pt x="248888" y="314039"/>
                </a:lnTo>
                <a:lnTo>
                  <a:pt x="404813" y="314039"/>
                </a:lnTo>
                <a:cubicBezTo>
                  <a:pt x="417957" y="314039"/>
                  <a:pt x="428625" y="303371"/>
                  <a:pt x="428625" y="290227"/>
                </a:cubicBezTo>
                <a:lnTo>
                  <a:pt x="428625" y="85630"/>
                </a:lnTo>
                <a:lnTo>
                  <a:pt x="457200" y="85630"/>
                </a:lnTo>
                <a:lnTo>
                  <a:pt x="457200" y="342900"/>
                </a:lnTo>
                <a:lnTo>
                  <a:pt x="300038" y="342710"/>
                </a:lnTo>
                <a:cubicBezTo>
                  <a:pt x="295942" y="342710"/>
                  <a:pt x="292608" y="344234"/>
                  <a:pt x="289941" y="346900"/>
                </a:cubicBezTo>
                <a:cubicBezTo>
                  <a:pt x="287274" y="349568"/>
                  <a:pt x="285750" y="353282"/>
                  <a:pt x="285750" y="357092"/>
                </a:cubicBezTo>
                <a:lnTo>
                  <a:pt x="285750" y="379857"/>
                </a:lnTo>
                <a:lnTo>
                  <a:pt x="252984" y="347091"/>
                </a:lnTo>
                <a:cubicBezTo>
                  <a:pt x="247364" y="341471"/>
                  <a:pt x="238316" y="341471"/>
                  <a:pt x="232791" y="347091"/>
                </a:cubicBezTo>
                <a:cubicBezTo>
                  <a:pt x="227171" y="352711"/>
                  <a:pt x="227267" y="361760"/>
                  <a:pt x="232791" y="367284"/>
                </a:cubicBezTo>
                <a:lnTo>
                  <a:pt x="289941" y="424339"/>
                </a:lnTo>
                <a:cubicBezTo>
                  <a:pt x="289941" y="424339"/>
                  <a:pt x="289941" y="424339"/>
                  <a:pt x="289941" y="424339"/>
                </a:cubicBezTo>
                <a:lnTo>
                  <a:pt x="289941" y="424339"/>
                </a:lnTo>
                <a:cubicBezTo>
                  <a:pt x="289941" y="424339"/>
                  <a:pt x="289941" y="424339"/>
                  <a:pt x="289941" y="424339"/>
                </a:cubicBezTo>
                <a:cubicBezTo>
                  <a:pt x="291275" y="425672"/>
                  <a:pt x="292894" y="426720"/>
                  <a:pt x="294608" y="427482"/>
                </a:cubicBezTo>
                <a:cubicBezTo>
                  <a:pt x="294704" y="427482"/>
                  <a:pt x="294704" y="427482"/>
                  <a:pt x="294799" y="427577"/>
                </a:cubicBezTo>
                <a:cubicBezTo>
                  <a:pt x="296418" y="428244"/>
                  <a:pt x="298133" y="428625"/>
                  <a:pt x="300038" y="428625"/>
                </a:cubicBezTo>
                <a:cubicBezTo>
                  <a:pt x="301847" y="428625"/>
                  <a:pt x="303657" y="428244"/>
                  <a:pt x="305276" y="427577"/>
                </a:cubicBezTo>
                <a:cubicBezTo>
                  <a:pt x="305372" y="427577"/>
                  <a:pt x="305467" y="427577"/>
                  <a:pt x="305467" y="427482"/>
                </a:cubicBezTo>
                <a:cubicBezTo>
                  <a:pt x="308991" y="426053"/>
                  <a:pt x="311753" y="423196"/>
                  <a:pt x="313277" y="419672"/>
                </a:cubicBezTo>
                <a:cubicBezTo>
                  <a:pt x="313277" y="419576"/>
                  <a:pt x="313277" y="419481"/>
                  <a:pt x="313373" y="419481"/>
                </a:cubicBezTo>
                <a:cubicBezTo>
                  <a:pt x="314039" y="417862"/>
                  <a:pt x="314420" y="416147"/>
                  <a:pt x="314420" y="414338"/>
                </a:cubicBezTo>
                <a:lnTo>
                  <a:pt x="314420" y="371380"/>
                </a:lnTo>
                <a:lnTo>
                  <a:pt x="461963" y="371475"/>
                </a:lnTo>
                <a:cubicBezTo>
                  <a:pt x="475107" y="371475"/>
                  <a:pt x="485775" y="360807"/>
                  <a:pt x="485775" y="347663"/>
                </a:cubicBezTo>
                <a:lnTo>
                  <a:pt x="485775" y="71342"/>
                </a:lnTo>
                <a:cubicBezTo>
                  <a:pt x="485775" y="63532"/>
                  <a:pt x="479393" y="57055"/>
                  <a:pt x="471488" y="57055"/>
                </a:cubicBezTo>
                <a:close/>
                <a:moveTo>
                  <a:pt x="242888" y="285560"/>
                </a:moveTo>
                <a:cubicBezTo>
                  <a:pt x="239078" y="285560"/>
                  <a:pt x="235458" y="287084"/>
                  <a:pt x="232791" y="289751"/>
                </a:cubicBezTo>
                <a:lnTo>
                  <a:pt x="142875" y="379571"/>
                </a:lnTo>
                <a:lnTo>
                  <a:pt x="142875" y="299847"/>
                </a:lnTo>
                <a:cubicBezTo>
                  <a:pt x="142875" y="291941"/>
                  <a:pt x="136493" y="285560"/>
                  <a:pt x="128588" y="285560"/>
                </a:cubicBezTo>
                <a:lnTo>
                  <a:pt x="28575" y="285560"/>
                </a:lnTo>
                <a:lnTo>
                  <a:pt x="28575" y="28575"/>
                </a:lnTo>
                <a:lnTo>
                  <a:pt x="400050" y="28575"/>
                </a:lnTo>
                <a:lnTo>
                  <a:pt x="400050" y="69723"/>
                </a:lnTo>
                <a:cubicBezTo>
                  <a:pt x="399955" y="70295"/>
                  <a:pt x="399860" y="70771"/>
                  <a:pt x="399860" y="71342"/>
                </a:cubicBezTo>
                <a:cubicBezTo>
                  <a:pt x="399860" y="71914"/>
                  <a:pt x="399955" y="72485"/>
                  <a:pt x="400050" y="72962"/>
                </a:cubicBezTo>
                <a:lnTo>
                  <a:pt x="400050" y="285560"/>
                </a:lnTo>
                <a:lnTo>
                  <a:pt x="242888" y="285560"/>
                </a:lnTo>
                <a:close/>
              </a:path>
            </a:pathLst>
          </a:custGeom>
          <a:solidFill>
            <a:schemeClr val="bg1"/>
          </a:solidFill>
          <a:ln w="9525" cap="flat">
            <a:noFill/>
            <a:prstDash val="solid"/>
            <a:miter/>
          </a:ln>
        </p:spPr>
        <p:txBody>
          <a:bodyPr rtlCol="0" anchor="ctr"/>
          <a:lstStyle/>
          <a:p>
            <a:endParaRPr lang="en-US"/>
          </a:p>
        </p:txBody>
      </p:sp>
      <p:sp>
        <p:nvSpPr>
          <p:cNvPr id="84" name="Grafik 54">
            <a:extLst>
              <a:ext uri="{FF2B5EF4-FFF2-40B4-BE49-F238E27FC236}">
                <a16:creationId xmlns:a16="http://schemas.microsoft.com/office/drawing/2014/main" id="{3A8B0E7C-7DBF-413F-91A0-1C5C9AFA8894}"/>
              </a:ext>
            </a:extLst>
          </p:cNvPr>
          <p:cNvSpPr/>
          <p:nvPr/>
        </p:nvSpPr>
        <p:spPr bwMode="gray">
          <a:xfrm>
            <a:off x="7481085" y="2847972"/>
            <a:ext cx="483305" cy="485679"/>
          </a:xfrm>
          <a:custGeom>
            <a:avLst/>
            <a:gdLst>
              <a:gd name="connsiteX0" fmla="*/ 422529 w 483305"/>
              <a:gd name="connsiteY0" fmla="*/ 87059 h 485679"/>
              <a:gd name="connsiteX1" fmla="*/ 308229 w 483305"/>
              <a:gd name="connsiteY1" fmla="*/ 2762 h 485679"/>
              <a:gd name="connsiteX2" fmla="*/ 299752 w 483305"/>
              <a:gd name="connsiteY2" fmla="*/ 0 h 485679"/>
              <a:gd name="connsiteX3" fmla="*/ 242888 w 483305"/>
              <a:gd name="connsiteY3" fmla="*/ 0 h 485679"/>
              <a:gd name="connsiteX4" fmla="*/ 71533 w 483305"/>
              <a:gd name="connsiteY4" fmla="*/ 0 h 485679"/>
              <a:gd name="connsiteX5" fmla="*/ 14288 w 483305"/>
              <a:gd name="connsiteY5" fmla="*/ 0 h 485679"/>
              <a:gd name="connsiteX6" fmla="*/ 0 w 483305"/>
              <a:gd name="connsiteY6" fmla="*/ 14288 h 485679"/>
              <a:gd name="connsiteX7" fmla="*/ 0 w 483305"/>
              <a:gd name="connsiteY7" fmla="*/ 413385 h 485679"/>
              <a:gd name="connsiteX8" fmla="*/ 14288 w 483305"/>
              <a:gd name="connsiteY8" fmla="*/ 427673 h 485679"/>
              <a:gd name="connsiteX9" fmla="*/ 147733 w 483305"/>
              <a:gd name="connsiteY9" fmla="*/ 427673 h 485679"/>
              <a:gd name="connsiteX10" fmla="*/ 162020 w 483305"/>
              <a:gd name="connsiteY10" fmla="*/ 413385 h 485679"/>
              <a:gd name="connsiteX11" fmla="*/ 147733 w 483305"/>
              <a:gd name="connsiteY11" fmla="*/ 399098 h 485679"/>
              <a:gd name="connsiteX12" fmla="*/ 28575 w 483305"/>
              <a:gd name="connsiteY12" fmla="*/ 399098 h 485679"/>
              <a:gd name="connsiteX13" fmla="*/ 28575 w 483305"/>
              <a:gd name="connsiteY13" fmla="*/ 28575 h 485679"/>
              <a:gd name="connsiteX14" fmla="*/ 57245 w 483305"/>
              <a:gd name="connsiteY14" fmla="*/ 28575 h 485679"/>
              <a:gd name="connsiteX15" fmla="*/ 57245 w 483305"/>
              <a:gd name="connsiteY15" fmla="*/ 128492 h 485679"/>
              <a:gd name="connsiteX16" fmla="*/ 71533 w 483305"/>
              <a:gd name="connsiteY16" fmla="*/ 142780 h 485679"/>
              <a:gd name="connsiteX17" fmla="*/ 242888 w 483305"/>
              <a:gd name="connsiteY17" fmla="*/ 142780 h 485679"/>
              <a:gd name="connsiteX18" fmla="*/ 257175 w 483305"/>
              <a:gd name="connsiteY18" fmla="*/ 128492 h 485679"/>
              <a:gd name="connsiteX19" fmla="*/ 257175 w 483305"/>
              <a:gd name="connsiteY19" fmla="*/ 28575 h 485679"/>
              <a:gd name="connsiteX20" fmla="*/ 294989 w 483305"/>
              <a:gd name="connsiteY20" fmla="*/ 28575 h 485679"/>
              <a:gd name="connsiteX21" fmla="*/ 399764 w 483305"/>
              <a:gd name="connsiteY21" fmla="*/ 105823 h 485679"/>
              <a:gd name="connsiteX22" fmla="*/ 399764 w 483305"/>
              <a:gd name="connsiteY22" fmla="*/ 180404 h 485679"/>
              <a:gd name="connsiteX23" fmla="*/ 414052 w 483305"/>
              <a:gd name="connsiteY23" fmla="*/ 194691 h 485679"/>
              <a:gd name="connsiteX24" fmla="*/ 428339 w 483305"/>
              <a:gd name="connsiteY24" fmla="*/ 180404 h 485679"/>
              <a:gd name="connsiteX25" fmla="*/ 428339 w 483305"/>
              <a:gd name="connsiteY25" fmla="*/ 98679 h 485679"/>
              <a:gd name="connsiteX26" fmla="*/ 422529 w 483305"/>
              <a:gd name="connsiteY26" fmla="*/ 87059 h 485679"/>
              <a:gd name="connsiteX27" fmla="*/ 228600 w 483305"/>
              <a:gd name="connsiteY27" fmla="*/ 114205 h 485679"/>
              <a:gd name="connsiteX28" fmla="*/ 85820 w 483305"/>
              <a:gd name="connsiteY28" fmla="*/ 114205 h 485679"/>
              <a:gd name="connsiteX29" fmla="*/ 85820 w 483305"/>
              <a:gd name="connsiteY29" fmla="*/ 28575 h 485679"/>
              <a:gd name="connsiteX30" fmla="*/ 228600 w 483305"/>
              <a:gd name="connsiteY30" fmla="*/ 28575 h 485679"/>
              <a:gd name="connsiteX31" fmla="*/ 228600 w 483305"/>
              <a:gd name="connsiteY31" fmla="*/ 114205 h 485679"/>
              <a:gd name="connsiteX32" fmla="*/ 356045 w 483305"/>
              <a:gd name="connsiteY32" fmla="*/ 485680 h 485679"/>
              <a:gd name="connsiteX33" fmla="*/ 296704 w 483305"/>
              <a:gd name="connsiteY33" fmla="*/ 485680 h 485679"/>
              <a:gd name="connsiteX34" fmla="*/ 276416 w 483305"/>
              <a:gd name="connsiteY34" fmla="*/ 465392 h 485679"/>
              <a:gd name="connsiteX35" fmla="*/ 276416 w 483305"/>
              <a:gd name="connsiteY35" fmla="*/ 454914 h 485679"/>
              <a:gd name="connsiteX36" fmla="*/ 235268 w 483305"/>
              <a:gd name="connsiteY36" fmla="*/ 429197 h 485679"/>
              <a:gd name="connsiteX37" fmla="*/ 226028 w 483305"/>
              <a:gd name="connsiteY37" fmla="*/ 433769 h 485679"/>
              <a:gd name="connsiteX38" fmla="*/ 198882 w 483305"/>
              <a:gd name="connsiteY38" fmla="*/ 424625 h 485679"/>
              <a:gd name="connsiteX39" fmla="*/ 172688 w 483305"/>
              <a:gd name="connsiteY39" fmla="*/ 371475 h 485679"/>
              <a:gd name="connsiteX40" fmla="*/ 181832 w 483305"/>
              <a:gd name="connsiteY40" fmla="*/ 344329 h 485679"/>
              <a:gd name="connsiteX41" fmla="*/ 190976 w 483305"/>
              <a:gd name="connsiteY41" fmla="*/ 339757 h 485679"/>
              <a:gd name="connsiteX42" fmla="*/ 190405 w 483305"/>
              <a:gd name="connsiteY42" fmla="*/ 328136 h 485679"/>
              <a:gd name="connsiteX43" fmla="*/ 190976 w 483305"/>
              <a:gd name="connsiteY43" fmla="*/ 316516 h 485679"/>
              <a:gd name="connsiteX44" fmla="*/ 181832 w 483305"/>
              <a:gd name="connsiteY44" fmla="*/ 311944 h 485679"/>
              <a:gd name="connsiteX45" fmla="*/ 172688 w 483305"/>
              <a:gd name="connsiteY45" fmla="*/ 284798 h 485679"/>
              <a:gd name="connsiteX46" fmla="*/ 199073 w 483305"/>
              <a:gd name="connsiteY46" fmla="*/ 231648 h 485679"/>
              <a:gd name="connsiteX47" fmla="*/ 226219 w 483305"/>
              <a:gd name="connsiteY47" fmla="*/ 222504 h 485679"/>
              <a:gd name="connsiteX48" fmla="*/ 235458 w 483305"/>
              <a:gd name="connsiteY48" fmla="*/ 227076 h 485679"/>
              <a:gd name="connsiteX49" fmla="*/ 276606 w 483305"/>
              <a:gd name="connsiteY49" fmla="*/ 201359 h 485679"/>
              <a:gd name="connsiteX50" fmla="*/ 276606 w 483305"/>
              <a:gd name="connsiteY50" fmla="*/ 191167 h 485679"/>
              <a:gd name="connsiteX51" fmla="*/ 296894 w 483305"/>
              <a:gd name="connsiteY51" fmla="*/ 170879 h 485679"/>
              <a:gd name="connsiteX52" fmla="*/ 356235 w 483305"/>
              <a:gd name="connsiteY52" fmla="*/ 170879 h 485679"/>
              <a:gd name="connsiteX53" fmla="*/ 376523 w 483305"/>
              <a:gd name="connsiteY53" fmla="*/ 191167 h 485679"/>
              <a:gd name="connsiteX54" fmla="*/ 376523 w 483305"/>
              <a:gd name="connsiteY54" fmla="*/ 201073 h 485679"/>
              <a:gd name="connsiteX55" fmla="*/ 418433 w 483305"/>
              <a:gd name="connsiteY55" fmla="*/ 227076 h 485679"/>
              <a:gd name="connsiteX56" fmla="*/ 427673 w 483305"/>
              <a:gd name="connsiteY56" fmla="*/ 222504 h 485679"/>
              <a:gd name="connsiteX57" fmla="*/ 443198 w 483305"/>
              <a:gd name="connsiteY57" fmla="*/ 221456 h 485679"/>
              <a:gd name="connsiteX58" fmla="*/ 454819 w 483305"/>
              <a:gd name="connsiteY58" fmla="*/ 231648 h 485679"/>
              <a:gd name="connsiteX59" fmla="*/ 481203 w 483305"/>
              <a:gd name="connsiteY59" fmla="*/ 284798 h 485679"/>
              <a:gd name="connsiteX60" fmla="*/ 472059 w 483305"/>
              <a:gd name="connsiteY60" fmla="*/ 311944 h 485679"/>
              <a:gd name="connsiteX61" fmla="*/ 462915 w 483305"/>
              <a:gd name="connsiteY61" fmla="*/ 316516 h 485679"/>
              <a:gd name="connsiteX62" fmla="*/ 463487 w 483305"/>
              <a:gd name="connsiteY62" fmla="*/ 328136 h 485679"/>
              <a:gd name="connsiteX63" fmla="*/ 462915 w 483305"/>
              <a:gd name="connsiteY63" fmla="*/ 339757 h 485679"/>
              <a:gd name="connsiteX64" fmla="*/ 472059 w 483305"/>
              <a:gd name="connsiteY64" fmla="*/ 344329 h 485679"/>
              <a:gd name="connsiteX65" fmla="*/ 481203 w 483305"/>
              <a:gd name="connsiteY65" fmla="*/ 371475 h 485679"/>
              <a:gd name="connsiteX66" fmla="*/ 454819 w 483305"/>
              <a:gd name="connsiteY66" fmla="*/ 424625 h 485679"/>
              <a:gd name="connsiteX67" fmla="*/ 443198 w 483305"/>
              <a:gd name="connsiteY67" fmla="*/ 434816 h 485679"/>
              <a:gd name="connsiteX68" fmla="*/ 427673 w 483305"/>
              <a:gd name="connsiteY68" fmla="*/ 433769 h 485679"/>
              <a:gd name="connsiteX69" fmla="*/ 418433 w 483305"/>
              <a:gd name="connsiteY69" fmla="*/ 429197 h 485679"/>
              <a:gd name="connsiteX70" fmla="*/ 376523 w 483305"/>
              <a:gd name="connsiteY70" fmla="*/ 455200 h 485679"/>
              <a:gd name="connsiteX71" fmla="*/ 376523 w 483305"/>
              <a:gd name="connsiteY71" fmla="*/ 465392 h 485679"/>
              <a:gd name="connsiteX72" fmla="*/ 356045 w 483305"/>
              <a:gd name="connsiteY72" fmla="*/ 485680 h 485679"/>
              <a:gd name="connsiteX73" fmla="*/ 305086 w 483305"/>
              <a:gd name="connsiteY73" fmla="*/ 457105 h 485679"/>
              <a:gd name="connsiteX74" fmla="*/ 347758 w 483305"/>
              <a:gd name="connsiteY74" fmla="*/ 457105 h 485679"/>
              <a:gd name="connsiteX75" fmla="*/ 347758 w 483305"/>
              <a:gd name="connsiteY75" fmla="*/ 449390 h 485679"/>
              <a:gd name="connsiteX76" fmla="*/ 361474 w 483305"/>
              <a:gd name="connsiteY76" fmla="*/ 430244 h 485679"/>
              <a:gd name="connsiteX77" fmla="*/ 402431 w 483305"/>
              <a:gd name="connsiteY77" fmla="*/ 404813 h 485679"/>
              <a:gd name="connsiteX78" fmla="*/ 425672 w 483305"/>
              <a:gd name="connsiteY78" fmla="*/ 401003 h 485679"/>
              <a:gd name="connsiteX79" fmla="*/ 432625 w 483305"/>
              <a:gd name="connsiteY79" fmla="*/ 404432 h 485679"/>
              <a:gd name="connsiteX80" fmla="*/ 451580 w 483305"/>
              <a:gd name="connsiteY80" fmla="*/ 366236 h 485679"/>
              <a:gd name="connsiteX81" fmla="*/ 444627 w 483305"/>
              <a:gd name="connsiteY81" fmla="*/ 362807 h 485679"/>
              <a:gd name="connsiteX82" fmla="*/ 433578 w 483305"/>
              <a:gd name="connsiteY82" fmla="*/ 341852 h 485679"/>
              <a:gd name="connsiteX83" fmla="*/ 434531 w 483305"/>
              <a:gd name="connsiteY83" fmla="*/ 328136 h 485679"/>
              <a:gd name="connsiteX84" fmla="*/ 433578 w 483305"/>
              <a:gd name="connsiteY84" fmla="*/ 314420 h 485679"/>
              <a:gd name="connsiteX85" fmla="*/ 444627 w 483305"/>
              <a:gd name="connsiteY85" fmla="*/ 293465 h 485679"/>
              <a:gd name="connsiteX86" fmla="*/ 451580 w 483305"/>
              <a:gd name="connsiteY86" fmla="*/ 290036 h 485679"/>
              <a:gd name="connsiteX87" fmla="*/ 432625 w 483305"/>
              <a:gd name="connsiteY87" fmla="*/ 251841 h 485679"/>
              <a:gd name="connsiteX88" fmla="*/ 425577 w 483305"/>
              <a:gd name="connsiteY88" fmla="*/ 255270 h 485679"/>
              <a:gd name="connsiteX89" fmla="*/ 402336 w 483305"/>
              <a:gd name="connsiteY89" fmla="*/ 251460 h 485679"/>
              <a:gd name="connsiteX90" fmla="*/ 361474 w 483305"/>
              <a:gd name="connsiteY90" fmla="*/ 226124 h 485679"/>
              <a:gd name="connsiteX91" fmla="*/ 347663 w 483305"/>
              <a:gd name="connsiteY91" fmla="*/ 206978 h 485679"/>
              <a:gd name="connsiteX92" fmla="*/ 347663 w 483305"/>
              <a:gd name="connsiteY92" fmla="*/ 199549 h 485679"/>
              <a:gd name="connsiteX93" fmla="*/ 304991 w 483305"/>
              <a:gd name="connsiteY93" fmla="*/ 199549 h 485679"/>
              <a:gd name="connsiteX94" fmla="*/ 304991 w 483305"/>
              <a:gd name="connsiteY94" fmla="*/ 207169 h 485679"/>
              <a:gd name="connsiteX95" fmla="*/ 291370 w 483305"/>
              <a:gd name="connsiteY95" fmla="*/ 226219 h 485679"/>
              <a:gd name="connsiteX96" fmla="*/ 251079 w 483305"/>
              <a:gd name="connsiteY96" fmla="*/ 251460 h 485679"/>
              <a:gd name="connsiteX97" fmla="*/ 227838 w 483305"/>
              <a:gd name="connsiteY97" fmla="*/ 255270 h 485679"/>
              <a:gd name="connsiteX98" fmla="*/ 220885 w 483305"/>
              <a:gd name="connsiteY98" fmla="*/ 251841 h 485679"/>
              <a:gd name="connsiteX99" fmla="*/ 201930 w 483305"/>
              <a:gd name="connsiteY99" fmla="*/ 290036 h 485679"/>
              <a:gd name="connsiteX100" fmla="*/ 208883 w 483305"/>
              <a:gd name="connsiteY100" fmla="*/ 293465 h 485679"/>
              <a:gd name="connsiteX101" fmla="*/ 219932 w 483305"/>
              <a:gd name="connsiteY101" fmla="*/ 314420 h 485679"/>
              <a:gd name="connsiteX102" fmla="*/ 218980 w 483305"/>
              <a:gd name="connsiteY102" fmla="*/ 328136 h 485679"/>
              <a:gd name="connsiteX103" fmla="*/ 219932 w 483305"/>
              <a:gd name="connsiteY103" fmla="*/ 341852 h 485679"/>
              <a:gd name="connsiteX104" fmla="*/ 208883 w 483305"/>
              <a:gd name="connsiteY104" fmla="*/ 362807 h 485679"/>
              <a:gd name="connsiteX105" fmla="*/ 201930 w 483305"/>
              <a:gd name="connsiteY105" fmla="*/ 366236 h 485679"/>
              <a:gd name="connsiteX106" fmla="*/ 220885 w 483305"/>
              <a:gd name="connsiteY106" fmla="*/ 404432 h 485679"/>
              <a:gd name="connsiteX107" fmla="*/ 227933 w 483305"/>
              <a:gd name="connsiteY107" fmla="*/ 401003 h 485679"/>
              <a:gd name="connsiteX108" fmla="*/ 251174 w 483305"/>
              <a:gd name="connsiteY108" fmla="*/ 404813 h 485679"/>
              <a:gd name="connsiteX109" fmla="*/ 291465 w 483305"/>
              <a:gd name="connsiteY109" fmla="*/ 429959 h 485679"/>
              <a:gd name="connsiteX110" fmla="*/ 305086 w 483305"/>
              <a:gd name="connsiteY110" fmla="*/ 449104 h 485679"/>
              <a:gd name="connsiteX111" fmla="*/ 305086 w 483305"/>
              <a:gd name="connsiteY111" fmla="*/ 457105 h 485679"/>
              <a:gd name="connsiteX112" fmla="*/ 413004 w 483305"/>
              <a:gd name="connsiteY112" fmla="*/ 426625 h 485679"/>
              <a:gd name="connsiteX113" fmla="*/ 413004 w 483305"/>
              <a:gd name="connsiteY113" fmla="*/ 426625 h 485679"/>
              <a:gd name="connsiteX114" fmla="*/ 413004 w 483305"/>
              <a:gd name="connsiteY114" fmla="*/ 426625 h 485679"/>
              <a:gd name="connsiteX115" fmla="*/ 429006 w 483305"/>
              <a:gd name="connsiteY115" fmla="*/ 411956 h 485679"/>
              <a:gd name="connsiteX116" fmla="*/ 429006 w 483305"/>
              <a:gd name="connsiteY116" fmla="*/ 411956 h 485679"/>
              <a:gd name="connsiteX117" fmla="*/ 429006 w 483305"/>
              <a:gd name="connsiteY117" fmla="*/ 411956 h 485679"/>
              <a:gd name="connsiteX118" fmla="*/ 459105 w 483305"/>
              <a:gd name="connsiteY118" fmla="*/ 369951 h 485679"/>
              <a:gd name="connsiteX119" fmla="*/ 459105 w 483305"/>
              <a:gd name="connsiteY119" fmla="*/ 369951 h 485679"/>
              <a:gd name="connsiteX120" fmla="*/ 459105 w 483305"/>
              <a:gd name="connsiteY120" fmla="*/ 369951 h 485679"/>
              <a:gd name="connsiteX121" fmla="*/ 196215 w 483305"/>
              <a:gd name="connsiteY121" fmla="*/ 337185 h 485679"/>
              <a:gd name="connsiteX122" fmla="*/ 196215 w 483305"/>
              <a:gd name="connsiteY122" fmla="*/ 337185 h 485679"/>
              <a:gd name="connsiteX123" fmla="*/ 196215 w 483305"/>
              <a:gd name="connsiteY123" fmla="*/ 337185 h 485679"/>
              <a:gd name="connsiteX124" fmla="*/ 457295 w 483305"/>
              <a:gd name="connsiteY124" fmla="*/ 337185 h 485679"/>
              <a:gd name="connsiteX125" fmla="*/ 457295 w 483305"/>
              <a:gd name="connsiteY125" fmla="*/ 337185 h 485679"/>
              <a:gd name="connsiteX126" fmla="*/ 457295 w 483305"/>
              <a:gd name="connsiteY126" fmla="*/ 337185 h 485679"/>
              <a:gd name="connsiteX127" fmla="*/ 196215 w 483305"/>
              <a:gd name="connsiteY127" fmla="*/ 319088 h 485679"/>
              <a:gd name="connsiteX128" fmla="*/ 196215 w 483305"/>
              <a:gd name="connsiteY128" fmla="*/ 319088 h 485679"/>
              <a:gd name="connsiteX129" fmla="*/ 196215 w 483305"/>
              <a:gd name="connsiteY129" fmla="*/ 319088 h 485679"/>
              <a:gd name="connsiteX130" fmla="*/ 457391 w 483305"/>
              <a:gd name="connsiteY130" fmla="*/ 319088 h 485679"/>
              <a:gd name="connsiteX131" fmla="*/ 457391 w 483305"/>
              <a:gd name="connsiteY131" fmla="*/ 319088 h 485679"/>
              <a:gd name="connsiteX132" fmla="*/ 457391 w 483305"/>
              <a:gd name="connsiteY132" fmla="*/ 319088 h 485679"/>
              <a:gd name="connsiteX133" fmla="*/ 429006 w 483305"/>
              <a:gd name="connsiteY133" fmla="*/ 244412 h 485679"/>
              <a:gd name="connsiteX134" fmla="*/ 429006 w 483305"/>
              <a:gd name="connsiteY134" fmla="*/ 244412 h 485679"/>
              <a:gd name="connsiteX135" fmla="*/ 429006 w 483305"/>
              <a:gd name="connsiteY135" fmla="*/ 244412 h 485679"/>
              <a:gd name="connsiteX136" fmla="*/ 413004 w 483305"/>
              <a:gd name="connsiteY136" fmla="*/ 229648 h 485679"/>
              <a:gd name="connsiteX137" fmla="*/ 413004 w 483305"/>
              <a:gd name="connsiteY137" fmla="*/ 229648 h 485679"/>
              <a:gd name="connsiteX138" fmla="*/ 413004 w 483305"/>
              <a:gd name="connsiteY138" fmla="*/ 229648 h 485679"/>
              <a:gd name="connsiteX139" fmla="*/ 326803 w 483305"/>
              <a:gd name="connsiteY139" fmla="*/ 400241 h 485679"/>
              <a:gd name="connsiteX140" fmla="*/ 252889 w 483305"/>
              <a:gd name="connsiteY140" fmla="*/ 326326 h 485679"/>
              <a:gd name="connsiteX141" fmla="*/ 326803 w 483305"/>
              <a:gd name="connsiteY141" fmla="*/ 252413 h 485679"/>
              <a:gd name="connsiteX142" fmla="*/ 400717 w 483305"/>
              <a:gd name="connsiteY142" fmla="*/ 326326 h 485679"/>
              <a:gd name="connsiteX143" fmla="*/ 326803 w 483305"/>
              <a:gd name="connsiteY143" fmla="*/ 400241 h 485679"/>
              <a:gd name="connsiteX144" fmla="*/ 326803 w 483305"/>
              <a:gd name="connsiteY144" fmla="*/ 280988 h 485679"/>
              <a:gd name="connsiteX145" fmla="*/ 281464 w 483305"/>
              <a:gd name="connsiteY145" fmla="*/ 326326 h 485679"/>
              <a:gd name="connsiteX146" fmla="*/ 326803 w 483305"/>
              <a:gd name="connsiteY146" fmla="*/ 371666 h 485679"/>
              <a:gd name="connsiteX147" fmla="*/ 372142 w 483305"/>
              <a:gd name="connsiteY147" fmla="*/ 326326 h 485679"/>
              <a:gd name="connsiteX148" fmla="*/ 326803 w 483305"/>
              <a:gd name="connsiteY148" fmla="*/ 280988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483305" h="485679">
                <a:moveTo>
                  <a:pt x="422529" y="87059"/>
                </a:moveTo>
                <a:lnTo>
                  <a:pt x="308229" y="2762"/>
                </a:lnTo>
                <a:cubicBezTo>
                  <a:pt x="305753" y="953"/>
                  <a:pt x="302800" y="0"/>
                  <a:pt x="299752" y="0"/>
                </a:cubicBezTo>
                <a:lnTo>
                  <a:pt x="242888" y="0"/>
                </a:lnTo>
                <a:lnTo>
                  <a:pt x="71533" y="0"/>
                </a:lnTo>
                <a:lnTo>
                  <a:pt x="14288" y="0"/>
                </a:lnTo>
                <a:cubicBezTo>
                  <a:pt x="6382" y="0"/>
                  <a:pt x="0" y="6382"/>
                  <a:pt x="0" y="14288"/>
                </a:cubicBezTo>
                <a:lnTo>
                  <a:pt x="0" y="413385"/>
                </a:lnTo>
                <a:cubicBezTo>
                  <a:pt x="0" y="421291"/>
                  <a:pt x="6382" y="427673"/>
                  <a:pt x="14288" y="427673"/>
                </a:cubicBezTo>
                <a:lnTo>
                  <a:pt x="147733" y="427673"/>
                </a:lnTo>
                <a:cubicBezTo>
                  <a:pt x="155639" y="427673"/>
                  <a:pt x="162020" y="421291"/>
                  <a:pt x="162020" y="413385"/>
                </a:cubicBezTo>
                <a:cubicBezTo>
                  <a:pt x="162020" y="405479"/>
                  <a:pt x="155639" y="399098"/>
                  <a:pt x="147733" y="399098"/>
                </a:cubicBezTo>
                <a:lnTo>
                  <a:pt x="28575" y="399098"/>
                </a:lnTo>
                <a:lnTo>
                  <a:pt x="28575" y="28575"/>
                </a:lnTo>
                <a:lnTo>
                  <a:pt x="57245" y="28575"/>
                </a:lnTo>
                <a:lnTo>
                  <a:pt x="57245" y="128492"/>
                </a:lnTo>
                <a:cubicBezTo>
                  <a:pt x="57245" y="136398"/>
                  <a:pt x="63627" y="142780"/>
                  <a:pt x="71533" y="142780"/>
                </a:cubicBezTo>
                <a:lnTo>
                  <a:pt x="242888" y="142780"/>
                </a:lnTo>
                <a:cubicBezTo>
                  <a:pt x="250793" y="142780"/>
                  <a:pt x="257175" y="136398"/>
                  <a:pt x="257175" y="128492"/>
                </a:cubicBezTo>
                <a:lnTo>
                  <a:pt x="257175" y="28575"/>
                </a:lnTo>
                <a:lnTo>
                  <a:pt x="294989" y="28575"/>
                </a:lnTo>
                <a:lnTo>
                  <a:pt x="399764" y="105823"/>
                </a:lnTo>
                <a:lnTo>
                  <a:pt x="399764" y="180404"/>
                </a:lnTo>
                <a:cubicBezTo>
                  <a:pt x="399764" y="188309"/>
                  <a:pt x="406146" y="194691"/>
                  <a:pt x="414052" y="194691"/>
                </a:cubicBezTo>
                <a:cubicBezTo>
                  <a:pt x="421958" y="194691"/>
                  <a:pt x="428339" y="188309"/>
                  <a:pt x="428339" y="180404"/>
                </a:cubicBezTo>
                <a:lnTo>
                  <a:pt x="428339" y="98679"/>
                </a:lnTo>
                <a:cubicBezTo>
                  <a:pt x="428339" y="94012"/>
                  <a:pt x="426149" y="89821"/>
                  <a:pt x="422529" y="87059"/>
                </a:cubicBezTo>
                <a:close/>
                <a:moveTo>
                  <a:pt x="228600" y="114205"/>
                </a:moveTo>
                <a:lnTo>
                  <a:pt x="85820" y="114205"/>
                </a:lnTo>
                <a:lnTo>
                  <a:pt x="85820" y="28575"/>
                </a:lnTo>
                <a:lnTo>
                  <a:pt x="228600" y="28575"/>
                </a:lnTo>
                <a:lnTo>
                  <a:pt x="228600" y="114205"/>
                </a:lnTo>
                <a:close/>
                <a:moveTo>
                  <a:pt x="356045" y="485680"/>
                </a:moveTo>
                <a:lnTo>
                  <a:pt x="296704" y="485680"/>
                </a:lnTo>
                <a:cubicBezTo>
                  <a:pt x="285560" y="485680"/>
                  <a:pt x="276416" y="476631"/>
                  <a:pt x="276416" y="465392"/>
                </a:cubicBezTo>
                <a:lnTo>
                  <a:pt x="276416" y="454914"/>
                </a:lnTo>
                <a:cubicBezTo>
                  <a:pt x="261461" y="448913"/>
                  <a:pt x="247364" y="440150"/>
                  <a:pt x="235268" y="429197"/>
                </a:cubicBezTo>
                <a:lnTo>
                  <a:pt x="226028" y="433769"/>
                </a:lnTo>
                <a:cubicBezTo>
                  <a:pt x="216027" y="438722"/>
                  <a:pt x="203835" y="434626"/>
                  <a:pt x="198882" y="424625"/>
                </a:cubicBezTo>
                <a:lnTo>
                  <a:pt x="172688" y="371475"/>
                </a:lnTo>
                <a:cubicBezTo>
                  <a:pt x="167735" y="361474"/>
                  <a:pt x="171831" y="349282"/>
                  <a:pt x="181832" y="344329"/>
                </a:cubicBezTo>
                <a:lnTo>
                  <a:pt x="190976" y="339757"/>
                </a:lnTo>
                <a:cubicBezTo>
                  <a:pt x="190595" y="335756"/>
                  <a:pt x="190405" y="331851"/>
                  <a:pt x="190405" y="328136"/>
                </a:cubicBezTo>
                <a:cubicBezTo>
                  <a:pt x="190405" y="324422"/>
                  <a:pt x="190595" y="320516"/>
                  <a:pt x="190976" y="316516"/>
                </a:cubicBezTo>
                <a:lnTo>
                  <a:pt x="181832" y="311944"/>
                </a:lnTo>
                <a:cubicBezTo>
                  <a:pt x="171831" y="306991"/>
                  <a:pt x="167735" y="294799"/>
                  <a:pt x="172688" y="284798"/>
                </a:cubicBezTo>
                <a:lnTo>
                  <a:pt x="199073" y="231648"/>
                </a:lnTo>
                <a:cubicBezTo>
                  <a:pt x="204026" y="221647"/>
                  <a:pt x="216218" y="217551"/>
                  <a:pt x="226219" y="222504"/>
                </a:cubicBezTo>
                <a:lnTo>
                  <a:pt x="235458" y="227076"/>
                </a:lnTo>
                <a:cubicBezTo>
                  <a:pt x="247555" y="216122"/>
                  <a:pt x="261556" y="207359"/>
                  <a:pt x="276606" y="201359"/>
                </a:cubicBezTo>
                <a:lnTo>
                  <a:pt x="276606" y="191167"/>
                </a:lnTo>
                <a:cubicBezTo>
                  <a:pt x="276606" y="180023"/>
                  <a:pt x="285655" y="170879"/>
                  <a:pt x="296894" y="170879"/>
                </a:cubicBezTo>
                <a:lnTo>
                  <a:pt x="356235" y="170879"/>
                </a:lnTo>
                <a:cubicBezTo>
                  <a:pt x="367379" y="170879"/>
                  <a:pt x="376523" y="179927"/>
                  <a:pt x="376523" y="191167"/>
                </a:cubicBezTo>
                <a:lnTo>
                  <a:pt x="376523" y="201073"/>
                </a:lnTo>
                <a:cubicBezTo>
                  <a:pt x="391763" y="207074"/>
                  <a:pt x="406146" y="215932"/>
                  <a:pt x="418433" y="227076"/>
                </a:cubicBezTo>
                <a:lnTo>
                  <a:pt x="427673" y="222504"/>
                </a:lnTo>
                <a:cubicBezTo>
                  <a:pt x="432530" y="220123"/>
                  <a:pt x="438055" y="219742"/>
                  <a:pt x="443198" y="221456"/>
                </a:cubicBezTo>
                <a:cubicBezTo>
                  <a:pt x="448342" y="223171"/>
                  <a:pt x="452438" y="226790"/>
                  <a:pt x="454819" y="231648"/>
                </a:cubicBezTo>
                <a:lnTo>
                  <a:pt x="481203" y="284798"/>
                </a:lnTo>
                <a:cubicBezTo>
                  <a:pt x="486156" y="294799"/>
                  <a:pt x="482060" y="306991"/>
                  <a:pt x="472059" y="311944"/>
                </a:cubicBezTo>
                <a:lnTo>
                  <a:pt x="462915" y="316516"/>
                </a:lnTo>
                <a:cubicBezTo>
                  <a:pt x="463296" y="320516"/>
                  <a:pt x="463487" y="324326"/>
                  <a:pt x="463487" y="328136"/>
                </a:cubicBezTo>
                <a:cubicBezTo>
                  <a:pt x="463487" y="331946"/>
                  <a:pt x="463296" y="335756"/>
                  <a:pt x="462915" y="339757"/>
                </a:cubicBezTo>
                <a:lnTo>
                  <a:pt x="472059" y="344329"/>
                </a:lnTo>
                <a:cubicBezTo>
                  <a:pt x="482060" y="349282"/>
                  <a:pt x="486156" y="361474"/>
                  <a:pt x="481203" y="371475"/>
                </a:cubicBezTo>
                <a:lnTo>
                  <a:pt x="454819" y="424625"/>
                </a:lnTo>
                <a:cubicBezTo>
                  <a:pt x="452438" y="429482"/>
                  <a:pt x="448247" y="433102"/>
                  <a:pt x="443198" y="434816"/>
                </a:cubicBezTo>
                <a:cubicBezTo>
                  <a:pt x="438055" y="436531"/>
                  <a:pt x="432530" y="436150"/>
                  <a:pt x="427673" y="433769"/>
                </a:cubicBezTo>
                <a:lnTo>
                  <a:pt x="418433" y="429197"/>
                </a:lnTo>
                <a:cubicBezTo>
                  <a:pt x="406146" y="440341"/>
                  <a:pt x="391859" y="449199"/>
                  <a:pt x="376523" y="455200"/>
                </a:cubicBezTo>
                <a:lnTo>
                  <a:pt x="376523" y="465392"/>
                </a:lnTo>
                <a:cubicBezTo>
                  <a:pt x="376333" y="476536"/>
                  <a:pt x="367189" y="485680"/>
                  <a:pt x="356045" y="485680"/>
                </a:cubicBezTo>
                <a:close/>
                <a:moveTo>
                  <a:pt x="305086" y="457105"/>
                </a:moveTo>
                <a:lnTo>
                  <a:pt x="347758" y="457105"/>
                </a:lnTo>
                <a:lnTo>
                  <a:pt x="347758" y="449390"/>
                </a:lnTo>
                <a:cubicBezTo>
                  <a:pt x="347758" y="440817"/>
                  <a:pt x="353282" y="433102"/>
                  <a:pt x="361474" y="430244"/>
                </a:cubicBezTo>
                <a:cubicBezTo>
                  <a:pt x="376714" y="425101"/>
                  <a:pt x="390811" y="416243"/>
                  <a:pt x="402431" y="404813"/>
                </a:cubicBezTo>
                <a:cubicBezTo>
                  <a:pt x="408623" y="398717"/>
                  <a:pt x="417957" y="397193"/>
                  <a:pt x="425672" y="401003"/>
                </a:cubicBezTo>
                <a:lnTo>
                  <a:pt x="432625" y="404432"/>
                </a:lnTo>
                <a:lnTo>
                  <a:pt x="451580" y="366236"/>
                </a:lnTo>
                <a:lnTo>
                  <a:pt x="444627" y="362807"/>
                </a:lnTo>
                <a:cubicBezTo>
                  <a:pt x="436817" y="358997"/>
                  <a:pt x="432435" y="350520"/>
                  <a:pt x="433578" y="341852"/>
                </a:cubicBezTo>
                <a:cubicBezTo>
                  <a:pt x="434245" y="336995"/>
                  <a:pt x="434531" y="332518"/>
                  <a:pt x="434531" y="328136"/>
                </a:cubicBezTo>
                <a:cubicBezTo>
                  <a:pt x="434531" y="323755"/>
                  <a:pt x="434245" y="319373"/>
                  <a:pt x="433578" y="314420"/>
                </a:cubicBezTo>
                <a:cubicBezTo>
                  <a:pt x="432435" y="305753"/>
                  <a:pt x="436817" y="297371"/>
                  <a:pt x="444627" y="293465"/>
                </a:cubicBezTo>
                <a:lnTo>
                  <a:pt x="451580" y="290036"/>
                </a:lnTo>
                <a:lnTo>
                  <a:pt x="432625" y="251841"/>
                </a:lnTo>
                <a:lnTo>
                  <a:pt x="425577" y="255270"/>
                </a:lnTo>
                <a:cubicBezTo>
                  <a:pt x="417862" y="259080"/>
                  <a:pt x="408527" y="257556"/>
                  <a:pt x="402336" y="251460"/>
                </a:cubicBezTo>
                <a:cubicBezTo>
                  <a:pt x="390811" y="240030"/>
                  <a:pt x="376619" y="231267"/>
                  <a:pt x="361474" y="226124"/>
                </a:cubicBezTo>
                <a:cubicBezTo>
                  <a:pt x="353187" y="223266"/>
                  <a:pt x="347663" y="215551"/>
                  <a:pt x="347663" y="206978"/>
                </a:cubicBezTo>
                <a:lnTo>
                  <a:pt x="347663" y="199549"/>
                </a:lnTo>
                <a:lnTo>
                  <a:pt x="304991" y="199549"/>
                </a:lnTo>
                <a:lnTo>
                  <a:pt x="304991" y="207169"/>
                </a:lnTo>
                <a:cubicBezTo>
                  <a:pt x="304991" y="215741"/>
                  <a:pt x="299466" y="223456"/>
                  <a:pt x="291370" y="226219"/>
                </a:cubicBezTo>
                <a:cubicBezTo>
                  <a:pt x="276416" y="231458"/>
                  <a:pt x="262509" y="240125"/>
                  <a:pt x="251079" y="251460"/>
                </a:cubicBezTo>
                <a:cubicBezTo>
                  <a:pt x="244888" y="257556"/>
                  <a:pt x="235553" y="259080"/>
                  <a:pt x="227838" y="255270"/>
                </a:cubicBezTo>
                <a:lnTo>
                  <a:pt x="220885" y="251841"/>
                </a:lnTo>
                <a:lnTo>
                  <a:pt x="201930" y="290036"/>
                </a:lnTo>
                <a:lnTo>
                  <a:pt x="208883" y="293465"/>
                </a:lnTo>
                <a:cubicBezTo>
                  <a:pt x="216694" y="297275"/>
                  <a:pt x="221075" y="305753"/>
                  <a:pt x="219932" y="314420"/>
                </a:cubicBezTo>
                <a:cubicBezTo>
                  <a:pt x="219266" y="319373"/>
                  <a:pt x="218980" y="323850"/>
                  <a:pt x="218980" y="328136"/>
                </a:cubicBezTo>
                <a:cubicBezTo>
                  <a:pt x="218980" y="332423"/>
                  <a:pt x="219266" y="336899"/>
                  <a:pt x="219932" y="341852"/>
                </a:cubicBezTo>
                <a:cubicBezTo>
                  <a:pt x="221075" y="350520"/>
                  <a:pt x="216694" y="358902"/>
                  <a:pt x="208883" y="362807"/>
                </a:cubicBezTo>
                <a:lnTo>
                  <a:pt x="201930" y="366236"/>
                </a:lnTo>
                <a:lnTo>
                  <a:pt x="220885" y="404432"/>
                </a:lnTo>
                <a:lnTo>
                  <a:pt x="227933" y="401003"/>
                </a:lnTo>
                <a:cubicBezTo>
                  <a:pt x="235649" y="397193"/>
                  <a:pt x="244983" y="398717"/>
                  <a:pt x="251174" y="404813"/>
                </a:cubicBezTo>
                <a:cubicBezTo>
                  <a:pt x="262604" y="416147"/>
                  <a:pt x="276511" y="424815"/>
                  <a:pt x="291465" y="429959"/>
                </a:cubicBezTo>
                <a:cubicBezTo>
                  <a:pt x="299657" y="432816"/>
                  <a:pt x="305086" y="440531"/>
                  <a:pt x="305086" y="449104"/>
                </a:cubicBezTo>
                <a:lnTo>
                  <a:pt x="305086" y="457105"/>
                </a:lnTo>
                <a:close/>
                <a:moveTo>
                  <a:pt x="413004" y="426625"/>
                </a:moveTo>
                <a:cubicBezTo>
                  <a:pt x="413004" y="426625"/>
                  <a:pt x="413004" y="426625"/>
                  <a:pt x="413004" y="426625"/>
                </a:cubicBezTo>
                <a:lnTo>
                  <a:pt x="413004" y="426625"/>
                </a:lnTo>
                <a:close/>
                <a:moveTo>
                  <a:pt x="429006" y="411956"/>
                </a:moveTo>
                <a:cubicBezTo>
                  <a:pt x="429006" y="411956"/>
                  <a:pt x="428911" y="411956"/>
                  <a:pt x="429006" y="411956"/>
                </a:cubicBezTo>
                <a:lnTo>
                  <a:pt x="429006" y="411956"/>
                </a:lnTo>
                <a:close/>
                <a:moveTo>
                  <a:pt x="459105" y="369951"/>
                </a:moveTo>
                <a:lnTo>
                  <a:pt x="459105" y="369951"/>
                </a:lnTo>
                <a:lnTo>
                  <a:pt x="459105" y="369951"/>
                </a:lnTo>
                <a:close/>
                <a:moveTo>
                  <a:pt x="196215" y="337185"/>
                </a:moveTo>
                <a:cubicBezTo>
                  <a:pt x="196215" y="337185"/>
                  <a:pt x="196215" y="337185"/>
                  <a:pt x="196215" y="337185"/>
                </a:cubicBezTo>
                <a:lnTo>
                  <a:pt x="196215" y="337185"/>
                </a:lnTo>
                <a:close/>
                <a:moveTo>
                  <a:pt x="457295" y="337185"/>
                </a:moveTo>
                <a:lnTo>
                  <a:pt x="457295" y="337185"/>
                </a:lnTo>
                <a:cubicBezTo>
                  <a:pt x="457295" y="337185"/>
                  <a:pt x="457295" y="337185"/>
                  <a:pt x="457295" y="337185"/>
                </a:cubicBezTo>
                <a:close/>
                <a:moveTo>
                  <a:pt x="196215" y="319088"/>
                </a:moveTo>
                <a:cubicBezTo>
                  <a:pt x="196215" y="319088"/>
                  <a:pt x="196215" y="319088"/>
                  <a:pt x="196215" y="319088"/>
                </a:cubicBezTo>
                <a:lnTo>
                  <a:pt x="196215" y="319088"/>
                </a:lnTo>
                <a:close/>
                <a:moveTo>
                  <a:pt x="457391" y="319088"/>
                </a:moveTo>
                <a:lnTo>
                  <a:pt x="457391" y="319088"/>
                </a:lnTo>
                <a:cubicBezTo>
                  <a:pt x="457391" y="319088"/>
                  <a:pt x="457391" y="319088"/>
                  <a:pt x="457391" y="319088"/>
                </a:cubicBezTo>
                <a:close/>
                <a:moveTo>
                  <a:pt x="429006" y="244412"/>
                </a:moveTo>
                <a:cubicBezTo>
                  <a:pt x="429006" y="244412"/>
                  <a:pt x="429006" y="244412"/>
                  <a:pt x="429006" y="244412"/>
                </a:cubicBezTo>
                <a:lnTo>
                  <a:pt x="429006" y="244412"/>
                </a:lnTo>
                <a:close/>
                <a:moveTo>
                  <a:pt x="413004" y="229648"/>
                </a:moveTo>
                <a:cubicBezTo>
                  <a:pt x="412909" y="229648"/>
                  <a:pt x="412909" y="229743"/>
                  <a:pt x="413004" y="229648"/>
                </a:cubicBezTo>
                <a:lnTo>
                  <a:pt x="413004" y="229648"/>
                </a:lnTo>
                <a:close/>
                <a:moveTo>
                  <a:pt x="326803" y="400241"/>
                </a:moveTo>
                <a:cubicBezTo>
                  <a:pt x="286036" y="400241"/>
                  <a:pt x="252889" y="367094"/>
                  <a:pt x="252889" y="326326"/>
                </a:cubicBezTo>
                <a:cubicBezTo>
                  <a:pt x="252889" y="285560"/>
                  <a:pt x="286036" y="252413"/>
                  <a:pt x="326803" y="252413"/>
                </a:cubicBezTo>
                <a:cubicBezTo>
                  <a:pt x="367570" y="252413"/>
                  <a:pt x="400717" y="285560"/>
                  <a:pt x="400717" y="326326"/>
                </a:cubicBezTo>
                <a:cubicBezTo>
                  <a:pt x="400717" y="367094"/>
                  <a:pt x="367570" y="400241"/>
                  <a:pt x="326803" y="400241"/>
                </a:cubicBezTo>
                <a:close/>
                <a:moveTo>
                  <a:pt x="326803" y="280988"/>
                </a:moveTo>
                <a:cubicBezTo>
                  <a:pt x="301752" y="280988"/>
                  <a:pt x="281464" y="301371"/>
                  <a:pt x="281464" y="326326"/>
                </a:cubicBezTo>
                <a:cubicBezTo>
                  <a:pt x="281464" y="351282"/>
                  <a:pt x="301847" y="371666"/>
                  <a:pt x="326803" y="371666"/>
                </a:cubicBezTo>
                <a:cubicBezTo>
                  <a:pt x="351854" y="371666"/>
                  <a:pt x="372142" y="351282"/>
                  <a:pt x="372142" y="326326"/>
                </a:cubicBezTo>
                <a:cubicBezTo>
                  <a:pt x="372142" y="301371"/>
                  <a:pt x="351758" y="280988"/>
                  <a:pt x="326803" y="280988"/>
                </a:cubicBezTo>
                <a:close/>
              </a:path>
            </a:pathLst>
          </a:custGeom>
          <a:solidFill>
            <a:schemeClr val="bg1"/>
          </a:solidFill>
          <a:ln w="9525" cap="flat">
            <a:noFill/>
            <a:prstDash val="solid"/>
            <a:miter/>
          </a:ln>
        </p:spPr>
        <p:txBody>
          <a:bodyPr rtlCol="0" anchor="ctr"/>
          <a:lstStyle/>
          <a:p>
            <a:endParaRPr lang="en-US"/>
          </a:p>
        </p:txBody>
      </p:sp>
      <p:sp>
        <p:nvSpPr>
          <p:cNvPr id="85" name="Grafik 59">
            <a:extLst>
              <a:ext uri="{FF2B5EF4-FFF2-40B4-BE49-F238E27FC236}">
                <a16:creationId xmlns:a16="http://schemas.microsoft.com/office/drawing/2014/main" id="{930B1B4E-B9D1-43A6-B790-690F8F0EFA94}"/>
              </a:ext>
            </a:extLst>
          </p:cNvPr>
          <p:cNvSpPr/>
          <p:nvPr/>
        </p:nvSpPr>
        <p:spPr bwMode="gray">
          <a:xfrm>
            <a:off x="10195955" y="2848543"/>
            <a:ext cx="485775" cy="485775"/>
          </a:xfrm>
          <a:custGeom>
            <a:avLst/>
            <a:gdLst>
              <a:gd name="connsiteX0" fmla="*/ 242888 w 485775"/>
              <a:gd name="connsiteY0" fmla="*/ 0 h 485775"/>
              <a:gd name="connsiteX1" fmla="*/ 0 w 485775"/>
              <a:gd name="connsiteY1" fmla="*/ 242888 h 485775"/>
              <a:gd name="connsiteX2" fmla="*/ 242888 w 485775"/>
              <a:gd name="connsiteY2" fmla="*/ 485775 h 485775"/>
              <a:gd name="connsiteX3" fmla="*/ 485775 w 485775"/>
              <a:gd name="connsiteY3" fmla="*/ 242888 h 485775"/>
              <a:gd name="connsiteX4" fmla="*/ 242888 w 485775"/>
              <a:gd name="connsiteY4" fmla="*/ 0 h 485775"/>
              <a:gd name="connsiteX5" fmla="*/ 242888 w 485775"/>
              <a:gd name="connsiteY5" fmla="*/ 457200 h 485775"/>
              <a:gd name="connsiteX6" fmla="*/ 28575 w 485775"/>
              <a:gd name="connsiteY6" fmla="*/ 242888 h 485775"/>
              <a:gd name="connsiteX7" fmla="*/ 242888 w 485775"/>
              <a:gd name="connsiteY7" fmla="*/ 28575 h 485775"/>
              <a:gd name="connsiteX8" fmla="*/ 457200 w 485775"/>
              <a:gd name="connsiteY8" fmla="*/ 242888 h 485775"/>
              <a:gd name="connsiteX9" fmla="*/ 242888 w 485775"/>
              <a:gd name="connsiteY9" fmla="*/ 457200 h 485775"/>
              <a:gd name="connsiteX10" fmla="*/ 333566 w 485775"/>
              <a:gd name="connsiteY10" fmla="*/ 179070 h 485775"/>
              <a:gd name="connsiteX11" fmla="*/ 328613 w 485775"/>
              <a:gd name="connsiteY11" fmla="*/ 206216 h 485775"/>
              <a:gd name="connsiteX12" fmla="*/ 313658 w 485775"/>
              <a:gd name="connsiteY12" fmla="*/ 227648 h 485775"/>
              <a:gd name="connsiteX13" fmla="*/ 288798 w 485775"/>
              <a:gd name="connsiteY13" fmla="*/ 248317 h 485775"/>
              <a:gd name="connsiteX14" fmla="*/ 271367 w 485775"/>
              <a:gd name="connsiteY14" fmla="*/ 262319 h 485775"/>
              <a:gd name="connsiteX15" fmla="*/ 263366 w 485775"/>
              <a:gd name="connsiteY15" fmla="*/ 273463 h 485775"/>
              <a:gd name="connsiteX16" fmla="*/ 261271 w 485775"/>
              <a:gd name="connsiteY16" fmla="*/ 286703 h 485775"/>
              <a:gd name="connsiteX17" fmla="*/ 261271 w 485775"/>
              <a:gd name="connsiteY17" fmla="*/ 297847 h 485775"/>
              <a:gd name="connsiteX18" fmla="*/ 211931 w 485775"/>
              <a:gd name="connsiteY18" fmla="*/ 297847 h 485775"/>
              <a:gd name="connsiteX19" fmla="*/ 211931 w 485775"/>
              <a:gd name="connsiteY19" fmla="*/ 284036 h 485775"/>
              <a:gd name="connsiteX20" fmla="*/ 219932 w 485775"/>
              <a:gd name="connsiteY20" fmla="*/ 252127 h 485775"/>
              <a:gd name="connsiteX21" fmla="*/ 247460 w 485775"/>
              <a:gd name="connsiteY21" fmla="*/ 224790 h 485775"/>
              <a:gd name="connsiteX22" fmla="*/ 272129 w 485775"/>
              <a:gd name="connsiteY22" fmla="*/ 203549 h 485775"/>
              <a:gd name="connsiteX23" fmla="*/ 279559 w 485775"/>
              <a:gd name="connsiteY23" fmla="*/ 182309 h 485775"/>
              <a:gd name="connsiteX24" fmla="*/ 270510 w 485775"/>
              <a:gd name="connsiteY24" fmla="*/ 163925 h 485775"/>
              <a:gd name="connsiteX25" fmla="*/ 245459 w 485775"/>
              <a:gd name="connsiteY25" fmla="*/ 157448 h 485775"/>
              <a:gd name="connsiteX26" fmla="*/ 213646 w 485775"/>
              <a:gd name="connsiteY26" fmla="*/ 162401 h 485775"/>
              <a:gd name="connsiteX27" fmla="*/ 181451 w 485775"/>
              <a:gd name="connsiteY27" fmla="*/ 175831 h 485775"/>
              <a:gd name="connsiteX28" fmla="*/ 161163 w 485775"/>
              <a:gd name="connsiteY28" fmla="*/ 134874 h 485775"/>
              <a:gd name="connsiteX29" fmla="*/ 201740 w 485775"/>
              <a:gd name="connsiteY29" fmla="*/ 118015 h 485775"/>
              <a:gd name="connsiteX30" fmla="*/ 249555 w 485775"/>
              <a:gd name="connsiteY30" fmla="*/ 111538 h 485775"/>
              <a:gd name="connsiteX31" fmla="*/ 311372 w 485775"/>
              <a:gd name="connsiteY31" fmla="*/ 130683 h 485775"/>
              <a:gd name="connsiteX32" fmla="*/ 333566 w 485775"/>
              <a:gd name="connsiteY32" fmla="*/ 179070 h 485775"/>
              <a:gd name="connsiteX33" fmla="*/ 269558 w 485775"/>
              <a:gd name="connsiteY33" fmla="*/ 360045 h 485775"/>
              <a:gd name="connsiteX34" fmla="*/ 236220 w 485775"/>
              <a:gd name="connsiteY34" fmla="*/ 393383 h 485775"/>
              <a:gd name="connsiteX35" fmla="*/ 202883 w 485775"/>
              <a:gd name="connsiteY35" fmla="*/ 360045 h 485775"/>
              <a:gd name="connsiteX36" fmla="*/ 236220 w 485775"/>
              <a:gd name="connsiteY36" fmla="*/ 326708 h 485775"/>
              <a:gd name="connsiteX37" fmla="*/ 269558 w 485775"/>
              <a:gd name="connsiteY37" fmla="*/ 36004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85775" h="485775">
                <a:moveTo>
                  <a:pt x="242888" y="0"/>
                </a:moveTo>
                <a:cubicBezTo>
                  <a:pt x="108966" y="0"/>
                  <a:pt x="0" y="108966"/>
                  <a:pt x="0" y="242888"/>
                </a:cubicBezTo>
                <a:cubicBezTo>
                  <a:pt x="0" y="376809"/>
                  <a:pt x="108966" y="485775"/>
                  <a:pt x="242888" y="485775"/>
                </a:cubicBezTo>
                <a:cubicBezTo>
                  <a:pt x="376809" y="485775"/>
                  <a:pt x="485775" y="376809"/>
                  <a:pt x="485775" y="242888"/>
                </a:cubicBezTo>
                <a:cubicBezTo>
                  <a:pt x="485775" y="108966"/>
                  <a:pt x="376809" y="0"/>
                  <a:pt x="242888" y="0"/>
                </a:cubicBezTo>
                <a:close/>
                <a:moveTo>
                  <a:pt x="242888" y="457200"/>
                </a:moveTo>
                <a:cubicBezTo>
                  <a:pt x="124682" y="457200"/>
                  <a:pt x="28575" y="361093"/>
                  <a:pt x="28575" y="242888"/>
                </a:cubicBezTo>
                <a:cubicBezTo>
                  <a:pt x="28575" y="124682"/>
                  <a:pt x="124682" y="28575"/>
                  <a:pt x="242888" y="28575"/>
                </a:cubicBezTo>
                <a:cubicBezTo>
                  <a:pt x="361093" y="28575"/>
                  <a:pt x="457200" y="124682"/>
                  <a:pt x="457200" y="242888"/>
                </a:cubicBezTo>
                <a:cubicBezTo>
                  <a:pt x="457200" y="361093"/>
                  <a:pt x="361093" y="457200"/>
                  <a:pt x="242888" y="457200"/>
                </a:cubicBezTo>
                <a:close/>
                <a:moveTo>
                  <a:pt x="333566" y="179070"/>
                </a:moveTo>
                <a:cubicBezTo>
                  <a:pt x="333566" y="189548"/>
                  <a:pt x="331946" y="198596"/>
                  <a:pt x="328613" y="206216"/>
                </a:cubicBezTo>
                <a:cubicBezTo>
                  <a:pt x="325279" y="213836"/>
                  <a:pt x="320326" y="220980"/>
                  <a:pt x="313658" y="227648"/>
                </a:cubicBezTo>
                <a:cubicBezTo>
                  <a:pt x="306991" y="234315"/>
                  <a:pt x="298704" y="241173"/>
                  <a:pt x="288798" y="248317"/>
                </a:cubicBezTo>
                <a:cubicBezTo>
                  <a:pt x="281178" y="253937"/>
                  <a:pt x="275368" y="258604"/>
                  <a:pt x="271367" y="262319"/>
                </a:cubicBezTo>
                <a:cubicBezTo>
                  <a:pt x="267367" y="266033"/>
                  <a:pt x="264700" y="269748"/>
                  <a:pt x="263366" y="273463"/>
                </a:cubicBezTo>
                <a:cubicBezTo>
                  <a:pt x="261938" y="277178"/>
                  <a:pt x="261271" y="281559"/>
                  <a:pt x="261271" y="286703"/>
                </a:cubicBezTo>
                <a:lnTo>
                  <a:pt x="261271" y="297847"/>
                </a:lnTo>
                <a:lnTo>
                  <a:pt x="211931" y="297847"/>
                </a:lnTo>
                <a:lnTo>
                  <a:pt x="211931" y="284036"/>
                </a:lnTo>
                <a:cubicBezTo>
                  <a:pt x="211931" y="271558"/>
                  <a:pt x="214598" y="260890"/>
                  <a:pt x="219932" y="252127"/>
                </a:cubicBezTo>
                <a:cubicBezTo>
                  <a:pt x="225266" y="243364"/>
                  <a:pt x="234506" y="234220"/>
                  <a:pt x="247460" y="224790"/>
                </a:cubicBezTo>
                <a:cubicBezTo>
                  <a:pt x="258985" y="216599"/>
                  <a:pt x="267176" y="209550"/>
                  <a:pt x="272129" y="203549"/>
                </a:cubicBezTo>
                <a:cubicBezTo>
                  <a:pt x="277082" y="197549"/>
                  <a:pt x="279559" y="190500"/>
                  <a:pt x="279559" y="182309"/>
                </a:cubicBezTo>
                <a:cubicBezTo>
                  <a:pt x="279559" y="174403"/>
                  <a:pt x="276511" y="168307"/>
                  <a:pt x="270510" y="163925"/>
                </a:cubicBezTo>
                <a:cubicBezTo>
                  <a:pt x="264509" y="159544"/>
                  <a:pt x="256127" y="157448"/>
                  <a:pt x="245459" y="157448"/>
                </a:cubicBezTo>
                <a:cubicBezTo>
                  <a:pt x="234696" y="157448"/>
                  <a:pt x="224123" y="159068"/>
                  <a:pt x="213646" y="162401"/>
                </a:cubicBezTo>
                <a:cubicBezTo>
                  <a:pt x="203168" y="165735"/>
                  <a:pt x="192500" y="170212"/>
                  <a:pt x="181451" y="175831"/>
                </a:cubicBezTo>
                <a:lnTo>
                  <a:pt x="161163" y="134874"/>
                </a:lnTo>
                <a:cubicBezTo>
                  <a:pt x="173641" y="128016"/>
                  <a:pt x="187166" y="122396"/>
                  <a:pt x="201740" y="118015"/>
                </a:cubicBezTo>
                <a:cubicBezTo>
                  <a:pt x="216313" y="113728"/>
                  <a:pt x="232219" y="111538"/>
                  <a:pt x="249555" y="111538"/>
                </a:cubicBezTo>
                <a:cubicBezTo>
                  <a:pt x="276130" y="111538"/>
                  <a:pt x="296704" y="117920"/>
                  <a:pt x="311372" y="130683"/>
                </a:cubicBezTo>
                <a:cubicBezTo>
                  <a:pt x="326231" y="143256"/>
                  <a:pt x="333566" y="159449"/>
                  <a:pt x="333566" y="179070"/>
                </a:cubicBezTo>
                <a:close/>
                <a:moveTo>
                  <a:pt x="269558" y="360045"/>
                </a:moveTo>
                <a:cubicBezTo>
                  <a:pt x="269558" y="378428"/>
                  <a:pt x="254603" y="393383"/>
                  <a:pt x="236220" y="393383"/>
                </a:cubicBezTo>
                <a:cubicBezTo>
                  <a:pt x="217837" y="393383"/>
                  <a:pt x="202883" y="378428"/>
                  <a:pt x="202883" y="360045"/>
                </a:cubicBezTo>
                <a:cubicBezTo>
                  <a:pt x="202883" y="341662"/>
                  <a:pt x="217837" y="326708"/>
                  <a:pt x="236220" y="326708"/>
                </a:cubicBezTo>
                <a:cubicBezTo>
                  <a:pt x="254603" y="326708"/>
                  <a:pt x="269558" y="341662"/>
                  <a:pt x="269558" y="360045"/>
                </a:cubicBezTo>
                <a:close/>
              </a:path>
            </a:pathLst>
          </a:custGeom>
          <a:solidFill>
            <a:schemeClr val="bg1"/>
          </a:solidFill>
          <a:ln w="9525" cap="flat">
            <a:noFill/>
            <a:prstDash val="solid"/>
            <a:miter/>
          </a:ln>
        </p:spPr>
        <p:txBody>
          <a:bodyPr rtlCol="0" anchor="ctr"/>
          <a:lstStyle/>
          <a:p>
            <a:endParaRPr lang="en-US"/>
          </a:p>
        </p:txBody>
      </p:sp>
      <p:sp>
        <p:nvSpPr>
          <p:cNvPr id="87" name="Grafik 71">
            <a:extLst>
              <a:ext uri="{FF2B5EF4-FFF2-40B4-BE49-F238E27FC236}">
                <a16:creationId xmlns:a16="http://schemas.microsoft.com/office/drawing/2014/main" id="{E405ADFE-4CDC-4435-ABCB-7860F0589527}"/>
              </a:ext>
            </a:extLst>
          </p:cNvPr>
          <p:cNvSpPr/>
          <p:nvPr/>
        </p:nvSpPr>
        <p:spPr bwMode="gray">
          <a:xfrm>
            <a:off x="2309085" y="2847972"/>
            <a:ext cx="485680" cy="486346"/>
          </a:xfrm>
          <a:custGeom>
            <a:avLst/>
            <a:gdLst>
              <a:gd name="connsiteX0" fmla="*/ 462058 w 485680"/>
              <a:gd name="connsiteY0" fmla="*/ 0 h 486346"/>
              <a:gd name="connsiteX1" fmla="*/ 23717 w 485680"/>
              <a:gd name="connsiteY1" fmla="*/ 0 h 486346"/>
              <a:gd name="connsiteX2" fmla="*/ 0 w 485680"/>
              <a:gd name="connsiteY2" fmla="*/ 23717 h 486346"/>
              <a:gd name="connsiteX3" fmla="*/ 0 w 485680"/>
              <a:gd name="connsiteY3" fmla="*/ 290894 h 486346"/>
              <a:gd name="connsiteX4" fmla="*/ 23717 w 485680"/>
              <a:gd name="connsiteY4" fmla="*/ 314611 h 486346"/>
              <a:gd name="connsiteX5" fmla="*/ 93726 w 485680"/>
              <a:gd name="connsiteY5" fmla="*/ 314611 h 486346"/>
              <a:gd name="connsiteX6" fmla="*/ 124111 w 485680"/>
              <a:gd name="connsiteY6" fmla="*/ 343662 h 486346"/>
              <a:gd name="connsiteX7" fmla="*/ 48006 w 485680"/>
              <a:gd name="connsiteY7" fmla="*/ 447675 h 486346"/>
              <a:gd name="connsiteX8" fmla="*/ 48006 w 485680"/>
              <a:gd name="connsiteY8" fmla="*/ 486156 h 486346"/>
              <a:gd name="connsiteX9" fmla="*/ 266319 w 485680"/>
              <a:gd name="connsiteY9" fmla="*/ 486156 h 486346"/>
              <a:gd name="connsiteX10" fmla="*/ 266319 w 485680"/>
              <a:gd name="connsiteY10" fmla="*/ 447675 h 486346"/>
              <a:gd name="connsiteX11" fmla="*/ 190310 w 485680"/>
              <a:gd name="connsiteY11" fmla="*/ 343662 h 486346"/>
              <a:gd name="connsiteX12" fmla="*/ 220694 w 485680"/>
              <a:gd name="connsiteY12" fmla="*/ 314611 h 486346"/>
              <a:gd name="connsiteX13" fmla="*/ 264414 w 485680"/>
              <a:gd name="connsiteY13" fmla="*/ 314611 h 486346"/>
              <a:gd name="connsiteX14" fmla="*/ 287560 w 485680"/>
              <a:gd name="connsiteY14" fmla="*/ 347663 h 486346"/>
              <a:gd name="connsiteX15" fmla="*/ 265367 w 485680"/>
              <a:gd name="connsiteY15" fmla="*/ 362807 h 486346"/>
              <a:gd name="connsiteX16" fmla="*/ 280797 w 485680"/>
              <a:gd name="connsiteY16" fmla="*/ 387382 h 486346"/>
              <a:gd name="connsiteX17" fmla="*/ 335185 w 485680"/>
              <a:gd name="connsiteY17" fmla="*/ 364808 h 486346"/>
              <a:gd name="connsiteX18" fmla="*/ 412051 w 485680"/>
              <a:gd name="connsiteY18" fmla="*/ 441674 h 486346"/>
              <a:gd name="connsiteX19" fmla="*/ 412051 w 485680"/>
              <a:gd name="connsiteY19" fmla="*/ 457772 h 486346"/>
              <a:gd name="connsiteX20" fmla="*/ 294894 w 485680"/>
              <a:gd name="connsiteY20" fmla="*/ 457772 h 486346"/>
              <a:gd name="connsiteX21" fmla="*/ 294894 w 485680"/>
              <a:gd name="connsiteY21" fmla="*/ 486251 h 486346"/>
              <a:gd name="connsiteX22" fmla="*/ 294894 w 485680"/>
              <a:gd name="connsiteY22" fmla="*/ 486347 h 486346"/>
              <a:gd name="connsiteX23" fmla="*/ 440531 w 485680"/>
              <a:gd name="connsiteY23" fmla="*/ 486347 h 486346"/>
              <a:gd name="connsiteX24" fmla="*/ 440531 w 485680"/>
              <a:gd name="connsiteY24" fmla="*/ 441674 h 486346"/>
              <a:gd name="connsiteX25" fmla="*/ 382715 w 485680"/>
              <a:gd name="connsiteY25" fmla="*/ 347758 h 486346"/>
              <a:gd name="connsiteX26" fmla="*/ 405860 w 485680"/>
              <a:gd name="connsiteY26" fmla="*/ 314706 h 486346"/>
              <a:gd name="connsiteX27" fmla="*/ 461963 w 485680"/>
              <a:gd name="connsiteY27" fmla="*/ 314706 h 486346"/>
              <a:gd name="connsiteX28" fmla="*/ 485680 w 485680"/>
              <a:gd name="connsiteY28" fmla="*/ 290989 h 486346"/>
              <a:gd name="connsiteX29" fmla="*/ 485680 w 485680"/>
              <a:gd name="connsiteY29" fmla="*/ 23717 h 486346"/>
              <a:gd name="connsiteX30" fmla="*/ 462058 w 485680"/>
              <a:gd name="connsiteY30" fmla="*/ 0 h 486346"/>
              <a:gd name="connsiteX31" fmla="*/ 372047 w 485680"/>
              <a:gd name="connsiteY31" fmla="*/ 317659 h 486346"/>
              <a:gd name="connsiteX32" fmla="*/ 369570 w 485680"/>
              <a:gd name="connsiteY32" fmla="*/ 320612 h 486346"/>
              <a:gd name="connsiteX33" fmla="*/ 367094 w 485680"/>
              <a:gd name="connsiteY33" fmla="*/ 323183 h 486346"/>
              <a:gd name="connsiteX34" fmla="*/ 362045 w 485680"/>
              <a:gd name="connsiteY34" fmla="*/ 327374 h 486346"/>
              <a:gd name="connsiteX35" fmla="*/ 359664 w 485680"/>
              <a:gd name="connsiteY35" fmla="*/ 328994 h 486346"/>
              <a:gd name="connsiteX36" fmla="*/ 354521 w 485680"/>
              <a:gd name="connsiteY36" fmla="*/ 331756 h 486346"/>
              <a:gd name="connsiteX37" fmla="*/ 352806 w 485680"/>
              <a:gd name="connsiteY37" fmla="*/ 332613 h 486346"/>
              <a:gd name="connsiteX38" fmla="*/ 345472 w 485680"/>
              <a:gd name="connsiteY38" fmla="*/ 334899 h 486346"/>
              <a:gd name="connsiteX39" fmla="*/ 343472 w 485680"/>
              <a:gd name="connsiteY39" fmla="*/ 335280 h 486346"/>
              <a:gd name="connsiteX40" fmla="*/ 335185 w 485680"/>
              <a:gd name="connsiteY40" fmla="*/ 336137 h 486346"/>
              <a:gd name="connsiteX41" fmla="*/ 326898 w 485680"/>
              <a:gd name="connsiteY41" fmla="*/ 335280 h 486346"/>
              <a:gd name="connsiteX42" fmla="*/ 324898 w 485680"/>
              <a:gd name="connsiteY42" fmla="*/ 334899 h 486346"/>
              <a:gd name="connsiteX43" fmla="*/ 317564 w 485680"/>
              <a:gd name="connsiteY43" fmla="*/ 332613 h 486346"/>
              <a:gd name="connsiteX44" fmla="*/ 315849 w 485680"/>
              <a:gd name="connsiteY44" fmla="*/ 331756 h 486346"/>
              <a:gd name="connsiteX45" fmla="*/ 310706 w 485680"/>
              <a:gd name="connsiteY45" fmla="*/ 328994 h 486346"/>
              <a:gd name="connsiteX46" fmla="*/ 308324 w 485680"/>
              <a:gd name="connsiteY46" fmla="*/ 327374 h 486346"/>
              <a:gd name="connsiteX47" fmla="*/ 303276 w 485680"/>
              <a:gd name="connsiteY47" fmla="*/ 323183 h 486346"/>
              <a:gd name="connsiteX48" fmla="*/ 300800 w 485680"/>
              <a:gd name="connsiteY48" fmla="*/ 320612 h 486346"/>
              <a:gd name="connsiteX49" fmla="*/ 298323 w 485680"/>
              <a:gd name="connsiteY49" fmla="*/ 317659 h 486346"/>
              <a:gd name="connsiteX50" fmla="*/ 288703 w 485680"/>
              <a:gd name="connsiteY50" fmla="*/ 289655 h 486346"/>
              <a:gd name="connsiteX51" fmla="*/ 289084 w 485680"/>
              <a:gd name="connsiteY51" fmla="*/ 286036 h 486346"/>
              <a:gd name="connsiteX52" fmla="*/ 289084 w 485680"/>
              <a:gd name="connsiteY52" fmla="*/ 286036 h 486346"/>
              <a:gd name="connsiteX53" fmla="*/ 298037 w 485680"/>
              <a:gd name="connsiteY53" fmla="*/ 262033 h 486346"/>
              <a:gd name="connsiteX54" fmla="*/ 298323 w 485680"/>
              <a:gd name="connsiteY54" fmla="*/ 261747 h 486346"/>
              <a:gd name="connsiteX55" fmla="*/ 303562 w 485680"/>
              <a:gd name="connsiteY55" fmla="*/ 255842 h 486346"/>
              <a:gd name="connsiteX56" fmla="*/ 304800 w 485680"/>
              <a:gd name="connsiteY56" fmla="*/ 254794 h 486346"/>
              <a:gd name="connsiteX57" fmla="*/ 310134 w 485680"/>
              <a:gd name="connsiteY57" fmla="*/ 250603 h 486346"/>
              <a:gd name="connsiteX58" fmla="*/ 312896 w 485680"/>
              <a:gd name="connsiteY58" fmla="*/ 249079 h 486346"/>
              <a:gd name="connsiteX59" fmla="*/ 317754 w 485680"/>
              <a:gd name="connsiteY59" fmla="*/ 246602 h 486346"/>
              <a:gd name="connsiteX60" fmla="*/ 322517 w 485680"/>
              <a:gd name="connsiteY60" fmla="*/ 245174 h 486346"/>
              <a:gd name="connsiteX61" fmla="*/ 326231 w 485680"/>
              <a:gd name="connsiteY61" fmla="*/ 244031 h 486346"/>
              <a:gd name="connsiteX62" fmla="*/ 335375 w 485680"/>
              <a:gd name="connsiteY62" fmla="*/ 243078 h 486346"/>
              <a:gd name="connsiteX63" fmla="*/ 344519 w 485680"/>
              <a:gd name="connsiteY63" fmla="*/ 244031 h 486346"/>
              <a:gd name="connsiteX64" fmla="*/ 348234 w 485680"/>
              <a:gd name="connsiteY64" fmla="*/ 245174 h 486346"/>
              <a:gd name="connsiteX65" fmla="*/ 352997 w 485680"/>
              <a:gd name="connsiteY65" fmla="*/ 246602 h 486346"/>
              <a:gd name="connsiteX66" fmla="*/ 357854 w 485680"/>
              <a:gd name="connsiteY66" fmla="*/ 249079 h 486346"/>
              <a:gd name="connsiteX67" fmla="*/ 360617 w 485680"/>
              <a:gd name="connsiteY67" fmla="*/ 250603 h 486346"/>
              <a:gd name="connsiteX68" fmla="*/ 365950 w 485680"/>
              <a:gd name="connsiteY68" fmla="*/ 254794 h 486346"/>
              <a:gd name="connsiteX69" fmla="*/ 367189 w 485680"/>
              <a:gd name="connsiteY69" fmla="*/ 255842 h 486346"/>
              <a:gd name="connsiteX70" fmla="*/ 372428 w 485680"/>
              <a:gd name="connsiteY70" fmla="*/ 261747 h 486346"/>
              <a:gd name="connsiteX71" fmla="*/ 372713 w 485680"/>
              <a:gd name="connsiteY71" fmla="*/ 262033 h 486346"/>
              <a:gd name="connsiteX72" fmla="*/ 381667 w 485680"/>
              <a:gd name="connsiteY72" fmla="*/ 286036 h 486346"/>
              <a:gd name="connsiteX73" fmla="*/ 381667 w 485680"/>
              <a:gd name="connsiteY73" fmla="*/ 286036 h 486346"/>
              <a:gd name="connsiteX74" fmla="*/ 382048 w 485680"/>
              <a:gd name="connsiteY74" fmla="*/ 289655 h 486346"/>
              <a:gd name="connsiteX75" fmla="*/ 372047 w 485680"/>
              <a:gd name="connsiteY75" fmla="*/ 317659 h 486346"/>
              <a:gd name="connsiteX76" fmla="*/ 457200 w 485680"/>
              <a:gd name="connsiteY76" fmla="*/ 286036 h 486346"/>
              <a:gd name="connsiteX77" fmla="*/ 409956 w 485680"/>
              <a:gd name="connsiteY77" fmla="*/ 286036 h 486346"/>
              <a:gd name="connsiteX78" fmla="*/ 335090 w 485680"/>
              <a:gd name="connsiteY78" fmla="*/ 214694 h 486346"/>
              <a:gd name="connsiteX79" fmla="*/ 260223 w 485680"/>
              <a:gd name="connsiteY79" fmla="*/ 286036 h 486346"/>
              <a:gd name="connsiteX80" fmla="*/ 229553 w 485680"/>
              <a:gd name="connsiteY80" fmla="*/ 286036 h 486346"/>
              <a:gd name="connsiteX81" fmla="*/ 229934 w 485680"/>
              <a:gd name="connsiteY81" fmla="*/ 279083 h 486346"/>
              <a:gd name="connsiteX82" fmla="*/ 157163 w 485680"/>
              <a:gd name="connsiteY82" fmla="*/ 206312 h 486346"/>
              <a:gd name="connsiteX83" fmla="*/ 84392 w 485680"/>
              <a:gd name="connsiteY83" fmla="*/ 279083 h 486346"/>
              <a:gd name="connsiteX84" fmla="*/ 84773 w 485680"/>
              <a:gd name="connsiteY84" fmla="*/ 286036 h 486346"/>
              <a:gd name="connsiteX85" fmla="*/ 28575 w 485680"/>
              <a:gd name="connsiteY85" fmla="*/ 286036 h 486346"/>
              <a:gd name="connsiteX86" fmla="*/ 28575 w 485680"/>
              <a:gd name="connsiteY86" fmla="*/ 28575 h 486346"/>
              <a:gd name="connsiteX87" fmla="*/ 457200 w 485680"/>
              <a:gd name="connsiteY87" fmla="*/ 28575 h 486346"/>
              <a:gd name="connsiteX88" fmla="*/ 457200 w 485680"/>
              <a:gd name="connsiteY88" fmla="*/ 286036 h 486346"/>
              <a:gd name="connsiteX89" fmla="*/ 197168 w 485680"/>
              <a:gd name="connsiteY89" fmla="*/ 191262 h 486346"/>
              <a:gd name="connsiteX90" fmla="*/ 197168 w 485680"/>
              <a:gd name="connsiteY90" fmla="*/ 92202 h 486346"/>
              <a:gd name="connsiteX91" fmla="*/ 204597 w 485680"/>
              <a:gd name="connsiteY91" fmla="*/ 79629 h 486346"/>
              <a:gd name="connsiteX92" fmla="*/ 219170 w 485680"/>
              <a:gd name="connsiteY92" fmla="*/ 80105 h 486346"/>
              <a:gd name="connsiteX93" fmla="*/ 295370 w 485680"/>
              <a:gd name="connsiteY93" fmla="*/ 129064 h 486346"/>
              <a:gd name="connsiteX94" fmla="*/ 301943 w 485680"/>
              <a:gd name="connsiteY94" fmla="*/ 140970 h 486346"/>
              <a:gd name="connsiteX95" fmla="*/ 295466 w 485680"/>
              <a:gd name="connsiteY95" fmla="*/ 152972 h 486346"/>
              <a:gd name="connsiteX96" fmla="*/ 219266 w 485680"/>
              <a:gd name="connsiteY96" fmla="*/ 203073 h 486346"/>
              <a:gd name="connsiteX97" fmla="*/ 211455 w 485680"/>
              <a:gd name="connsiteY97" fmla="*/ 205454 h 486346"/>
              <a:gd name="connsiteX98" fmla="*/ 204692 w 485680"/>
              <a:gd name="connsiteY98" fmla="*/ 203740 h 486346"/>
              <a:gd name="connsiteX99" fmla="*/ 197168 w 485680"/>
              <a:gd name="connsiteY99" fmla="*/ 191262 h 48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485680" h="486346">
                <a:moveTo>
                  <a:pt x="462058" y="0"/>
                </a:moveTo>
                <a:lnTo>
                  <a:pt x="23717" y="0"/>
                </a:lnTo>
                <a:cubicBezTo>
                  <a:pt x="10668" y="0"/>
                  <a:pt x="0" y="10668"/>
                  <a:pt x="0" y="23717"/>
                </a:cubicBezTo>
                <a:lnTo>
                  <a:pt x="0" y="290894"/>
                </a:lnTo>
                <a:cubicBezTo>
                  <a:pt x="0" y="303943"/>
                  <a:pt x="10668" y="314611"/>
                  <a:pt x="23717" y="314611"/>
                </a:cubicBezTo>
                <a:lnTo>
                  <a:pt x="93726" y="314611"/>
                </a:lnTo>
                <a:cubicBezTo>
                  <a:pt x="100679" y="327089"/>
                  <a:pt x="111347" y="337090"/>
                  <a:pt x="124111" y="343662"/>
                </a:cubicBezTo>
                <a:cubicBezTo>
                  <a:pt x="80010" y="357759"/>
                  <a:pt x="48006" y="399002"/>
                  <a:pt x="48006" y="447675"/>
                </a:cubicBezTo>
                <a:lnTo>
                  <a:pt x="48006" y="486156"/>
                </a:lnTo>
                <a:lnTo>
                  <a:pt x="266319" y="486156"/>
                </a:lnTo>
                <a:lnTo>
                  <a:pt x="266319" y="447675"/>
                </a:lnTo>
                <a:cubicBezTo>
                  <a:pt x="266319" y="398907"/>
                  <a:pt x="234410" y="357664"/>
                  <a:pt x="190310" y="343662"/>
                </a:cubicBezTo>
                <a:cubicBezTo>
                  <a:pt x="203073" y="337090"/>
                  <a:pt x="213646" y="327089"/>
                  <a:pt x="220694" y="314611"/>
                </a:cubicBezTo>
                <a:lnTo>
                  <a:pt x="264414" y="314611"/>
                </a:lnTo>
                <a:cubicBezTo>
                  <a:pt x="268986" y="327660"/>
                  <a:pt x="277082" y="338995"/>
                  <a:pt x="287560" y="347663"/>
                </a:cubicBezTo>
                <a:cubicBezTo>
                  <a:pt x="279559" y="351758"/>
                  <a:pt x="272129" y="356902"/>
                  <a:pt x="265367" y="362807"/>
                </a:cubicBezTo>
                <a:cubicBezTo>
                  <a:pt x="271367" y="370427"/>
                  <a:pt x="276511" y="378619"/>
                  <a:pt x="280797" y="387382"/>
                </a:cubicBezTo>
                <a:cubicBezTo>
                  <a:pt x="294704" y="373380"/>
                  <a:pt x="313944" y="364808"/>
                  <a:pt x="335185" y="364808"/>
                </a:cubicBezTo>
                <a:cubicBezTo>
                  <a:pt x="377571" y="364808"/>
                  <a:pt x="412051" y="399288"/>
                  <a:pt x="412051" y="441674"/>
                </a:cubicBezTo>
                <a:lnTo>
                  <a:pt x="412051" y="457772"/>
                </a:lnTo>
                <a:lnTo>
                  <a:pt x="294894" y="457772"/>
                </a:lnTo>
                <a:lnTo>
                  <a:pt x="294894" y="486251"/>
                </a:lnTo>
                <a:lnTo>
                  <a:pt x="294894" y="486347"/>
                </a:lnTo>
                <a:lnTo>
                  <a:pt x="440531" y="486347"/>
                </a:lnTo>
                <a:lnTo>
                  <a:pt x="440531" y="441674"/>
                </a:lnTo>
                <a:cubicBezTo>
                  <a:pt x="440531" y="400717"/>
                  <a:pt x="417005" y="365189"/>
                  <a:pt x="382715" y="347758"/>
                </a:cubicBezTo>
                <a:cubicBezTo>
                  <a:pt x="393192" y="339185"/>
                  <a:pt x="401288" y="327755"/>
                  <a:pt x="405860" y="314706"/>
                </a:cubicBezTo>
                <a:lnTo>
                  <a:pt x="461963" y="314706"/>
                </a:lnTo>
                <a:cubicBezTo>
                  <a:pt x="475012" y="314706"/>
                  <a:pt x="485680" y="304038"/>
                  <a:pt x="485680" y="290989"/>
                </a:cubicBezTo>
                <a:lnTo>
                  <a:pt x="485680" y="23717"/>
                </a:lnTo>
                <a:cubicBezTo>
                  <a:pt x="485775" y="10668"/>
                  <a:pt x="475107" y="0"/>
                  <a:pt x="462058" y="0"/>
                </a:cubicBezTo>
                <a:close/>
                <a:moveTo>
                  <a:pt x="372047" y="317659"/>
                </a:moveTo>
                <a:cubicBezTo>
                  <a:pt x="371285" y="318707"/>
                  <a:pt x="370427" y="319659"/>
                  <a:pt x="369570" y="320612"/>
                </a:cubicBezTo>
                <a:cubicBezTo>
                  <a:pt x="368808" y="321469"/>
                  <a:pt x="368046" y="322421"/>
                  <a:pt x="367094" y="323183"/>
                </a:cubicBezTo>
                <a:cubicBezTo>
                  <a:pt x="365474" y="324707"/>
                  <a:pt x="363760" y="326136"/>
                  <a:pt x="362045" y="327374"/>
                </a:cubicBezTo>
                <a:cubicBezTo>
                  <a:pt x="361283" y="327946"/>
                  <a:pt x="360426" y="328422"/>
                  <a:pt x="359664" y="328994"/>
                </a:cubicBezTo>
                <a:cubicBezTo>
                  <a:pt x="358045" y="330041"/>
                  <a:pt x="356330" y="330994"/>
                  <a:pt x="354521" y="331756"/>
                </a:cubicBezTo>
                <a:cubicBezTo>
                  <a:pt x="353949" y="332042"/>
                  <a:pt x="353378" y="332327"/>
                  <a:pt x="352806" y="332613"/>
                </a:cubicBezTo>
                <a:cubicBezTo>
                  <a:pt x="350425" y="333566"/>
                  <a:pt x="347948" y="334328"/>
                  <a:pt x="345472" y="334899"/>
                </a:cubicBezTo>
                <a:cubicBezTo>
                  <a:pt x="344805" y="335090"/>
                  <a:pt x="344138" y="335185"/>
                  <a:pt x="343472" y="335280"/>
                </a:cubicBezTo>
                <a:cubicBezTo>
                  <a:pt x="340805" y="335756"/>
                  <a:pt x="338042" y="336137"/>
                  <a:pt x="335185" y="336137"/>
                </a:cubicBezTo>
                <a:cubicBezTo>
                  <a:pt x="332327" y="336137"/>
                  <a:pt x="329565" y="335756"/>
                  <a:pt x="326898" y="335280"/>
                </a:cubicBezTo>
                <a:cubicBezTo>
                  <a:pt x="326231" y="335185"/>
                  <a:pt x="325565" y="334994"/>
                  <a:pt x="324898" y="334899"/>
                </a:cubicBezTo>
                <a:cubicBezTo>
                  <a:pt x="322326" y="334328"/>
                  <a:pt x="319850" y="333566"/>
                  <a:pt x="317564" y="332613"/>
                </a:cubicBezTo>
                <a:cubicBezTo>
                  <a:pt x="316992" y="332327"/>
                  <a:pt x="316421" y="332042"/>
                  <a:pt x="315849" y="331756"/>
                </a:cubicBezTo>
                <a:cubicBezTo>
                  <a:pt x="314039" y="330899"/>
                  <a:pt x="312325" y="330041"/>
                  <a:pt x="310706" y="328994"/>
                </a:cubicBezTo>
                <a:cubicBezTo>
                  <a:pt x="309848" y="328517"/>
                  <a:pt x="309086" y="327946"/>
                  <a:pt x="308324" y="327374"/>
                </a:cubicBezTo>
                <a:cubicBezTo>
                  <a:pt x="306515" y="326041"/>
                  <a:pt x="304800" y="324707"/>
                  <a:pt x="303276" y="323183"/>
                </a:cubicBezTo>
                <a:cubicBezTo>
                  <a:pt x="302419" y="322326"/>
                  <a:pt x="301657" y="321469"/>
                  <a:pt x="300800" y="320612"/>
                </a:cubicBezTo>
                <a:cubicBezTo>
                  <a:pt x="299942" y="319659"/>
                  <a:pt x="299085" y="318611"/>
                  <a:pt x="298323" y="317659"/>
                </a:cubicBezTo>
                <a:cubicBezTo>
                  <a:pt x="292418" y="309848"/>
                  <a:pt x="288703" y="300228"/>
                  <a:pt x="288703" y="289655"/>
                </a:cubicBezTo>
                <a:cubicBezTo>
                  <a:pt x="288703" y="288417"/>
                  <a:pt x="288989" y="287179"/>
                  <a:pt x="289084" y="286036"/>
                </a:cubicBezTo>
                <a:cubicBezTo>
                  <a:pt x="289084" y="286036"/>
                  <a:pt x="289084" y="286036"/>
                  <a:pt x="289084" y="286036"/>
                </a:cubicBezTo>
                <a:cubicBezTo>
                  <a:pt x="289751" y="277082"/>
                  <a:pt x="292989" y="268891"/>
                  <a:pt x="298037" y="262033"/>
                </a:cubicBezTo>
                <a:cubicBezTo>
                  <a:pt x="298133" y="261938"/>
                  <a:pt x="298228" y="261842"/>
                  <a:pt x="298323" y="261747"/>
                </a:cubicBezTo>
                <a:cubicBezTo>
                  <a:pt x="299942" y="259652"/>
                  <a:pt x="301657" y="257651"/>
                  <a:pt x="303562" y="255842"/>
                </a:cubicBezTo>
                <a:cubicBezTo>
                  <a:pt x="303943" y="255461"/>
                  <a:pt x="304419" y="255175"/>
                  <a:pt x="304800" y="254794"/>
                </a:cubicBezTo>
                <a:cubicBezTo>
                  <a:pt x="306515" y="253270"/>
                  <a:pt x="308229" y="251841"/>
                  <a:pt x="310134" y="250603"/>
                </a:cubicBezTo>
                <a:cubicBezTo>
                  <a:pt x="310991" y="250031"/>
                  <a:pt x="311944" y="249650"/>
                  <a:pt x="312896" y="249079"/>
                </a:cubicBezTo>
                <a:cubicBezTo>
                  <a:pt x="314516" y="248222"/>
                  <a:pt x="316040" y="247269"/>
                  <a:pt x="317754" y="246602"/>
                </a:cubicBezTo>
                <a:cubicBezTo>
                  <a:pt x="319278" y="245936"/>
                  <a:pt x="320897" y="245555"/>
                  <a:pt x="322517" y="245174"/>
                </a:cubicBezTo>
                <a:cubicBezTo>
                  <a:pt x="323755" y="244793"/>
                  <a:pt x="324898" y="244316"/>
                  <a:pt x="326231" y="244031"/>
                </a:cubicBezTo>
                <a:cubicBezTo>
                  <a:pt x="329184" y="243459"/>
                  <a:pt x="332232" y="243078"/>
                  <a:pt x="335375" y="243078"/>
                </a:cubicBezTo>
                <a:cubicBezTo>
                  <a:pt x="338519" y="243078"/>
                  <a:pt x="341567" y="243364"/>
                  <a:pt x="344519" y="244031"/>
                </a:cubicBezTo>
                <a:cubicBezTo>
                  <a:pt x="345758" y="244316"/>
                  <a:pt x="346996" y="244793"/>
                  <a:pt x="348234" y="245174"/>
                </a:cubicBezTo>
                <a:cubicBezTo>
                  <a:pt x="349853" y="245650"/>
                  <a:pt x="351473" y="246031"/>
                  <a:pt x="352997" y="246602"/>
                </a:cubicBezTo>
                <a:cubicBezTo>
                  <a:pt x="354711" y="247269"/>
                  <a:pt x="356235" y="248222"/>
                  <a:pt x="357854" y="249079"/>
                </a:cubicBezTo>
                <a:cubicBezTo>
                  <a:pt x="358712" y="249555"/>
                  <a:pt x="359759" y="250031"/>
                  <a:pt x="360617" y="250603"/>
                </a:cubicBezTo>
                <a:cubicBezTo>
                  <a:pt x="362522" y="251841"/>
                  <a:pt x="364236" y="253270"/>
                  <a:pt x="365950" y="254794"/>
                </a:cubicBezTo>
                <a:cubicBezTo>
                  <a:pt x="366332" y="255175"/>
                  <a:pt x="366808" y="255461"/>
                  <a:pt x="367189" y="255842"/>
                </a:cubicBezTo>
                <a:cubicBezTo>
                  <a:pt x="369094" y="257651"/>
                  <a:pt x="370808" y="259652"/>
                  <a:pt x="372428" y="261747"/>
                </a:cubicBezTo>
                <a:cubicBezTo>
                  <a:pt x="372523" y="261842"/>
                  <a:pt x="372618" y="261938"/>
                  <a:pt x="372713" y="262033"/>
                </a:cubicBezTo>
                <a:cubicBezTo>
                  <a:pt x="377762" y="268796"/>
                  <a:pt x="380905" y="277082"/>
                  <a:pt x="381667" y="286036"/>
                </a:cubicBezTo>
                <a:cubicBezTo>
                  <a:pt x="381667" y="286036"/>
                  <a:pt x="381667" y="286036"/>
                  <a:pt x="381667" y="286036"/>
                </a:cubicBezTo>
                <a:cubicBezTo>
                  <a:pt x="381762" y="287274"/>
                  <a:pt x="382048" y="288417"/>
                  <a:pt x="382048" y="289655"/>
                </a:cubicBezTo>
                <a:cubicBezTo>
                  <a:pt x="381572" y="300228"/>
                  <a:pt x="377952" y="309848"/>
                  <a:pt x="372047" y="317659"/>
                </a:cubicBezTo>
                <a:close/>
                <a:moveTo>
                  <a:pt x="457200" y="286036"/>
                </a:moveTo>
                <a:lnTo>
                  <a:pt x="409956" y="286036"/>
                </a:lnTo>
                <a:cubicBezTo>
                  <a:pt x="408051" y="246412"/>
                  <a:pt x="375285" y="214694"/>
                  <a:pt x="335090" y="214694"/>
                </a:cubicBezTo>
                <a:cubicBezTo>
                  <a:pt x="294894" y="214694"/>
                  <a:pt x="262128" y="246412"/>
                  <a:pt x="260223" y="286036"/>
                </a:cubicBezTo>
                <a:lnTo>
                  <a:pt x="229553" y="286036"/>
                </a:lnTo>
                <a:cubicBezTo>
                  <a:pt x="229743" y="283750"/>
                  <a:pt x="229934" y="281464"/>
                  <a:pt x="229934" y="279083"/>
                </a:cubicBezTo>
                <a:cubicBezTo>
                  <a:pt x="229934" y="238887"/>
                  <a:pt x="197358" y="206312"/>
                  <a:pt x="157163" y="206312"/>
                </a:cubicBezTo>
                <a:cubicBezTo>
                  <a:pt x="116967" y="206312"/>
                  <a:pt x="84392" y="238887"/>
                  <a:pt x="84392" y="279083"/>
                </a:cubicBezTo>
                <a:cubicBezTo>
                  <a:pt x="84392" y="281464"/>
                  <a:pt x="84487" y="283750"/>
                  <a:pt x="84773" y="286036"/>
                </a:cubicBezTo>
                <a:lnTo>
                  <a:pt x="28575" y="286036"/>
                </a:lnTo>
                <a:lnTo>
                  <a:pt x="28575" y="28575"/>
                </a:lnTo>
                <a:lnTo>
                  <a:pt x="457200" y="28575"/>
                </a:lnTo>
                <a:lnTo>
                  <a:pt x="457200" y="286036"/>
                </a:lnTo>
                <a:close/>
                <a:moveTo>
                  <a:pt x="197168" y="191262"/>
                </a:moveTo>
                <a:lnTo>
                  <a:pt x="197168" y="92202"/>
                </a:lnTo>
                <a:cubicBezTo>
                  <a:pt x="197168" y="86963"/>
                  <a:pt x="200025" y="82201"/>
                  <a:pt x="204597" y="79629"/>
                </a:cubicBezTo>
                <a:cubicBezTo>
                  <a:pt x="209169" y="77153"/>
                  <a:pt x="214789" y="77343"/>
                  <a:pt x="219170" y="80105"/>
                </a:cubicBezTo>
                <a:lnTo>
                  <a:pt x="295370" y="129064"/>
                </a:lnTo>
                <a:cubicBezTo>
                  <a:pt x="299466" y="131636"/>
                  <a:pt x="301943" y="136208"/>
                  <a:pt x="301943" y="140970"/>
                </a:cubicBezTo>
                <a:cubicBezTo>
                  <a:pt x="301943" y="145828"/>
                  <a:pt x="299561" y="150305"/>
                  <a:pt x="295466" y="152972"/>
                </a:cubicBezTo>
                <a:lnTo>
                  <a:pt x="219266" y="203073"/>
                </a:lnTo>
                <a:cubicBezTo>
                  <a:pt x="216884" y="204597"/>
                  <a:pt x="214122" y="205454"/>
                  <a:pt x="211455" y="205454"/>
                </a:cubicBezTo>
                <a:cubicBezTo>
                  <a:pt x="209169" y="205454"/>
                  <a:pt x="206788" y="204883"/>
                  <a:pt x="204692" y="203740"/>
                </a:cubicBezTo>
                <a:cubicBezTo>
                  <a:pt x="200025" y="201359"/>
                  <a:pt x="197168" y="196501"/>
                  <a:pt x="197168" y="191262"/>
                </a:cubicBezTo>
                <a:close/>
              </a:path>
            </a:pathLst>
          </a:custGeom>
          <a:solidFill>
            <a:schemeClr val="bg1"/>
          </a:solidFill>
          <a:ln w="9525" cap="flat">
            <a:noFill/>
            <a:prstDash val="solid"/>
            <a:miter/>
          </a:ln>
        </p:spPr>
        <p:txBody>
          <a:bodyPr rtlCol="0" anchor="ctr"/>
          <a:lstStyle/>
          <a:p>
            <a:endParaRPr lang="en-US"/>
          </a:p>
        </p:txBody>
      </p:sp>
      <p:sp>
        <p:nvSpPr>
          <p:cNvPr id="88" name="Grafik 74">
            <a:extLst>
              <a:ext uri="{FF2B5EF4-FFF2-40B4-BE49-F238E27FC236}">
                <a16:creationId xmlns:a16="http://schemas.microsoft.com/office/drawing/2014/main" id="{A61F5F68-2DBD-4DB7-B1E8-33949D342D7E}"/>
              </a:ext>
            </a:extLst>
          </p:cNvPr>
          <p:cNvSpPr/>
          <p:nvPr/>
        </p:nvSpPr>
        <p:spPr bwMode="gray">
          <a:xfrm>
            <a:off x="6614382" y="2834447"/>
            <a:ext cx="485584" cy="499871"/>
          </a:xfrm>
          <a:custGeom>
            <a:avLst/>
            <a:gdLst>
              <a:gd name="connsiteX0" fmla="*/ 271177 w 485584"/>
              <a:gd name="connsiteY0" fmla="*/ 78772 h 499871"/>
              <a:gd name="connsiteX1" fmla="*/ 271177 w 485584"/>
              <a:gd name="connsiteY1" fmla="*/ 28575 h 499871"/>
              <a:gd name="connsiteX2" fmla="*/ 299752 w 485584"/>
              <a:gd name="connsiteY2" fmla="*/ 0 h 499871"/>
              <a:gd name="connsiteX3" fmla="*/ 328327 w 485584"/>
              <a:gd name="connsiteY3" fmla="*/ 28575 h 499871"/>
              <a:gd name="connsiteX4" fmla="*/ 328327 w 485584"/>
              <a:gd name="connsiteY4" fmla="*/ 78772 h 499871"/>
              <a:gd name="connsiteX5" fmla="*/ 299752 w 485584"/>
              <a:gd name="connsiteY5" fmla="*/ 107347 h 499871"/>
              <a:gd name="connsiteX6" fmla="*/ 271177 w 485584"/>
              <a:gd name="connsiteY6" fmla="*/ 78772 h 499871"/>
              <a:gd name="connsiteX7" fmla="*/ 185642 w 485584"/>
              <a:gd name="connsiteY7" fmla="*/ 107347 h 499871"/>
              <a:gd name="connsiteX8" fmla="*/ 214217 w 485584"/>
              <a:gd name="connsiteY8" fmla="*/ 78772 h 499871"/>
              <a:gd name="connsiteX9" fmla="*/ 214217 w 485584"/>
              <a:gd name="connsiteY9" fmla="*/ 28575 h 499871"/>
              <a:gd name="connsiteX10" fmla="*/ 185642 w 485584"/>
              <a:gd name="connsiteY10" fmla="*/ 0 h 499871"/>
              <a:gd name="connsiteX11" fmla="*/ 157067 w 485584"/>
              <a:gd name="connsiteY11" fmla="*/ 28575 h 499871"/>
              <a:gd name="connsiteX12" fmla="*/ 157067 w 485584"/>
              <a:gd name="connsiteY12" fmla="*/ 78772 h 499871"/>
              <a:gd name="connsiteX13" fmla="*/ 185642 w 485584"/>
              <a:gd name="connsiteY13" fmla="*/ 107347 h 499871"/>
              <a:gd name="connsiteX14" fmla="*/ 485585 w 485584"/>
              <a:gd name="connsiteY14" fmla="*/ 52388 h 499871"/>
              <a:gd name="connsiteX15" fmla="*/ 485585 w 485584"/>
              <a:gd name="connsiteY15" fmla="*/ 476060 h 499871"/>
              <a:gd name="connsiteX16" fmla="*/ 461772 w 485584"/>
              <a:gd name="connsiteY16" fmla="*/ 499872 h 499871"/>
              <a:gd name="connsiteX17" fmla="*/ 23813 w 485584"/>
              <a:gd name="connsiteY17" fmla="*/ 499872 h 499871"/>
              <a:gd name="connsiteX18" fmla="*/ 0 w 485584"/>
              <a:gd name="connsiteY18" fmla="*/ 476060 h 499871"/>
              <a:gd name="connsiteX19" fmla="*/ 0 w 485584"/>
              <a:gd name="connsiteY19" fmla="*/ 52292 h 499871"/>
              <a:gd name="connsiteX20" fmla="*/ 23813 w 485584"/>
              <a:gd name="connsiteY20" fmla="*/ 28480 h 499871"/>
              <a:gd name="connsiteX21" fmla="*/ 99917 w 485584"/>
              <a:gd name="connsiteY21" fmla="*/ 28480 h 499871"/>
              <a:gd name="connsiteX22" fmla="*/ 99917 w 485584"/>
              <a:gd name="connsiteY22" fmla="*/ 57055 h 499871"/>
              <a:gd name="connsiteX23" fmla="*/ 28575 w 485584"/>
              <a:gd name="connsiteY23" fmla="*/ 57055 h 499871"/>
              <a:gd name="connsiteX24" fmla="*/ 28575 w 485584"/>
              <a:gd name="connsiteY24" fmla="*/ 142780 h 499871"/>
              <a:gd name="connsiteX25" fmla="*/ 457010 w 485584"/>
              <a:gd name="connsiteY25" fmla="*/ 142780 h 499871"/>
              <a:gd name="connsiteX26" fmla="*/ 457010 w 485584"/>
              <a:gd name="connsiteY26" fmla="*/ 57150 h 499871"/>
              <a:gd name="connsiteX27" fmla="*/ 386334 w 485584"/>
              <a:gd name="connsiteY27" fmla="*/ 57150 h 499871"/>
              <a:gd name="connsiteX28" fmla="*/ 386334 w 485584"/>
              <a:gd name="connsiteY28" fmla="*/ 28575 h 499871"/>
              <a:gd name="connsiteX29" fmla="*/ 461772 w 485584"/>
              <a:gd name="connsiteY29" fmla="*/ 28575 h 499871"/>
              <a:gd name="connsiteX30" fmla="*/ 485585 w 485584"/>
              <a:gd name="connsiteY30" fmla="*/ 52388 h 499871"/>
              <a:gd name="connsiteX31" fmla="*/ 457010 w 485584"/>
              <a:gd name="connsiteY31" fmla="*/ 471297 h 499871"/>
              <a:gd name="connsiteX32" fmla="*/ 457010 w 485584"/>
              <a:gd name="connsiteY32" fmla="*/ 171355 h 499871"/>
              <a:gd name="connsiteX33" fmla="*/ 28575 w 485584"/>
              <a:gd name="connsiteY33" fmla="*/ 171355 h 499871"/>
              <a:gd name="connsiteX34" fmla="*/ 28575 w 485584"/>
              <a:gd name="connsiteY34" fmla="*/ 471202 h 499871"/>
              <a:gd name="connsiteX35" fmla="*/ 457010 w 485584"/>
              <a:gd name="connsiteY35" fmla="*/ 471202 h 499871"/>
              <a:gd name="connsiteX36" fmla="*/ 166783 w 485584"/>
              <a:gd name="connsiteY36" fmla="*/ 292513 h 499871"/>
              <a:gd name="connsiteX37" fmla="*/ 138208 w 485584"/>
              <a:gd name="connsiteY37" fmla="*/ 321088 h 499871"/>
              <a:gd name="connsiteX38" fmla="*/ 166783 w 485584"/>
              <a:gd name="connsiteY38" fmla="*/ 349663 h 499871"/>
              <a:gd name="connsiteX39" fmla="*/ 195358 w 485584"/>
              <a:gd name="connsiteY39" fmla="*/ 321088 h 499871"/>
              <a:gd name="connsiteX40" fmla="*/ 166783 w 485584"/>
              <a:gd name="connsiteY40" fmla="*/ 292513 h 499871"/>
              <a:gd name="connsiteX41" fmla="*/ 90392 w 485584"/>
              <a:gd name="connsiteY41" fmla="*/ 292513 h 499871"/>
              <a:gd name="connsiteX42" fmla="*/ 61817 w 485584"/>
              <a:gd name="connsiteY42" fmla="*/ 321088 h 499871"/>
              <a:gd name="connsiteX43" fmla="*/ 90392 w 485584"/>
              <a:gd name="connsiteY43" fmla="*/ 349663 h 499871"/>
              <a:gd name="connsiteX44" fmla="*/ 118967 w 485584"/>
              <a:gd name="connsiteY44" fmla="*/ 321088 h 499871"/>
              <a:gd name="connsiteX45" fmla="*/ 90392 w 485584"/>
              <a:gd name="connsiteY45" fmla="*/ 292513 h 499871"/>
              <a:gd name="connsiteX46" fmla="*/ 242792 w 485584"/>
              <a:gd name="connsiteY46" fmla="*/ 292513 h 499871"/>
              <a:gd name="connsiteX47" fmla="*/ 214217 w 485584"/>
              <a:gd name="connsiteY47" fmla="*/ 321088 h 499871"/>
              <a:gd name="connsiteX48" fmla="*/ 242792 w 485584"/>
              <a:gd name="connsiteY48" fmla="*/ 349663 h 499871"/>
              <a:gd name="connsiteX49" fmla="*/ 271367 w 485584"/>
              <a:gd name="connsiteY49" fmla="*/ 321088 h 499871"/>
              <a:gd name="connsiteX50" fmla="*/ 242792 w 485584"/>
              <a:gd name="connsiteY50" fmla="*/ 292513 h 499871"/>
              <a:gd name="connsiteX51" fmla="*/ 318802 w 485584"/>
              <a:gd name="connsiteY51" fmla="*/ 292513 h 499871"/>
              <a:gd name="connsiteX52" fmla="*/ 290227 w 485584"/>
              <a:gd name="connsiteY52" fmla="*/ 321088 h 499871"/>
              <a:gd name="connsiteX53" fmla="*/ 318802 w 485584"/>
              <a:gd name="connsiteY53" fmla="*/ 349663 h 499871"/>
              <a:gd name="connsiteX54" fmla="*/ 347377 w 485584"/>
              <a:gd name="connsiteY54" fmla="*/ 321088 h 499871"/>
              <a:gd name="connsiteX55" fmla="*/ 318802 w 485584"/>
              <a:gd name="connsiteY55" fmla="*/ 292513 h 499871"/>
              <a:gd name="connsiteX56" fmla="*/ 394811 w 485584"/>
              <a:gd name="connsiteY56" fmla="*/ 292513 h 499871"/>
              <a:gd name="connsiteX57" fmla="*/ 366236 w 485584"/>
              <a:gd name="connsiteY57" fmla="*/ 321088 h 499871"/>
              <a:gd name="connsiteX58" fmla="*/ 394811 w 485584"/>
              <a:gd name="connsiteY58" fmla="*/ 349663 h 499871"/>
              <a:gd name="connsiteX59" fmla="*/ 423386 w 485584"/>
              <a:gd name="connsiteY59" fmla="*/ 321088 h 499871"/>
              <a:gd name="connsiteX60" fmla="*/ 394811 w 485584"/>
              <a:gd name="connsiteY60" fmla="*/ 292513 h 499871"/>
              <a:gd name="connsiteX61" fmla="*/ 166783 w 485584"/>
              <a:gd name="connsiteY61" fmla="*/ 368713 h 499871"/>
              <a:gd name="connsiteX62" fmla="*/ 138208 w 485584"/>
              <a:gd name="connsiteY62" fmla="*/ 397288 h 499871"/>
              <a:gd name="connsiteX63" fmla="*/ 166783 w 485584"/>
              <a:gd name="connsiteY63" fmla="*/ 425863 h 499871"/>
              <a:gd name="connsiteX64" fmla="*/ 195358 w 485584"/>
              <a:gd name="connsiteY64" fmla="*/ 397288 h 499871"/>
              <a:gd name="connsiteX65" fmla="*/ 166783 w 485584"/>
              <a:gd name="connsiteY65" fmla="*/ 368713 h 499871"/>
              <a:gd name="connsiteX66" fmla="*/ 90392 w 485584"/>
              <a:gd name="connsiteY66" fmla="*/ 368713 h 499871"/>
              <a:gd name="connsiteX67" fmla="*/ 61817 w 485584"/>
              <a:gd name="connsiteY67" fmla="*/ 397288 h 499871"/>
              <a:gd name="connsiteX68" fmla="*/ 90392 w 485584"/>
              <a:gd name="connsiteY68" fmla="*/ 425863 h 499871"/>
              <a:gd name="connsiteX69" fmla="*/ 118967 w 485584"/>
              <a:gd name="connsiteY69" fmla="*/ 397288 h 499871"/>
              <a:gd name="connsiteX70" fmla="*/ 90392 w 485584"/>
              <a:gd name="connsiteY70" fmla="*/ 368713 h 499871"/>
              <a:gd name="connsiteX71" fmla="*/ 242792 w 485584"/>
              <a:gd name="connsiteY71" fmla="*/ 368713 h 499871"/>
              <a:gd name="connsiteX72" fmla="*/ 214217 w 485584"/>
              <a:gd name="connsiteY72" fmla="*/ 397288 h 499871"/>
              <a:gd name="connsiteX73" fmla="*/ 242792 w 485584"/>
              <a:gd name="connsiteY73" fmla="*/ 425863 h 499871"/>
              <a:gd name="connsiteX74" fmla="*/ 271367 w 485584"/>
              <a:gd name="connsiteY74" fmla="*/ 397288 h 499871"/>
              <a:gd name="connsiteX75" fmla="*/ 242792 w 485584"/>
              <a:gd name="connsiteY75" fmla="*/ 368713 h 499871"/>
              <a:gd name="connsiteX76" fmla="*/ 318802 w 485584"/>
              <a:gd name="connsiteY76" fmla="*/ 368713 h 499871"/>
              <a:gd name="connsiteX77" fmla="*/ 290227 w 485584"/>
              <a:gd name="connsiteY77" fmla="*/ 397288 h 499871"/>
              <a:gd name="connsiteX78" fmla="*/ 318802 w 485584"/>
              <a:gd name="connsiteY78" fmla="*/ 425863 h 499871"/>
              <a:gd name="connsiteX79" fmla="*/ 347377 w 485584"/>
              <a:gd name="connsiteY79" fmla="*/ 397288 h 499871"/>
              <a:gd name="connsiteX80" fmla="*/ 318802 w 485584"/>
              <a:gd name="connsiteY80" fmla="*/ 368713 h 499871"/>
              <a:gd name="connsiteX81" fmla="*/ 166783 w 485584"/>
              <a:gd name="connsiteY81" fmla="*/ 216313 h 499871"/>
              <a:gd name="connsiteX82" fmla="*/ 138208 w 485584"/>
              <a:gd name="connsiteY82" fmla="*/ 244888 h 499871"/>
              <a:gd name="connsiteX83" fmla="*/ 166783 w 485584"/>
              <a:gd name="connsiteY83" fmla="*/ 273463 h 499871"/>
              <a:gd name="connsiteX84" fmla="*/ 195358 w 485584"/>
              <a:gd name="connsiteY84" fmla="*/ 244888 h 499871"/>
              <a:gd name="connsiteX85" fmla="*/ 166783 w 485584"/>
              <a:gd name="connsiteY85" fmla="*/ 216313 h 499871"/>
              <a:gd name="connsiteX86" fmla="*/ 242792 w 485584"/>
              <a:gd name="connsiteY86" fmla="*/ 216313 h 499871"/>
              <a:gd name="connsiteX87" fmla="*/ 214217 w 485584"/>
              <a:gd name="connsiteY87" fmla="*/ 244888 h 499871"/>
              <a:gd name="connsiteX88" fmla="*/ 242792 w 485584"/>
              <a:gd name="connsiteY88" fmla="*/ 273463 h 499871"/>
              <a:gd name="connsiteX89" fmla="*/ 271367 w 485584"/>
              <a:gd name="connsiteY89" fmla="*/ 244888 h 499871"/>
              <a:gd name="connsiteX90" fmla="*/ 242792 w 485584"/>
              <a:gd name="connsiteY90" fmla="*/ 216313 h 499871"/>
              <a:gd name="connsiteX91" fmla="*/ 318802 w 485584"/>
              <a:gd name="connsiteY91" fmla="*/ 216313 h 499871"/>
              <a:gd name="connsiteX92" fmla="*/ 290227 w 485584"/>
              <a:gd name="connsiteY92" fmla="*/ 244888 h 499871"/>
              <a:gd name="connsiteX93" fmla="*/ 318802 w 485584"/>
              <a:gd name="connsiteY93" fmla="*/ 273463 h 499871"/>
              <a:gd name="connsiteX94" fmla="*/ 347377 w 485584"/>
              <a:gd name="connsiteY94" fmla="*/ 244888 h 499871"/>
              <a:gd name="connsiteX95" fmla="*/ 318802 w 485584"/>
              <a:gd name="connsiteY95" fmla="*/ 216313 h 499871"/>
              <a:gd name="connsiteX96" fmla="*/ 394811 w 485584"/>
              <a:gd name="connsiteY96" fmla="*/ 216313 h 499871"/>
              <a:gd name="connsiteX97" fmla="*/ 366236 w 485584"/>
              <a:gd name="connsiteY97" fmla="*/ 244888 h 499871"/>
              <a:gd name="connsiteX98" fmla="*/ 394811 w 485584"/>
              <a:gd name="connsiteY98" fmla="*/ 273463 h 499871"/>
              <a:gd name="connsiteX99" fmla="*/ 423386 w 485584"/>
              <a:gd name="connsiteY99" fmla="*/ 244888 h 499871"/>
              <a:gd name="connsiteX100" fmla="*/ 394811 w 485584"/>
              <a:gd name="connsiteY100" fmla="*/ 216313 h 49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485584" h="499871">
                <a:moveTo>
                  <a:pt x="271177" y="78772"/>
                </a:moveTo>
                <a:lnTo>
                  <a:pt x="271177" y="28575"/>
                </a:lnTo>
                <a:cubicBezTo>
                  <a:pt x="271177" y="12764"/>
                  <a:pt x="283940" y="0"/>
                  <a:pt x="299752" y="0"/>
                </a:cubicBezTo>
                <a:cubicBezTo>
                  <a:pt x="315563" y="0"/>
                  <a:pt x="328327" y="12764"/>
                  <a:pt x="328327" y="28575"/>
                </a:cubicBezTo>
                <a:lnTo>
                  <a:pt x="328327" y="78772"/>
                </a:lnTo>
                <a:cubicBezTo>
                  <a:pt x="328327" y="94583"/>
                  <a:pt x="315563" y="107347"/>
                  <a:pt x="299752" y="107347"/>
                </a:cubicBezTo>
                <a:cubicBezTo>
                  <a:pt x="283940" y="107347"/>
                  <a:pt x="271177" y="94583"/>
                  <a:pt x="271177" y="78772"/>
                </a:cubicBezTo>
                <a:close/>
                <a:moveTo>
                  <a:pt x="185642" y="107347"/>
                </a:moveTo>
                <a:cubicBezTo>
                  <a:pt x="201454" y="107347"/>
                  <a:pt x="214217" y="94583"/>
                  <a:pt x="214217" y="78772"/>
                </a:cubicBezTo>
                <a:lnTo>
                  <a:pt x="214217" y="28575"/>
                </a:lnTo>
                <a:cubicBezTo>
                  <a:pt x="214217" y="12764"/>
                  <a:pt x="201454" y="0"/>
                  <a:pt x="185642" y="0"/>
                </a:cubicBezTo>
                <a:cubicBezTo>
                  <a:pt x="169831" y="0"/>
                  <a:pt x="157067" y="12764"/>
                  <a:pt x="157067" y="28575"/>
                </a:cubicBezTo>
                <a:lnTo>
                  <a:pt x="157067" y="78772"/>
                </a:lnTo>
                <a:cubicBezTo>
                  <a:pt x="157067" y="94583"/>
                  <a:pt x="169831" y="107347"/>
                  <a:pt x="185642" y="107347"/>
                </a:cubicBezTo>
                <a:close/>
                <a:moveTo>
                  <a:pt x="485585" y="52388"/>
                </a:moveTo>
                <a:lnTo>
                  <a:pt x="485585" y="476060"/>
                </a:lnTo>
                <a:cubicBezTo>
                  <a:pt x="485585" y="489204"/>
                  <a:pt x="474917" y="499872"/>
                  <a:pt x="461772" y="499872"/>
                </a:cubicBezTo>
                <a:lnTo>
                  <a:pt x="23813" y="499872"/>
                </a:lnTo>
                <a:cubicBezTo>
                  <a:pt x="10668" y="499872"/>
                  <a:pt x="0" y="489204"/>
                  <a:pt x="0" y="476060"/>
                </a:cubicBezTo>
                <a:lnTo>
                  <a:pt x="0" y="52292"/>
                </a:lnTo>
                <a:cubicBezTo>
                  <a:pt x="0" y="39148"/>
                  <a:pt x="10668" y="28480"/>
                  <a:pt x="23813" y="28480"/>
                </a:cubicBezTo>
                <a:lnTo>
                  <a:pt x="99917" y="28480"/>
                </a:lnTo>
                <a:lnTo>
                  <a:pt x="99917" y="57055"/>
                </a:lnTo>
                <a:lnTo>
                  <a:pt x="28575" y="57055"/>
                </a:lnTo>
                <a:lnTo>
                  <a:pt x="28575" y="142780"/>
                </a:lnTo>
                <a:lnTo>
                  <a:pt x="457010" y="142780"/>
                </a:lnTo>
                <a:lnTo>
                  <a:pt x="457010" y="57150"/>
                </a:lnTo>
                <a:lnTo>
                  <a:pt x="386334" y="57150"/>
                </a:lnTo>
                <a:lnTo>
                  <a:pt x="386334" y="28575"/>
                </a:lnTo>
                <a:lnTo>
                  <a:pt x="461772" y="28575"/>
                </a:lnTo>
                <a:cubicBezTo>
                  <a:pt x="474821" y="28575"/>
                  <a:pt x="485585" y="39243"/>
                  <a:pt x="485585" y="52388"/>
                </a:cubicBezTo>
                <a:close/>
                <a:moveTo>
                  <a:pt x="457010" y="471297"/>
                </a:moveTo>
                <a:lnTo>
                  <a:pt x="457010" y="171355"/>
                </a:lnTo>
                <a:lnTo>
                  <a:pt x="28575" y="171355"/>
                </a:lnTo>
                <a:lnTo>
                  <a:pt x="28575" y="471202"/>
                </a:lnTo>
                <a:lnTo>
                  <a:pt x="457010" y="471202"/>
                </a:lnTo>
                <a:close/>
                <a:moveTo>
                  <a:pt x="166783" y="292513"/>
                </a:moveTo>
                <a:cubicBezTo>
                  <a:pt x="150971" y="292513"/>
                  <a:pt x="138208" y="305276"/>
                  <a:pt x="138208" y="321088"/>
                </a:cubicBezTo>
                <a:cubicBezTo>
                  <a:pt x="138208" y="336899"/>
                  <a:pt x="150971" y="349663"/>
                  <a:pt x="166783" y="349663"/>
                </a:cubicBezTo>
                <a:cubicBezTo>
                  <a:pt x="182594" y="349663"/>
                  <a:pt x="195358" y="336899"/>
                  <a:pt x="195358" y="321088"/>
                </a:cubicBezTo>
                <a:cubicBezTo>
                  <a:pt x="195358" y="305276"/>
                  <a:pt x="182594" y="292513"/>
                  <a:pt x="166783" y="292513"/>
                </a:cubicBezTo>
                <a:close/>
                <a:moveTo>
                  <a:pt x="90392" y="292513"/>
                </a:moveTo>
                <a:cubicBezTo>
                  <a:pt x="74581" y="292513"/>
                  <a:pt x="61817" y="305276"/>
                  <a:pt x="61817" y="321088"/>
                </a:cubicBezTo>
                <a:cubicBezTo>
                  <a:pt x="61817" y="336899"/>
                  <a:pt x="74581" y="349663"/>
                  <a:pt x="90392" y="349663"/>
                </a:cubicBezTo>
                <a:cubicBezTo>
                  <a:pt x="106204" y="349663"/>
                  <a:pt x="118967" y="336899"/>
                  <a:pt x="118967" y="321088"/>
                </a:cubicBezTo>
                <a:cubicBezTo>
                  <a:pt x="118967" y="305276"/>
                  <a:pt x="106204" y="292513"/>
                  <a:pt x="90392" y="292513"/>
                </a:cubicBezTo>
                <a:close/>
                <a:moveTo>
                  <a:pt x="242792" y="292513"/>
                </a:moveTo>
                <a:cubicBezTo>
                  <a:pt x="226981" y="292513"/>
                  <a:pt x="214217" y="305276"/>
                  <a:pt x="214217" y="321088"/>
                </a:cubicBezTo>
                <a:cubicBezTo>
                  <a:pt x="214217" y="336899"/>
                  <a:pt x="226981" y="349663"/>
                  <a:pt x="242792" y="349663"/>
                </a:cubicBezTo>
                <a:cubicBezTo>
                  <a:pt x="258604" y="349663"/>
                  <a:pt x="271367" y="336899"/>
                  <a:pt x="271367" y="321088"/>
                </a:cubicBezTo>
                <a:cubicBezTo>
                  <a:pt x="271367" y="305276"/>
                  <a:pt x="258604" y="292513"/>
                  <a:pt x="242792" y="292513"/>
                </a:cubicBezTo>
                <a:close/>
                <a:moveTo>
                  <a:pt x="318802" y="292513"/>
                </a:moveTo>
                <a:cubicBezTo>
                  <a:pt x="302990" y="292513"/>
                  <a:pt x="290227" y="305276"/>
                  <a:pt x="290227" y="321088"/>
                </a:cubicBezTo>
                <a:cubicBezTo>
                  <a:pt x="290227" y="336899"/>
                  <a:pt x="302990" y="349663"/>
                  <a:pt x="318802" y="349663"/>
                </a:cubicBezTo>
                <a:cubicBezTo>
                  <a:pt x="334613" y="349663"/>
                  <a:pt x="347377" y="336899"/>
                  <a:pt x="347377" y="321088"/>
                </a:cubicBezTo>
                <a:cubicBezTo>
                  <a:pt x="347377" y="305276"/>
                  <a:pt x="334613" y="292513"/>
                  <a:pt x="318802" y="292513"/>
                </a:cubicBezTo>
                <a:close/>
                <a:moveTo>
                  <a:pt x="394811" y="292513"/>
                </a:moveTo>
                <a:cubicBezTo>
                  <a:pt x="379000" y="292513"/>
                  <a:pt x="366236" y="305276"/>
                  <a:pt x="366236" y="321088"/>
                </a:cubicBezTo>
                <a:cubicBezTo>
                  <a:pt x="366236" y="336899"/>
                  <a:pt x="379000" y="349663"/>
                  <a:pt x="394811" y="349663"/>
                </a:cubicBezTo>
                <a:cubicBezTo>
                  <a:pt x="410623" y="349663"/>
                  <a:pt x="423386" y="336899"/>
                  <a:pt x="423386" y="321088"/>
                </a:cubicBezTo>
                <a:cubicBezTo>
                  <a:pt x="423386" y="305276"/>
                  <a:pt x="410623" y="292513"/>
                  <a:pt x="394811" y="292513"/>
                </a:cubicBezTo>
                <a:close/>
                <a:moveTo>
                  <a:pt x="166783" y="368713"/>
                </a:moveTo>
                <a:cubicBezTo>
                  <a:pt x="150971" y="368713"/>
                  <a:pt x="138208" y="381476"/>
                  <a:pt x="138208" y="397288"/>
                </a:cubicBezTo>
                <a:cubicBezTo>
                  <a:pt x="138208" y="413099"/>
                  <a:pt x="150971" y="425863"/>
                  <a:pt x="166783" y="425863"/>
                </a:cubicBezTo>
                <a:cubicBezTo>
                  <a:pt x="182594" y="425863"/>
                  <a:pt x="195358" y="413099"/>
                  <a:pt x="195358" y="397288"/>
                </a:cubicBezTo>
                <a:cubicBezTo>
                  <a:pt x="195358" y="381476"/>
                  <a:pt x="182594" y="368713"/>
                  <a:pt x="166783" y="368713"/>
                </a:cubicBezTo>
                <a:close/>
                <a:moveTo>
                  <a:pt x="90392" y="368713"/>
                </a:moveTo>
                <a:cubicBezTo>
                  <a:pt x="74581" y="368713"/>
                  <a:pt x="61817" y="381476"/>
                  <a:pt x="61817" y="397288"/>
                </a:cubicBezTo>
                <a:cubicBezTo>
                  <a:pt x="61817" y="413099"/>
                  <a:pt x="74581" y="425863"/>
                  <a:pt x="90392" y="425863"/>
                </a:cubicBezTo>
                <a:cubicBezTo>
                  <a:pt x="106204" y="425863"/>
                  <a:pt x="118967" y="413099"/>
                  <a:pt x="118967" y="397288"/>
                </a:cubicBezTo>
                <a:cubicBezTo>
                  <a:pt x="118967" y="381476"/>
                  <a:pt x="106204" y="368713"/>
                  <a:pt x="90392" y="368713"/>
                </a:cubicBezTo>
                <a:close/>
                <a:moveTo>
                  <a:pt x="242792" y="368713"/>
                </a:moveTo>
                <a:cubicBezTo>
                  <a:pt x="226981" y="368713"/>
                  <a:pt x="214217" y="381476"/>
                  <a:pt x="214217" y="397288"/>
                </a:cubicBezTo>
                <a:cubicBezTo>
                  <a:pt x="214217" y="413099"/>
                  <a:pt x="226981" y="425863"/>
                  <a:pt x="242792" y="425863"/>
                </a:cubicBezTo>
                <a:cubicBezTo>
                  <a:pt x="258604" y="425863"/>
                  <a:pt x="271367" y="413099"/>
                  <a:pt x="271367" y="397288"/>
                </a:cubicBezTo>
                <a:cubicBezTo>
                  <a:pt x="271367" y="381476"/>
                  <a:pt x="258604" y="368713"/>
                  <a:pt x="242792" y="368713"/>
                </a:cubicBezTo>
                <a:close/>
                <a:moveTo>
                  <a:pt x="318802" y="368713"/>
                </a:moveTo>
                <a:cubicBezTo>
                  <a:pt x="302990" y="368713"/>
                  <a:pt x="290227" y="381476"/>
                  <a:pt x="290227" y="397288"/>
                </a:cubicBezTo>
                <a:cubicBezTo>
                  <a:pt x="290227" y="413099"/>
                  <a:pt x="302990" y="425863"/>
                  <a:pt x="318802" y="425863"/>
                </a:cubicBezTo>
                <a:cubicBezTo>
                  <a:pt x="334613" y="425863"/>
                  <a:pt x="347377" y="413099"/>
                  <a:pt x="347377" y="397288"/>
                </a:cubicBezTo>
                <a:cubicBezTo>
                  <a:pt x="347377" y="381476"/>
                  <a:pt x="334613" y="368713"/>
                  <a:pt x="318802" y="368713"/>
                </a:cubicBezTo>
                <a:close/>
                <a:moveTo>
                  <a:pt x="166783" y="216313"/>
                </a:moveTo>
                <a:cubicBezTo>
                  <a:pt x="150971" y="216313"/>
                  <a:pt x="138208" y="229076"/>
                  <a:pt x="138208" y="244888"/>
                </a:cubicBezTo>
                <a:cubicBezTo>
                  <a:pt x="138208" y="260699"/>
                  <a:pt x="150971" y="273463"/>
                  <a:pt x="166783" y="273463"/>
                </a:cubicBezTo>
                <a:cubicBezTo>
                  <a:pt x="182594" y="273463"/>
                  <a:pt x="195358" y="260699"/>
                  <a:pt x="195358" y="244888"/>
                </a:cubicBezTo>
                <a:cubicBezTo>
                  <a:pt x="195358" y="229076"/>
                  <a:pt x="182594" y="216313"/>
                  <a:pt x="166783" y="216313"/>
                </a:cubicBezTo>
                <a:close/>
                <a:moveTo>
                  <a:pt x="242792" y="216313"/>
                </a:moveTo>
                <a:cubicBezTo>
                  <a:pt x="226981" y="216313"/>
                  <a:pt x="214217" y="229076"/>
                  <a:pt x="214217" y="244888"/>
                </a:cubicBezTo>
                <a:cubicBezTo>
                  <a:pt x="214217" y="260699"/>
                  <a:pt x="226981" y="273463"/>
                  <a:pt x="242792" y="273463"/>
                </a:cubicBezTo>
                <a:cubicBezTo>
                  <a:pt x="258604" y="273463"/>
                  <a:pt x="271367" y="260699"/>
                  <a:pt x="271367" y="244888"/>
                </a:cubicBezTo>
                <a:cubicBezTo>
                  <a:pt x="271367" y="229076"/>
                  <a:pt x="258604" y="216313"/>
                  <a:pt x="242792" y="216313"/>
                </a:cubicBezTo>
                <a:close/>
                <a:moveTo>
                  <a:pt x="318802" y="216313"/>
                </a:moveTo>
                <a:cubicBezTo>
                  <a:pt x="302990" y="216313"/>
                  <a:pt x="290227" y="229076"/>
                  <a:pt x="290227" y="244888"/>
                </a:cubicBezTo>
                <a:cubicBezTo>
                  <a:pt x="290227" y="260699"/>
                  <a:pt x="302990" y="273463"/>
                  <a:pt x="318802" y="273463"/>
                </a:cubicBezTo>
                <a:cubicBezTo>
                  <a:pt x="334613" y="273463"/>
                  <a:pt x="347377" y="260699"/>
                  <a:pt x="347377" y="244888"/>
                </a:cubicBezTo>
                <a:cubicBezTo>
                  <a:pt x="347377" y="229076"/>
                  <a:pt x="334613" y="216313"/>
                  <a:pt x="318802" y="216313"/>
                </a:cubicBezTo>
                <a:close/>
                <a:moveTo>
                  <a:pt x="394811" y="216313"/>
                </a:moveTo>
                <a:cubicBezTo>
                  <a:pt x="379000" y="216313"/>
                  <a:pt x="366236" y="229076"/>
                  <a:pt x="366236" y="244888"/>
                </a:cubicBezTo>
                <a:cubicBezTo>
                  <a:pt x="366236" y="260699"/>
                  <a:pt x="379000" y="273463"/>
                  <a:pt x="394811" y="273463"/>
                </a:cubicBezTo>
                <a:cubicBezTo>
                  <a:pt x="410623" y="273463"/>
                  <a:pt x="423386" y="260699"/>
                  <a:pt x="423386" y="244888"/>
                </a:cubicBezTo>
                <a:cubicBezTo>
                  <a:pt x="423386" y="229076"/>
                  <a:pt x="410623" y="216313"/>
                  <a:pt x="394811" y="216313"/>
                </a:cubicBezTo>
                <a:close/>
              </a:path>
            </a:pathLst>
          </a:custGeom>
          <a:solidFill>
            <a:schemeClr val="bg1"/>
          </a:solidFill>
          <a:ln w="9525" cap="flat">
            <a:noFill/>
            <a:prstDash val="solid"/>
            <a:miter/>
          </a:ln>
        </p:spPr>
        <p:txBody>
          <a:bodyPr rtlCol="0" anchor="ctr"/>
          <a:lstStyle/>
          <a:p>
            <a:endParaRPr lang="en-US"/>
          </a:p>
        </p:txBody>
      </p:sp>
      <p:sp>
        <p:nvSpPr>
          <p:cNvPr id="89" name="Grafik 80">
            <a:extLst>
              <a:ext uri="{FF2B5EF4-FFF2-40B4-BE49-F238E27FC236}">
                <a16:creationId xmlns:a16="http://schemas.microsoft.com/office/drawing/2014/main" id="{CD742216-9D4D-4323-A288-96A9721D66D4}"/>
              </a:ext>
            </a:extLst>
          </p:cNvPr>
          <p:cNvSpPr/>
          <p:nvPr/>
        </p:nvSpPr>
        <p:spPr bwMode="gray">
          <a:xfrm>
            <a:off x="4132774" y="2902134"/>
            <a:ext cx="485584" cy="385953"/>
          </a:xfrm>
          <a:custGeom>
            <a:avLst/>
            <a:gdLst>
              <a:gd name="connsiteX0" fmla="*/ 461772 w 485584"/>
              <a:gd name="connsiteY0" fmla="*/ 0 h 385953"/>
              <a:gd name="connsiteX1" fmla="*/ 23813 w 485584"/>
              <a:gd name="connsiteY1" fmla="*/ 0 h 385953"/>
              <a:gd name="connsiteX2" fmla="*/ 0 w 485584"/>
              <a:gd name="connsiteY2" fmla="*/ 23813 h 385953"/>
              <a:gd name="connsiteX3" fmla="*/ 0 w 485584"/>
              <a:gd name="connsiteY3" fmla="*/ 290513 h 385953"/>
              <a:gd name="connsiteX4" fmla="*/ 23813 w 485584"/>
              <a:gd name="connsiteY4" fmla="*/ 314325 h 385953"/>
              <a:gd name="connsiteX5" fmla="*/ 171355 w 485584"/>
              <a:gd name="connsiteY5" fmla="*/ 314325 h 385953"/>
              <a:gd name="connsiteX6" fmla="*/ 171355 w 485584"/>
              <a:gd name="connsiteY6" fmla="*/ 357378 h 385953"/>
              <a:gd name="connsiteX7" fmla="*/ 128492 w 485584"/>
              <a:gd name="connsiteY7" fmla="*/ 357378 h 385953"/>
              <a:gd name="connsiteX8" fmla="*/ 114205 w 485584"/>
              <a:gd name="connsiteY8" fmla="*/ 371666 h 385953"/>
              <a:gd name="connsiteX9" fmla="*/ 128492 w 485584"/>
              <a:gd name="connsiteY9" fmla="*/ 385953 h 385953"/>
              <a:gd name="connsiteX10" fmla="*/ 357092 w 485584"/>
              <a:gd name="connsiteY10" fmla="*/ 385953 h 385953"/>
              <a:gd name="connsiteX11" fmla="*/ 371380 w 485584"/>
              <a:gd name="connsiteY11" fmla="*/ 371666 h 385953"/>
              <a:gd name="connsiteX12" fmla="*/ 357092 w 485584"/>
              <a:gd name="connsiteY12" fmla="*/ 357378 h 385953"/>
              <a:gd name="connsiteX13" fmla="*/ 314230 w 485584"/>
              <a:gd name="connsiteY13" fmla="*/ 357378 h 385953"/>
              <a:gd name="connsiteX14" fmla="*/ 314230 w 485584"/>
              <a:gd name="connsiteY14" fmla="*/ 314325 h 385953"/>
              <a:gd name="connsiteX15" fmla="*/ 461772 w 485584"/>
              <a:gd name="connsiteY15" fmla="*/ 314325 h 385953"/>
              <a:gd name="connsiteX16" fmla="*/ 485585 w 485584"/>
              <a:gd name="connsiteY16" fmla="*/ 290513 h 385953"/>
              <a:gd name="connsiteX17" fmla="*/ 485585 w 485584"/>
              <a:gd name="connsiteY17" fmla="*/ 23813 h 385953"/>
              <a:gd name="connsiteX18" fmla="*/ 461772 w 485584"/>
              <a:gd name="connsiteY18" fmla="*/ 0 h 385953"/>
              <a:gd name="connsiteX19" fmla="*/ 285560 w 485584"/>
              <a:gd name="connsiteY19" fmla="*/ 357378 h 385953"/>
              <a:gd name="connsiteX20" fmla="*/ 199835 w 485584"/>
              <a:gd name="connsiteY20" fmla="*/ 357378 h 385953"/>
              <a:gd name="connsiteX21" fmla="*/ 199835 w 485584"/>
              <a:gd name="connsiteY21" fmla="*/ 314325 h 385953"/>
              <a:gd name="connsiteX22" fmla="*/ 285560 w 485584"/>
              <a:gd name="connsiteY22" fmla="*/ 314325 h 385953"/>
              <a:gd name="connsiteX23" fmla="*/ 285560 w 485584"/>
              <a:gd name="connsiteY23" fmla="*/ 357378 h 385953"/>
              <a:gd name="connsiteX24" fmla="*/ 457010 w 485584"/>
              <a:gd name="connsiteY24" fmla="*/ 285750 h 385953"/>
              <a:gd name="connsiteX25" fmla="*/ 28575 w 485584"/>
              <a:gd name="connsiteY25" fmla="*/ 285750 h 385953"/>
              <a:gd name="connsiteX26" fmla="*/ 28575 w 485584"/>
              <a:gd name="connsiteY26" fmla="*/ 28575 h 385953"/>
              <a:gd name="connsiteX27" fmla="*/ 457010 w 485584"/>
              <a:gd name="connsiteY27" fmla="*/ 28575 h 385953"/>
              <a:gd name="connsiteX28" fmla="*/ 457010 w 485584"/>
              <a:gd name="connsiteY28" fmla="*/ 285750 h 385953"/>
              <a:gd name="connsiteX29" fmla="*/ 47625 w 485584"/>
              <a:gd name="connsiteY29" fmla="*/ 238125 h 385953"/>
              <a:gd name="connsiteX30" fmla="*/ 76200 w 485584"/>
              <a:gd name="connsiteY30" fmla="*/ 209550 h 385953"/>
              <a:gd name="connsiteX31" fmla="*/ 79343 w 485584"/>
              <a:gd name="connsiteY31" fmla="*/ 209836 h 385953"/>
              <a:gd name="connsiteX32" fmla="*/ 102203 w 485584"/>
              <a:gd name="connsiteY32" fmla="*/ 179070 h 385953"/>
              <a:gd name="connsiteX33" fmla="*/ 99822 w 485584"/>
              <a:gd name="connsiteY33" fmla="*/ 167735 h 385953"/>
              <a:gd name="connsiteX34" fmla="*/ 128397 w 485584"/>
              <a:gd name="connsiteY34" fmla="*/ 139160 h 385953"/>
              <a:gd name="connsiteX35" fmla="*/ 156972 w 485584"/>
              <a:gd name="connsiteY35" fmla="*/ 167735 h 385953"/>
              <a:gd name="connsiteX36" fmla="*/ 156781 w 485584"/>
              <a:gd name="connsiteY36" fmla="*/ 169926 h 385953"/>
              <a:gd name="connsiteX37" fmla="*/ 182975 w 485584"/>
              <a:gd name="connsiteY37" fmla="*/ 188024 h 385953"/>
              <a:gd name="connsiteX38" fmla="*/ 195167 w 485584"/>
              <a:gd name="connsiteY38" fmla="*/ 185261 h 385953"/>
              <a:gd name="connsiteX39" fmla="*/ 200978 w 485584"/>
              <a:gd name="connsiteY39" fmla="*/ 185833 h 385953"/>
              <a:gd name="connsiteX40" fmla="*/ 243745 w 485584"/>
              <a:gd name="connsiteY40" fmla="*/ 137827 h 385953"/>
              <a:gd name="connsiteX41" fmla="*/ 242221 w 485584"/>
              <a:gd name="connsiteY41" fmla="*/ 128969 h 385953"/>
              <a:gd name="connsiteX42" fmla="*/ 270796 w 485584"/>
              <a:gd name="connsiteY42" fmla="*/ 100394 h 385953"/>
              <a:gd name="connsiteX43" fmla="*/ 299371 w 485584"/>
              <a:gd name="connsiteY43" fmla="*/ 128969 h 385953"/>
              <a:gd name="connsiteX44" fmla="*/ 297847 w 485584"/>
              <a:gd name="connsiteY44" fmla="*/ 137827 h 385953"/>
              <a:gd name="connsiteX45" fmla="*/ 340805 w 485584"/>
              <a:gd name="connsiteY45" fmla="*/ 186023 h 385953"/>
              <a:gd name="connsiteX46" fmla="*/ 344424 w 485584"/>
              <a:gd name="connsiteY46" fmla="*/ 185547 h 385953"/>
              <a:gd name="connsiteX47" fmla="*/ 386239 w 485584"/>
              <a:gd name="connsiteY47" fmla="*/ 92964 h 385953"/>
              <a:gd name="connsiteX48" fmla="*/ 380810 w 485584"/>
              <a:gd name="connsiteY48" fmla="*/ 76391 h 385953"/>
              <a:gd name="connsiteX49" fmla="*/ 409385 w 485584"/>
              <a:gd name="connsiteY49" fmla="*/ 47816 h 385953"/>
              <a:gd name="connsiteX50" fmla="*/ 437960 w 485584"/>
              <a:gd name="connsiteY50" fmla="*/ 76391 h 385953"/>
              <a:gd name="connsiteX51" fmla="*/ 412242 w 485584"/>
              <a:gd name="connsiteY51" fmla="*/ 104680 h 385953"/>
              <a:gd name="connsiteX52" fmla="*/ 370332 w 485584"/>
              <a:gd name="connsiteY52" fmla="*/ 197549 h 385953"/>
              <a:gd name="connsiteX53" fmla="*/ 375571 w 485584"/>
              <a:gd name="connsiteY53" fmla="*/ 213931 h 385953"/>
              <a:gd name="connsiteX54" fmla="*/ 346996 w 485584"/>
              <a:gd name="connsiteY54" fmla="*/ 242506 h 385953"/>
              <a:gd name="connsiteX55" fmla="*/ 318421 w 485584"/>
              <a:gd name="connsiteY55" fmla="*/ 213931 h 385953"/>
              <a:gd name="connsiteX56" fmla="*/ 319850 w 485584"/>
              <a:gd name="connsiteY56" fmla="*/ 205550 h 385953"/>
              <a:gd name="connsiteX57" fmla="*/ 276606 w 485584"/>
              <a:gd name="connsiteY57" fmla="*/ 157067 h 385953"/>
              <a:gd name="connsiteX58" fmla="*/ 270796 w 485584"/>
              <a:gd name="connsiteY58" fmla="*/ 157639 h 385953"/>
              <a:gd name="connsiteX59" fmla="*/ 264986 w 485584"/>
              <a:gd name="connsiteY59" fmla="*/ 157067 h 385953"/>
              <a:gd name="connsiteX60" fmla="*/ 222218 w 485584"/>
              <a:gd name="connsiteY60" fmla="*/ 205073 h 385953"/>
              <a:gd name="connsiteX61" fmla="*/ 223742 w 485584"/>
              <a:gd name="connsiteY61" fmla="*/ 213931 h 385953"/>
              <a:gd name="connsiteX62" fmla="*/ 195167 w 485584"/>
              <a:gd name="connsiteY62" fmla="*/ 242506 h 385953"/>
              <a:gd name="connsiteX63" fmla="*/ 166592 w 485584"/>
              <a:gd name="connsiteY63" fmla="*/ 213931 h 385953"/>
              <a:gd name="connsiteX64" fmla="*/ 166783 w 485584"/>
              <a:gd name="connsiteY64" fmla="*/ 211741 h 385953"/>
              <a:gd name="connsiteX65" fmla="*/ 140589 w 485584"/>
              <a:gd name="connsiteY65" fmla="*/ 193643 h 385953"/>
              <a:gd name="connsiteX66" fmla="*/ 128397 w 485584"/>
              <a:gd name="connsiteY66" fmla="*/ 196406 h 385953"/>
              <a:gd name="connsiteX67" fmla="*/ 125254 w 485584"/>
              <a:gd name="connsiteY67" fmla="*/ 196120 h 385953"/>
              <a:gd name="connsiteX68" fmla="*/ 102394 w 485584"/>
              <a:gd name="connsiteY68" fmla="*/ 226886 h 385953"/>
              <a:gd name="connsiteX69" fmla="*/ 104775 w 485584"/>
              <a:gd name="connsiteY69" fmla="*/ 238125 h 385953"/>
              <a:gd name="connsiteX70" fmla="*/ 76200 w 485584"/>
              <a:gd name="connsiteY70" fmla="*/ 266700 h 385953"/>
              <a:gd name="connsiteX71" fmla="*/ 47625 w 485584"/>
              <a:gd name="connsiteY71" fmla="*/ 238125 h 38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85584" h="385953">
                <a:moveTo>
                  <a:pt x="461772" y="0"/>
                </a:moveTo>
                <a:lnTo>
                  <a:pt x="23813" y="0"/>
                </a:lnTo>
                <a:cubicBezTo>
                  <a:pt x="10668" y="0"/>
                  <a:pt x="0" y="10668"/>
                  <a:pt x="0" y="23813"/>
                </a:cubicBezTo>
                <a:lnTo>
                  <a:pt x="0" y="290513"/>
                </a:lnTo>
                <a:cubicBezTo>
                  <a:pt x="0" y="303657"/>
                  <a:pt x="10668" y="314325"/>
                  <a:pt x="23813" y="314325"/>
                </a:cubicBezTo>
                <a:lnTo>
                  <a:pt x="171355" y="314325"/>
                </a:lnTo>
                <a:lnTo>
                  <a:pt x="171355" y="357378"/>
                </a:lnTo>
                <a:lnTo>
                  <a:pt x="128492" y="357378"/>
                </a:lnTo>
                <a:cubicBezTo>
                  <a:pt x="120587" y="357378"/>
                  <a:pt x="114205" y="363760"/>
                  <a:pt x="114205" y="371666"/>
                </a:cubicBezTo>
                <a:cubicBezTo>
                  <a:pt x="114205" y="379571"/>
                  <a:pt x="120587" y="385953"/>
                  <a:pt x="128492" y="385953"/>
                </a:cubicBezTo>
                <a:lnTo>
                  <a:pt x="357092" y="385953"/>
                </a:lnTo>
                <a:cubicBezTo>
                  <a:pt x="364998" y="385953"/>
                  <a:pt x="371380" y="379571"/>
                  <a:pt x="371380" y="371666"/>
                </a:cubicBezTo>
                <a:cubicBezTo>
                  <a:pt x="371380" y="363760"/>
                  <a:pt x="364998" y="357378"/>
                  <a:pt x="357092" y="357378"/>
                </a:cubicBezTo>
                <a:lnTo>
                  <a:pt x="314230" y="357378"/>
                </a:lnTo>
                <a:lnTo>
                  <a:pt x="314230" y="314325"/>
                </a:lnTo>
                <a:lnTo>
                  <a:pt x="461772" y="314325"/>
                </a:lnTo>
                <a:cubicBezTo>
                  <a:pt x="474917" y="314325"/>
                  <a:pt x="485585" y="303657"/>
                  <a:pt x="485585" y="290513"/>
                </a:cubicBezTo>
                <a:lnTo>
                  <a:pt x="485585" y="23813"/>
                </a:lnTo>
                <a:cubicBezTo>
                  <a:pt x="485585" y="10668"/>
                  <a:pt x="474917" y="0"/>
                  <a:pt x="461772" y="0"/>
                </a:cubicBezTo>
                <a:close/>
                <a:moveTo>
                  <a:pt x="285560" y="357378"/>
                </a:moveTo>
                <a:lnTo>
                  <a:pt x="199835" y="357378"/>
                </a:lnTo>
                <a:lnTo>
                  <a:pt x="199835" y="314325"/>
                </a:lnTo>
                <a:lnTo>
                  <a:pt x="285560" y="314325"/>
                </a:lnTo>
                <a:lnTo>
                  <a:pt x="285560" y="357378"/>
                </a:lnTo>
                <a:close/>
                <a:moveTo>
                  <a:pt x="457010" y="285750"/>
                </a:moveTo>
                <a:lnTo>
                  <a:pt x="28575" y="285750"/>
                </a:lnTo>
                <a:lnTo>
                  <a:pt x="28575" y="28575"/>
                </a:lnTo>
                <a:lnTo>
                  <a:pt x="457010" y="28575"/>
                </a:lnTo>
                <a:lnTo>
                  <a:pt x="457010" y="285750"/>
                </a:lnTo>
                <a:close/>
                <a:moveTo>
                  <a:pt x="47625" y="238125"/>
                </a:moveTo>
                <a:cubicBezTo>
                  <a:pt x="47625" y="222314"/>
                  <a:pt x="60389" y="209550"/>
                  <a:pt x="76200" y="209550"/>
                </a:cubicBezTo>
                <a:cubicBezTo>
                  <a:pt x="77248" y="209550"/>
                  <a:pt x="78296" y="209741"/>
                  <a:pt x="79343" y="209836"/>
                </a:cubicBezTo>
                <a:lnTo>
                  <a:pt x="102203" y="179070"/>
                </a:lnTo>
                <a:cubicBezTo>
                  <a:pt x="100679" y="175546"/>
                  <a:pt x="99822" y="171736"/>
                  <a:pt x="99822" y="167735"/>
                </a:cubicBezTo>
                <a:cubicBezTo>
                  <a:pt x="99822" y="151924"/>
                  <a:pt x="112586" y="139160"/>
                  <a:pt x="128397" y="139160"/>
                </a:cubicBezTo>
                <a:cubicBezTo>
                  <a:pt x="144209" y="139160"/>
                  <a:pt x="156972" y="151924"/>
                  <a:pt x="156972" y="167735"/>
                </a:cubicBezTo>
                <a:cubicBezTo>
                  <a:pt x="156972" y="168497"/>
                  <a:pt x="156781" y="169259"/>
                  <a:pt x="156781" y="169926"/>
                </a:cubicBezTo>
                <a:lnTo>
                  <a:pt x="182975" y="188024"/>
                </a:lnTo>
                <a:cubicBezTo>
                  <a:pt x="186690" y="186309"/>
                  <a:pt x="190786" y="185261"/>
                  <a:pt x="195167" y="185261"/>
                </a:cubicBezTo>
                <a:cubicBezTo>
                  <a:pt x="197168" y="185261"/>
                  <a:pt x="199073" y="185452"/>
                  <a:pt x="200978" y="185833"/>
                </a:cubicBezTo>
                <a:lnTo>
                  <a:pt x="243745" y="137827"/>
                </a:lnTo>
                <a:cubicBezTo>
                  <a:pt x="242792" y="135065"/>
                  <a:pt x="242221" y="132112"/>
                  <a:pt x="242221" y="128969"/>
                </a:cubicBezTo>
                <a:cubicBezTo>
                  <a:pt x="242221" y="113157"/>
                  <a:pt x="254984" y="100394"/>
                  <a:pt x="270796" y="100394"/>
                </a:cubicBezTo>
                <a:cubicBezTo>
                  <a:pt x="286607" y="100394"/>
                  <a:pt x="299371" y="113157"/>
                  <a:pt x="299371" y="128969"/>
                </a:cubicBezTo>
                <a:cubicBezTo>
                  <a:pt x="299371" y="132112"/>
                  <a:pt x="298704" y="135065"/>
                  <a:pt x="297847" y="137827"/>
                </a:cubicBezTo>
                <a:lnTo>
                  <a:pt x="340805" y="186023"/>
                </a:lnTo>
                <a:cubicBezTo>
                  <a:pt x="341948" y="185738"/>
                  <a:pt x="343186" y="185642"/>
                  <a:pt x="344424" y="185547"/>
                </a:cubicBezTo>
                <a:lnTo>
                  <a:pt x="386239" y="92964"/>
                </a:lnTo>
                <a:cubicBezTo>
                  <a:pt x="382905" y="88297"/>
                  <a:pt x="380810" y="82582"/>
                  <a:pt x="380810" y="76391"/>
                </a:cubicBezTo>
                <a:cubicBezTo>
                  <a:pt x="380810" y="60579"/>
                  <a:pt x="393573" y="47816"/>
                  <a:pt x="409385" y="47816"/>
                </a:cubicBezTo>
                <a:cubicBezTo>
                  <a:pt x="425196" y="47816"/>
                  <a:pt x="437960" y="60579"/>
                  <a:pt x="437960" y="76391"/>
                </a:cubicBezTo>
                <a:cubicBezTo>
                  <a:pt x="437960" y="91154"/>
                  <a:pt x="426720" y="103156"/>
                  <a:pt x="412242" y="104680"/>
                </a:cubicBezTo>
                <a:lnTo>
                  <a:pt x="370332" y="197549"/>
                </a:lnTo>
                <a:cubicBezTo>
                  <a:pt x="373571" y="202216"/>
                  <a:pt x="375571" y="207836"/>
                  <a:pt x="375571" y="213931"/>
                </a:cubicBezTo>
                <a:cubicBezTo>
                  <a:pt x="375571" y="229743"/>
                  <a:pt x="362807" y="242506"/>
                  <a:pt x="346996" y="242506"/>
                </a:cubicBezTo>
                <a:cubicBezTo>
                  <a:pt x="331184" y="242506"/>
                  <a:pt x="318421" y="229743"/>
                  <a:pt x="318421" y="213931"/>
                </a:cubicBezTo>
                <a:cubicBezTo>
                  <a:pt x="318421" y="210979"/>
                  <a:pt x="318992" y="208217"/>
                  <a:pt x="319850" y="205550"/>
                </a:cubicBezTo>
                <a:lnTo>
                  <a:pt x="276606" y="157067"/>
                </a:lnTo>
                <a:cubicBezTo>
                  <a:pt x="274701" y="157448"/>
                  <a:pt x="272796" y="157639"/>
                  <a:pt x="270796" y="157639"/>
                </a:cubicBezTo>
                <a:cubicBezTo>
                  <a:pt x="268796" y="157639"/>
                  <a:pt x="266891" y="157448"/>
                  <a:pt x="264986" y="157067"/>
                </a:cubicBezTo>
                <a:lnTo>
                  <a:pt x="222218" y="205073"/>
                </a:lnTo>
                <a:cubicBezTo>
                  <a:pt x="223171" y="207836"/>
                  <a:pt x="223742" y="210788"/>
                  <a:pt x="223742" y="213931"/>
                </a:cubicBezTo>
                <a:cubicBezTo>
                  <a:pt x="223742" y="229743"/>
                  <a:pt x="210979" y="242506"/>
                  <a:pt x="195167" y="242506"/>
                </a:cubicBezTo>
                <a:cubicBezTo>
                  <a:pt x="179356" y="242506"/>
                  <a:pt x="166592" y="229743"/>
                  <a:pt x="166592" y="213931"/>
                </a:cubicBezTo>
                <a:cubicBezTo>
                  <a:pt x="166592" y="213169"/>
                  <a:pt x="166783" y="212408"/>
                  <a:pt x="166783" y="211741"/>
                </a:cubicBezTo>
                <a:lnTo>
                  <a:pt x="140589" y="193643"/>
                </a:lnTo>
                <a:cubicBezTo>
                  <a:pt x="136874" y="195358"/>
                  <a:pt x="132779" y="196406"/>
                  <a:pt x="128397" y="196406"/>
                </a:cubicBezTo>
                <a:cubicBezTo>
                  <a:pt x="127349" y="196406"/>
                  <a:pt x="126302" y="196215"/>
                  <a:pt x="125254" y="196120"/>
                </a:cubicBezTo>
                <a:lnTo>
                  <a:pt x="102394" y="226886"/>
                </a:lnTo>
                <a:cubicBezTo>
                  <a:pt x="103918" y="230219"/>
                  <a:pt x="104775" y="234029"/>
                  <a:pt x="104775" y="238125"/>
                </a:cubicBezTo>
                <a:cubicBezTo>
                  <a:pt x="104775" y="253937"/>
                  <a:pt x="92012" y="266700"/>
                  <a:pt x="76200" y="266700"/>
                </a:cubicBezTo>
                <a:cubicBezTo>
                  <a:pt x="60389" y="266700"/>
                  <a:pt x="47625" y="253937"/>
                  <a:pt x="47625" y="238125"/>
                </a:cubicBezTo>
                <a:close/>
              </a:path>
            </a:pathLst>
          </a:custGeom>
          <a:solidFill>
            <a:schemeClr val="bg1"/>
          </a:solidFill>
          <a:ln w="9525" cap="flat">
            <a:noFill/>
            <a:prstDash val="solid"/>
            <a:miter/>
          </a:ln>
        </p:spPr>
        <p:txBody>
          <a:bodyPr rtlCol="0" anchor="ctr"/>
          <a:lstStyle/>
          <a:p>
            <a:endParaRPr lang="en-US"/>
          </a:p>
        </p:txBody>
      </p:sp>
      <p:sp>
        <p:nvSpPr>
          <p:cNvPr id="91" name="Grafik 15">
            <a:extLst>
              <a:ext uri="{FF2B5EF4-FFF2-40B4-BE49-F238E27FC236}">
                <a16:creationId xmlns:a16="http://schemas.microsoft.com/office/drawing/2014/main" id="{1D5CF662-D7E4-499E-8650-F8B1175816C2}"/>
              </a:ext>
            </a:extLst>
          </p:cNvPr>
          <p:cNvSpPr/>
          <p:nvPr/>
        </p:nvSpPr>
        <p:spPr bwMode="gray">
          <a:xfrm>
            <a:off x="7451050" y="3863831"/>
            <a:ext cx="492347" cy="361283"/>
          </a:xfrm>
          <a:custGeom>
            <a:avLst/>
            <a:gdLst>
              <a:gd name="connsiteX0" fmla="*/ 372809 w 492347"/>
              <a:gd name="connsiteY0" fmla="*/ 234315 h 361283"/>
              <a:gd name="connsiteX1" fmla="*/ 369094 w 492347"/>
              <a:gd name="connsiteY1" fmla="*/ 250031 h 361283"/>
              <a:gd name="connsiteX2" fmla="*/ 311182 w 492347"/>
              <a:gd name="connsiteY2" fmla="*/ 302609 h 361283"/>
              <a:gd name="connsiteX3" fmla="*/ 301562 w 492347"/>
              <a:gd name="connsiteY3" fmla="*/ 306324 h 361283"/>
              <a:gd name="connsiteX4" fmla="*/ 291941 w 492347"/>
              <a:gd name="connsiteY4" fmla="*/ 302609 h 361283"/>
              <a:gd name="connsiteX5" fmla="*/ 234315 w 492347"/>
              <a:gd name="connsiteY5" fmla="*/ 249746 h 361283"/>
              <a:gd name="connsiteX6" fmla="*/ 230696 w 492347"/>
              <a:gd name="connsiteY6" fmla="*/ 234029 h 361283"/>
              <a:gd name="connsiteX7" fmla="*/ 244031 w 492347"/>
              <a:gd name="connsiteY7" fmla="*/ 224981 h 361283"/>
              <a:gd name="connsiteX8" fmla="*/ 244031 w 492347"/>
              <a:gd name="connsiteY8" fmla="*/ 224981 h 361283"/>
              <a:gd name="connsiteX9" fmla="*/ 287465 w 492347"/>
              <a:gd name="connsiteY9" fmla="*/ 225076 h 361283"/>
              <a:gd name="connsiteX10" fmla="*/ 287465 w 492347"/>
              <a:gd name="connsiteY10" fmla="*/ 174879 h 361283"/>
              <a:gd name="connsiteX11" fmla="*/ 301752 w 492347"/>
              <a:gd name="connsiteY11" fmla="*/ 160592 h 361283"/>
              <a:gd name="connsiteX12" fmla="*/ 316040 w 492347"/>
              <a:gd name="connsiteY12" fmla="*/ 174879 h 361283"/>
              <a:gd name="connsiteX13" fmla="*/ 316040 w 492347"/>
              <a:gd name="connsiteY13" fmla="*/ 225076 h 361283"/>
              <a:gd name="connsiteX14" fmla="*/ 359569 w 492347"/>
              <a:gd name="connsiteY14" fmla="*/ 225171 h 361283"/>
              <a:gd name="connsiteX15" fmla="*/ 372809 w 492347"/>
              <a:gd name="connsiteY15" fmla="*/ 234315 h 361283"/>
              <a:gd name="connsiteX16" fmla="*/ 492347 w 492347"/>
              <a:gd name="connsiteY16" fmla="*/ 227933 h 361283"/>
              <a:gd name="connsiteX17" fmla="*/ 358997 w 492347"/>
              <a:gd name="connsiteY17" fmla="*/ 361283 h 361283"/>
              <a:gd name="connsiteX18" fmla="*/ 138303 w 492347"/>
              <a:gd name="connsiteY18" fmla="*/ 361283 h 361283"/>
              <a:gd name="connsiteX19" fmla="*/ 0 w 492347"/>
              <a:gd name="connsiteY19" fmla="*/ 223171 h 361283"/>
              <a:gd name="connsiteX20" fmla="*/ 131445 w 492347"/>
              <a:gd name="connsiteY20" fmla="*/ 85249 h 361283"/>
              <a:gd name="connsiteX21" fmla="*/ 268224 w 492347"/>
              <a:gd name="connsiteY21" fmla="*/ 0 h 361283"/>
              <a:gd name="connsiteX22" fmla="*/ 413385 w 492347"/>
              <a:gd name="connsiteY22" fmla="*/ 106299 h 361283"/>
              <a:gd name="connsiteX23" fmla="*/ 492347 w 492347"/>
              <a:gd name="connsiteY23" fmla="*/ 227933 h 361283"/>
              <a:gd name="connsiteX24" fmla="*/ 463772 w 492347"/>
              <a:gd name="connsiteY24" fmla="*/ 227933 h 361283"/>
              <a:gd name="connsiteX25" fmla="*/ 396431 w 492347"/>
              <a:gd name="connsiteY25" fmla="*/ 130207 h 361283"/>
              <a:gd name="connsiteX26" fmla="*/ 389573 w 492347"/>
              <a:gd name="connsiteY26" fmla="*/ 127635 h 361283"/>
              <a:gd name="connsiteX27" fmla="*/ 387668 w 492347"/>
              <a:gd name="connsiteY27" fmla="*/ 120587 h 361283"/>
              <a:gd name="connsiteX28" fmla="*/ 268224 w 492347"/>
              <a:gd name="connsiteY28" fmla="*/ 28575 h 361283"/>
              <a:gd name="connsiteX29" fmla="*/ 153829 w 492347"/>
              <a:gd name="connsiteY29" fmla="*/ 104966 h 361283"/>
              <a:gd name="connsiteX30" fmla="*/ 150114 w 492347"/>
              <a:gd name="connsiteY30" fmla="*/ 114014 h 361283"/>
              <a:gd name="connsiteX31" fmla="*/ 138494 w 492347"/>
              <a:gd name="connsiteY31" fmla="*/ 113728 h 361283"/>
              <a:gd name="connsiteX32" fmla="*/ 138398 w 492347"/>
              <a:gd name="connsiteY32" fmla="*/ 113728 h 361283"/>
              <a:gd name="connsiteX33" fmla="*/ 28575 w 492347"/>
              <a:gd name="connsiteY33" fmla="*/ 223171 h 361283"/>
              <a:gd name="connsiteX34" fmla="*/ 138113 w 492347"/>
              <a:gd name="connsiteY34" fmla="*/ 332708 h 361283"/>
              <a:gd name="connsiteX35" fmla="*/ 358997 w 492347"/>
              <a:gd name="connsiteY35" fmla="*/ 332708 h 361283"/>
              <a:gd name="connsiteX36" fmla="*/ 463772 w 492347"/>
              <a:gd name="connsiteY36" fmla="*/ 227933 h 361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2347" h="361283">
                <a:moveTo>
                  <a:pt x="372809" y="234315"/>
                </a:moveTo>
                <a:cubicBezTo>
                  <a:pt x="374904" y="239840"/>
                  <a:pt x="373475" y="246031"/>
                  <a:pt x="369094" y="250031"/>
                </a:cubicBezTo>
                <a:lnTo>
                  <a:pt x="311182" y="302609"/>
                </a:lnTo>
                <a:cubicBezTo>
                  <a:pt x="308420" y="305086"/>
                  <a:pt x="304991" y="306324"/>
                  <a:pt x="301562" y="306324"/>
                </a:cubicBezTo>
                <a:cubicBezTo>
                  <a:pt x="298133" y="306324"/>
                  <a:pt x="294608" y="305086"/>
                  <a:pt x="291941" y="302609"/>
                </a:cubicBezTo>
                <a:lnTo>
                  <a:pt x="234315" y="249746"/>
                </a:lnTo>
                <a:cubicBezTo>
                  <a:pt x="229934" y="245745"/>
                  <a:pt x="228505" y="239554"/>
                  <a:pt x="230696" y="234029"/>
                </a:cubicBezTo>
                <a:cubicBezTo>
                  <a:pt x="232886" y="228505"/>
                  <a:pt x="238125" y="224981"/>
                  <a:pt x="244031" y="224981"/>
                </a:cubicBezTo>
                <a:cubicBezTo>
                  <a:pt x="244031" y="224981"/>
                  <a:pt x="244031" y="224981"/>
                  <a:pt x="244031" y="224981"/>
                </a:cubicBezTo>
                <a:lnTo>
                  <a:pt x="287465" y="225076"/>
                </a:lnTo>
                <a:lnTo>
                  <a:pt x="287465" y="174879"/>
                </a:lnTo>
                <a:cubicBezTo>
                  <a:pt x="287465" y="166973"/>
                  <a:pt x="293846" y="160592"/>
                  <a:pt x="301752" y="160592"/>
                </a:cubicBezTo>
                <a:cubicBezTo>
                  <a:pt x="309658" y="160592"/>
                  <a:pt x="316040" y="166973"/>
                  <a:pt x="316040" y="174879"/>
                </a:cubicBezTo>
                <a:lnTo>
                  <a:pt x="316040" y="225076"/>
                </a:lnTo>
                <a:lnTo>
                  <a:pt x="359569" y="225171"/>
                </a:lnTo>
                <a:cubicBezTo>
                  <a:pt x="365379" y="225171"/>
                  <a:pt x="370618" y="228791"/>
                  <a:pt x="372809" y="234315"/>
                </a:cubicBezTo>
                <a:close/>
                <a:moveTo>
                  <a:pt x="492347" y="227933"/>
                </a:moveTo>
                <a:cubicBezTo>
                  <a:pt x="492347" y="301466"/>
                  <a:pt x="432530" y="361283"/>
                  <a:pt x="358997" y="361283"/>
                </a:cubicBezTo>
                <a:lnTo>
                  <a:pt x="138303" y="361283"/>
                </a:lnTo>
                <a:cubicBezTo>
                  <a:pt x="61913" y="361283"/>
                  <a:pt x="0" y="299371"/>
                  <a:pt x="0" y="223171"/>
                </a:cubicBezTo>
                <a:cubicBezTo>
                  <a:pt x="0" y="149257"/>
                  <a:pt x="58388" y="88773"/>
                  <a:pt x="131445" y="85249"/>
                </a:cubicBezTo>
                <a:cubicBezTo>
                  <a:pt x="156972" y="33147"/>
                  <a:pt x="209645" y="0"/>
                  <a:pt x="268224" y="0"/>
                </a:cubicBezTo>
                <a:cubicBezTo>
                  <a:pt x="334709" y="0"/>
                  <a:pt x="393383" y="43339"/>
                  <a:pt x="413385" y="106299"/>
                </a:cubicBezTo>
                <a:cubicBezTo>
                  <a:pt x="460915" y="127540"/>
                  <a:pt x="492347" y="175546"/>
                  <a:pt x="492347" y="227933"/>
                </a:cubicBezTo>
                <a:close/>
                <a:moveTo>
                  <a:pt x="463772" y="227933"/>
                </a:moveTo>
                <a:cubicBezTo>
                  <a:pt x="463772" y="184880"/>
                  <a:pt x="436721" y="145637"/>
                  <a:pt x="396431" y="130207"/>
                </a:cubicBezTo>
                <a:lnTo>
                  <a:pt x="389573" y="127635"/>
                </a:lnTo>
                <a:lnTo>
                  <a:pt x="387668" y="120587"/>
                </a:lnTo>
                <a:cubicBezTo>
                  <a:pt x="373285" y="66389"/>
                  <a:pt x="324136" y="28575"/>
                  <a:pt x="268224" y="28575"/>
                </a:cubicBezTo>
                <a:cubicBezTo>
                  <a:pt x="218027" y="28575"/>
                  <a:pt x="173165" y="58579"/>
                  <a:pt x="153829" y="104966"/>
                </a:cubicBezTo>
                <a:lnTo>
                  <a:pt x="150114" y="114014"/>
                </a:lnTo>
                <a:lnTo>
                  <a:pt x="138494" y="113728"/>
                </a:lnTo>
                <a:cubicBezTo>
                  <a:pt x="138494" y="113728"/>
                  <a:pt x="138494" y="113728"/>
                  <a:pt x="138398" y="113728"/>
                </a:cubicBezTo>
                <a:cubicBezTo>
                  <a:pt x="77724" y="113728"/>
                  <a:pt x="28575" y="162782"/>
                  <a:pt x="28575" y="223171"/>
                </a:cubicBezTo>
                <a:cubicBezTo>
                  <a:pt x="28575" y="283559"/>
                  <a:pt x="77724" y="332708"/>
                  <a:pt x="138113" y="332708"/>
                </a:cubicBezTo>
                <a:lnTo>
                  <a:pt x="358997" y="332708"/>
                </a:lnTo>
                <a:cubicBezTo>
                  <a:pt x="416814" y="332708"/>
                  <a:pt x="463772" y="285750"/>
                  <a:pt x="463772" y="227933"/>
                </a:cubicBezTo>
                <a:close/>
              </a:path>
            </a:pathLst>
          </a:custGeom>
          <a:solidFill>
            <a:schemeClr val="bg1"/>
          </a:solidFill>
          <a:ln w="9525" cap="flat">
            <a:noFill/>
            <a:prstDash val="solid"/>
            <a:miter/>
          </a:ln>
        </p:spPr>
        <p:txBody>
          <a:bodyPr rtlCol="0" anchor="ctr"/>
          <a:lstStyle/>
          <a:p>
            <a:endParaRPr lang="en-US"/>
          </a:p>
        </p:txBody>
      </p:sp>
      <p:sp>
        <p:nvSpPr>
          <p:cNvPr id="92" name="Grafik 19">
            <a:extLst>
              <a:ext uri="{FF2B5EF4-FFF2-40B4-BE49-F238E27FC236}">
                <a16:creationId xmlns:a16="http://schemas.microsoft.com/office/drawing/2014/main" id="{047E788D-6246-4772-81CB-6CD7867C17D1}"/>
              </a:ext>
            </a:extLst>
          </p:cNvPr>
          <p:cNvSpPr/>
          <p:nvPr/>
        </p:nvSpPr>
        <p:spPr bwMode="gray">
          <a:xfrm>
            <a:off x="8380483" y="3761881"/>
            <a:ext cx="400050" cy="485584"/>
          </a:xfrm>
          <a:custGeom>
            <a:avLst/>
            <a:gdLst>
              <a:gd name="connsiteX0" fmla="*/ 371475 w 400050"/>
              <a:gd name="connsiteY0" fmla="*/ 199835 h 485584"/>
              <a:gd name="connsiteX1" fmla="*/ 342900 w 400050"/>
              <a:gd name="connsiteY1" fmla="*/ 199835 h 485584"/>
              <a:gd name="connsiteX2" fmla="*/ 342900 w 400050"/>
              <a:gd name="connsiteY2" fmla="*/ 162973 h 485584"/>
              <a:gd name="connsiteX3" fmla="*/ 342900 w 400050"/>
              <a:gd name="connsiteY3" fmla="*/ 142875 h 485584"/>
              <a:gd name="connsiteX4" fmla="*/ 200025 w 400050"/>
              <a:gd name="connsiteY4" fmla="*/ 0 h 485584"/>
              <a:gd name="connsiteX5" fmla="*/ 57150 w 400050"/>
              <a:gd name="connsiteY5" fmla="*/ 142875 h 485584"/>
              <a:gd name="connsiteX6" fmla="*/ 57150 w 400050"/>
              <a:gd name="connsiteY6" fmla="*/ 163068 h 485584"/>
              <a:gd name="connsiteX7" fmla="*/ 57150 w 400050"/>
              <a:gd name="connsiteY7" fmla="*/ 199930 h 485584"/>
              <a:gd name="connsiteX8" fmla="*/ 28575 w 400050"/>
              <a:gd name="connsiteY8" fmla="*/ 199930 h 485584"/>
              <a:gd name="connsiteX9" fmla="*/ 0 w 400050"/>
              <a:gd name="connsiteY9" fmla="*/ 228505 h 485584"/>
              <a:gd name="connsiteX10" fmla="*/ 0 w 400050"/>
              <a:gd name="connsiteY10" fmla="*/ 457010 h 485584"/>
              <a:gd name="connsiteX11" fmla="*/ 28575 w 400050"/>
              <a:gd name="connsiteY11" fmla="*/ 485585 h 485584"/>
              <a:gd name="connsiteX12" fmla="*/ 371475 w 400050"/>
              <a:gd name="connsiteY12" fmla="*/ 485585 h 485584"/>
              <a:gd name="connsiteX13" fmla="*/ 400050 w 400050"/>
              <a:gd name="connsiteY13" fmla="*/ 457010 h 485584"/>
              <a:gd name="connsiteX14" fmla="*/ 400050 w 400050"/>
              <a:gd name="connsiteY14" fmla="*/ 228410 h 485584"/>
              <a:gd name="connsiteX15" fmla="*/ 371475 w 400050"/>
              <a:gd name="connsiteY15" fmla="*/ 199835 h 485584"/>
              <a:gd name="connsiteX16" fmla="*/ 85725 w 400050"/>
              <a:gd name="connsiteY16" fmla="*/ 163068 h 485584"/>
              <a:gd name="connsiteX17" fmla="*/ 85725 w 400050"/>
              <a:gd name="connsiteY17" fmla="*/ 142875 h 485584"/>
              <a:gd name="connsiteX18" fmla="*/ 200025 w 400050"/>
              <a:gd name="connsiteY18" fmla="*/ 28575 h 485584"/>
              <a:gd name="connsiteX19" fmla="*/ 314325 w 400050"/>
              <a:gd name="connsiteY19" fmla="*/ 142875 h 485584"/>
              <a:gd name="connsiteX20" fmla="*/ 314325 w 400050"/>
              <a:gd name="connsiteY20" fmla="*/ 163068 h 485584"/>
              <a:gd name="connsiteX21" fmla="*/ 314325 w 400050"/>
              <a:gd name="connsiteY21" fmla="*/ 199930 h 485584"/>
              <a:gd name="connsiteX22" fmla="*/ 85725 w 400050"/>
              <a:gd name="connsiteY22" fmla="*/ 199930 h 485584"/>
              <a:gd name="connsiteX23" fmla="*/ 85725 w 400050"/>
              <a:gd name="connsiteY23" fmla="*/ 163068 h 485584"/>
              <a:gd name="connsiteX24" fmla="*/ 371475 w 400050"/>
              <a:gd name="connsiteY24" fmla="*/ 457010 h 485584"/>
              <a:gd name="connsiteX25" fmla="*/ 28575 w 400050"/>
              <a:gd name="connsiteY25" fmla="*/ 457010 h 485584"/>
              <a:gd name="connsiteX26" fmla="*/ 28575 w 400050"/>
              <a:gd name="connsiteY26" fmla="*/ 228410 h 485584"/>
              <a:gd name="connsiteX27" fmla="*/ 371475 w 400050"/>
              <a:gd name="connsiteY27" fmla="*/ 228410 h 485584"/>
              <a:gd name="connsiteX28" fmla="*/ 371475 w 400050"/>
              <a:gd name="connsiteY28" fmla="*/ 457010 h 485584"/>
              <a:gd name="connsiteX29" fmla="*/ 219170 w 400050"/>
              <a:gd name="connsiteY29" fmla="*/ 380143 h 485584"/>
              <a:gd name="connsiteX30" fmla="*/ 219170 w 400050"/>
              <a:gd name="connsiteY30" fmla="*/ 414052 h 485584"/>
              <a:gd name="connsiteX31" fmla="*/ 200120 w 400050"/>
              <a:gd name="connsiteY31" fmla="*/ 433102 h 485584"/>
              <a:gd name="connsiteX32" fmla="*/ 181070 w 400050"/>
              <a:gd name="connsiteY32" fmla="*/ 414052 h 485584"/>
              <a:gd name="connsiteX33" fmla="*/ 181070 w 400050"/>
              <a:gd name="connsiteY33" fmla="*/ 380143 h 485584"/>
              <a:gd name="connsiteX34" fmla="*/ 142970 w 400050"/>
              <a:gd name="connsiteY34" fmla="*/ 326326 h 485584"/>
              <a:gd name="connsiteX35" fmla="*/ 200120 w 400050"/>
              <a:gd name="connsiteY35" fmla="*/ 269177 h 485584"/>
              <a:gd name="connsiteX36" fmla="*/ 257270 w 400050"/>
              <a:gd name="connsiteY36" fmla="*/ 326326 h 485584"/>
              <a:gd name="connsiteX37" fmla="*/ 219170 w 400050"/>
              <a:gd name="connsiteY37" fmla="*/ 380143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0050" h="485584">
                <a:moveTo>
                  <a:pt x="371475" y="199835"/>
                </a:moveTo>
                <a:lnTo>
                  <a:pt x="342900" y="199835"/>
                </a:lnTo>
                <a:lnTo>
                  <a:pt x="342900" y="162973"/>
                </a:lnTo>
                <a:lnTo>
                  <a:pt x="342900" y="142875"/>
                </a:lnTo>
                <a:cubicBezTo>
                  <a:pt x="342900" y="64103"/>
                  <a:pt x="278797" y="0"/>
                  <a:pt x="200025" y="0"/>
                </a:cubicBezTo>
                <a:cubicBezTo>
                  <a:pt x="121253" y="0"/>
                  <a:pt x="57150" y="64103"/>
                  <a:pt x="57150" y="142875"/>
                </a:cubicBezTo>
                <a:lnTo>
                  <a:pt x="57150" y="163068"/>
                </a:lnTo>
                <a:lnTo>
                  <a:pt x="57150" y="199930"/>
                </a:lnTo>
                <a:lnTo>
                  <a:pt x="28575" y="199930"/>
                </a:lnTo>
                <a:cubicBezTo>
                  <a:pt x="12764" y="199930"/>
                  <a:pt x="0" y="212693"/>
                  <a:pt x="0" y="228505"/>
                </a:cubicBezTo>
                <a:lnTo>
                  <a:pt x="0" y="457010"/>
                </a:lnTo>
                <a:cubicBezTo>
                  <a:pt x="0" y="472821"/>
                  <a:pt x="12764" y="485585"/>
                  <a:pt x="28575" y="485585"/>
                </a:cubicBezTo>
                <a:lnTo>
                  <a:pt x="371475" y="485585"/>
                </a:lnTo>
                <a:cubicBezTo>
                  <a:pt x="387287" y="485585"/>
                  <a:pt x="400050" y="472821"/>
                  <a:pt x="400050" y="457010"/>
                </a:cubicBezTo>
                <a:lnTo>
                  <a:pt x="400050" y="228410"/>
                </a:lnTo>
                <a:cubicBezTo>
                  <a:pt x="400050" y="212693"/>
                  <a:pt x="387287" y="199835"/>
                  <a:pt x="371475" y="199835"/>
                </a:cubicBezTo>
                <a:close/>
                <a:moveTo>
                  <a:pt x="85725" y="163068"/>
                </a:moveTo>
                <a:cubicBezTo>
                  <a:pt x="85725" y="160973"/>
                  <a:pt x="85725" y="147733"/>
                  <a:pt x="85725" y="142875"/>
                </a:cubicBezTo>
                <a:cubicBezTo>
                  <a:pt x="85725" y="79724"/>
                  <a:pt x="136874" y="28575"/>
                  <a:pt x="200025" y="28575"/>
                </a:cubicBezTo>
                <a:cubicBezTo>
                  <a:pt x="263176" y="28575"/>
                  <a:pt x="314325" y="79724"/>
                  <a:pt x="314325" y="142875"/>
                </a:cubicBezTo>
                <a:cubicBezTo>
                  <a:pt x="314325" y="147733"/>
                  <a:pt x="314325" y="160973"/>
                  <a:pt x="314325" y="163068"/>
                </a:cubicBezTo>
                <a:lnTo>
                  <a:pt x="314325" y="199930"/>
                </a:lnTo>
                <a:lnTo>
                  <a:pt x="85725" y="199930"/>
                </a:lnTo>
                <a:lnTo>
                  <a:pt x="85725" y="163068"/>
                </a:lnTo>
                <a:close/>
                <a:moveTo>
                  <a:pt x="371475" y="457010"/>
                </a:moveTo>
                <a:lnTo>
                  <a:pt x="28575" y="457010"/>
                </a:lnTo>
                <a:lnTo>
                  <a:pt x="28575" y="228410"/>
                </a:lnTo>
                <a:lnTo>
                  <a:pt x="371475" y="228410"/>
                </a:lnTo>
                <a:lnTo>
                  <a:pt x="371475" y="457010"/>
                </a:lnTo>
                <a:close/>
                <a:moveTo>
                  <a:pt x="219170" y="380143"/>
                </a:moveTo>
                <a:lnTo>
                  <a:pt x="219170" y="414052"/>
                </a:lnTo>
                <a:cubicBezTo>
                  <a:pt x="219170" y="424529"/>
                  <a:pt x="210598" y="433102"/>
                  <a:pt x="200120" y="433102"/>
                </a:cubicBezTo>
                <a:cubicBezTo>
                  <a:pt x="189643" y="433102"/>
                  <a:pt x="181070" y="424529"/>
                  <a:pt x="181070" y="414052"/>
                </a:cubicBezTo>
                <a:lnTo>
                  <a:pt x="181070" y="380143"/>
                </a:lnTo>
                <a:cubicBezTo>
                  <a:pt x="158877" y="372332"/>
                  <a:pt x="142970" y="351187"/>
                  <a:pt x="142970" y="326326"/>
                </a:cubicBezTo>
                <a:cubicBezTo>
                  <a:pt x="142970" y="294799"/>
                  <a:pt x="168593" y="269177"/>
                  <a:pt x="200120" y="269177"/>
                </a:cubicBezTo>
                <a:cubicBezTo>
                  <a:pt x="231648" y="269177"/>
                  <a:pt x="257270" y="294799"/>
                  <a:pt x="257270" y="326326"/>
                </a:cubicBezTo>
                <a:cubicBezTo>
                  <a:pt x="257270" y="351187"/>
                  <a:pt x="241364" y="372237"/>
                  <a:pt x="219170" y="380143"/>
                </a:cubicBezTo>
                <a:close/>
              </a:path>
            </a:pathLst>
          </a:custGeom>
          <a:solidFill>
            <a:schemeClr val="bg1"/>
          </a:solidFill>
          <a:ln w="9525" cap="flat">
            <a:noFill/>
            <a:prstDash val="solid"/>
            <a:miter/>
          </a:ln>
        </p:spPr>
        <p:txBody>
          <a:bodyPr rtlCol="0" anchor="ctr"/>
          <a:lstStyle/>
          <a:p>
            <a:endParaRPr lang="en-US"/>
          </a:p>
        </p:txBody>
      </p:sp>
      <p:sp>
        <p:nvSpPr>
          <p:cNvPr id="93" name="Grafik 35">
            <a:extLst>
              <a:ext uri="{FF2B5EF4-FFF2-40B4-BE49-F238E27FC236}">
                <a16:creationId xmlns:a16="http://schemas.microsoft.com/office/drawing/2014/main" id="{B6418FE5-D33C-48C1-A758-314799B3C309}"/>
              </a:ext>
            </a:extLst>
          </p:cNvPr>
          <p:cNvSpPr/>
          <p:nvPr/>
        </p:nvSpPr>
        <p:spPr bwMode="gray">
          <a:xfrm>
            <a:off x="4134239" y="3880059"/>
            <a:ext cx="485775" cy="286797"/>
          </a:xfrm>
          <a:custGeom>
            <a:avLst/>
            <a:gdLst>
              <a:gd name="connsiteX0" fmla="*/ 257175 w 485775"/>
              <a:gd name="connsiteY0" fmla="*/ 202883 h 286797"/>
              <a:gd name="connsiteX1" fmla="*/ 257175 w 485775"/>
              <a:gd name="connsiteY1" fmla="*/ 156210 h 286797"/>
              <a:gd name="connsiteX2" fmla="*/ 242888 w 485775"/>
              <a:gd name="connsiteY2" fmla="*/ 141923 h 286797"/>
              <a:gd name="connsiteX3" fmla="*/ 228600 w 485775"/>
              <a:gd name="connsiteY3" fmla="*/ 156210 h 286797"/>
              <a:gd name="connsiteX4" fmla="*/ 228600 w 485775"/>
              <a:gd name="connsiteY4" fmla="*/ 202883 h 286797"/>
              <a:gd name="connsiteX5" fmla="*/ 199644 w 485775"/>
              <a:gd name="connsiteY5" fmla="*/ 243554 h 286797"/>
              <a:gd name="connsiteX6" fmla="*/ 242888 w 485775"/>
              <a:gd name="connsiteY6" fmla="*/ 286798 h 286797"/>
              <a:gd name="connsiteX7" fmla="*/ 286131 w 485775"/>
              <a:gd name="connsiteY7" fmla="*/ 243554 h 286797"/>
              <a:gd name="connsiteX8" fmla="*/ 257175 w 485775"/>
              <a:gd name="connsiteY8" fmla="*/ 202883 h 286797"/>
              <a:gd name="connsiteX9" fmla="*/ 242888 w 485775"/>
              <a:gd name="connsiteY9" fmla="*/ 258223 h 286797"/>
              <a:gd name="connsiteX10" fmla="*/ 228219 w 485775"/>
              <a:gd name="connsiteY10" fmla="*/ 243554 h 286797"/>
              <a:gd name="connsiteX11" fmla="*/ 242888 w 485775"/>
              <a:gd name="connsiteY11" fmla="*/ 228886 h 286797"/>
              <a:gd name="connsiteX12" fmla="*/ 257556 w 485775"/>
              <a:gd name="connsiteY12" fmla="*/ 243554 h 286797"/>
              <a:gd name="connsiteX13" fmla="*/ 242888 w 485775"/>
              <a:gd name="connsiteY13" fmla="*/ 258223 h 286797"/>
              <a:gd name="connsiteX14" fmla="*/ 485775 w 485775"/>
              <a:gd name="connsiteY14" fmla="*/ 243745 h 286797"/>
              <a:gd name="connsiteX15" fmla="*/ 471488 w 485775"/>
              <a:gd name="connsiteY15" fmla="*/ 258032 h 286797"/>
              <a:gd name="connsiteX16" fmla="*/ 414242 w 485775"/>
              <a:gd name="connsiteY16" fmla="*/ 258032 h 286797"/>
              <a:gd name="connsiteX17" fmla="*/ 399955 w 485775"/>
              <a:gd name="connsiteY17" fmla="*/ 243745 h 286797"/>
              <a:gd name="connsiteX18" fmla="*/ 414242 w 485775"/>
              <a:gd name="connsiteY18" fmla="*/ 229457 h 286797"/>
              <a:gd name="connsiteX19" fmla="*/ 456724 w 485775"/>
              <a:gd name="connsiteY19" fmla="*/ 229457 h 286797"/>
              <a:gd name="connsiteX20" fmla="*/ 404527 w 485775"/>
              <a:gd name="connsiteY20" fmla="*/ 102394 h 286797"/>
              <a:gd name="connsiteX21" fmla="*/ 368332 w 485775"/>
              <a:gd name="connsiteY21" fmla="*/ 138589 h 286797"/>
              <a:gd name="connsiteX22" fmla="*/ 358235 w 485775"/>
              <a:gd name="connsiteY22" fmla="*/ 142780 h 286797"/>
              <a:gd name="connsiteX23" fmla="*/ 348139 w 485775"/>
              <a:gd name="connsiteY23" fmla="*/ 138589 h 286797"/>
              <a:gd name="connsiteX24" fmla="*/ 348139 w 485775"/>
              <a:gd name="connsiteY24" fmla="*/ 118396 h 286797"/>
              <a:gd name="connsiteX25" fmla="*/ 384334 w 485775"/>
              <a:gd name="connsiteY25" fmla="*/ 82201 h 286797"/>
              <a:gd name="connsiteX26" fmla="*/ 257175 w 485775"/>
              <a:gd name="connsiteY26" fmla="*/ 29147 h 286797"/>
              <a:gd name="connsiteX27" fmla="*/ 257175 w 485775"/>
              <a:gd name="connsiteY27" fmla="*/ 73247 h 286797"/>
              <a:gd name="connsiteX28" fmla="*/ 242888 w 485775"/>
              <a:gd name="connsiteY28" fmla="*/ 87535 h 286797"/>
              <a:gd name="connsiteX29" fmla="*/ 228600 w 485775"/>
              <a:gd name="connsiteY29" fmla="*/ 73247 h 286797"/>
              <a:gd name="connsiteX30" fmla="*/ 228600 w 485775"/>
              <a:gd name="connsiteY30" fmla="*/ 29147 h 286797"/>
              <a:gd name="connsiteX31" fmla="*/ 102013 w 485775"/>
              <a:gd name="connsiteY31" fmla="*/ 81629 h 286797"/>
              <a:gd name="connsiteX32" fmla="*/ 139256 w 485775"/>
              <a:gd name="connsiteY32" fmla="*/ 118872 h 286797"/>
              <a:gd name="connsiteX33" fmla="*/ 139256 w 485775"/>
              <a:gd name="connsiteY33" fmla="*/ 139065 h 286797"/>
              <a:gd name="connsiteX34" fmla="*/ 129159 w 485775"/>
              <a:gd name="connsiteY34" fmla="*/ 143256 h 286797"/>
              <a:gd name="connsiteX35" fmla="*/ 119063 w 485775"/>
              <a:gd name="connsiteY35" fmla="*/ 139065 h 286797"/>
              <a:gd name="connsiteX36" fmla="*/ 81820 w 485775"/>
              <a:gd name="connsiteY36" fmla="*/ 101822 h 286797"/>
              <a:gd name="connsiteX37" fmla="*/ 29147 w 485775"/>
              <a:gd name="connsiteY37" fmla="*/ 229362 h 286797"/>
              <a:gd name="connsiteX38" fmla="*/ 71628 w 485775"/>
              <a:gd name="connsiteY38" fmla="*/ 229362 h 286797"/>
              <a:gd name="connsiteX39" fmla="*/ 85916 w 485775"/>
              <a:gd name="connsiteY39" fmla="*/ 243650 h 286797"/>
              <a:gd name="connsiteX40" fmla="*/ 71628 w 485775"/>
              <a:gd name="connsiteY40" fmla="*/ 257937 h 286797"/>
              <a:gd name="connsiteX41" fmla="*/ 14288 w 485775"/>
              <a:gd name="connsiteY41" fmla="*/ 257937 h 286797"/>
              <a:gd name="connsiteX42" fmla="*/ 0 w 485775"/>
              <a:gd name="connsiteY42" fmla="*/ 243650 h 286797"/>
              <a:gd name="connsiteX43" fmla="*/ 95 w 485775"/>
              <a:gd name="connsiteY43" fmla="*/ 242316 h 286797"/>
              <a:gd name="connsiteX44" fmla="*/ 242888 w 485775"/>
              <a:gd name="connsiteY44" fmla="*/ 0 h 286797"/>
              <a:gd name="connsiteX45" fmla="*/ 485680 w 485775"/>
              <a:gd name="connsiteY45" fmla="*/ 242792 h 286797"/>
              <a:gd name="connsiteX46" fmla="*/ 485680 w 485775"/>
              <a:gd name="connsiteY46" fmla="*/ 242888 h 286797"/>
              <a:gd name="connsiteX47" fmla="*/ 485775 w 485775"/>
              <a:gd name="connsiteY47" fmla="*/ 243745 h 28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85775" h="286797">
                <a:moveTo>
                  <a:pt x="257175" y="202883"/>
                </a:moveTo>
                <a:lnTo>
                  <a:pt x="257175" y="156210"/>
                </a:lnTo>
                <a:cubicBezTo>
                  <a:pt x="257175" y="148304"/>
                  <a:pt x="250793" y="141923"/>
                  <a:pt x="242888" y="141923"/>
                </a:cubicBezTo>
                <a:cubicBezTo>
                  <a:pt x="234982" y="141923"/>
                  <a:pt x="228600" y="148304"/>
                  <a:pt x="228600" y="156210"/>
                </a:cubicBezTo>
                <a:lnTo>
                  <a:pt x="228600" y="202883"/>
                </a:lnTo>
                <a:cubicBezTo>
                  <a:pt x="211741" y="208788"/>
                  <a:pt x="199644" y="224695"/>
                  <a:pt x="199644" y="243554"/>
                </a:cubicBezTo>
                <a:cubicBezTo>
                  <a:pt x="199644" y="267462"/>
                  <a:pt x="219075" y="286798"/>
                  <a:pt x="242888" y="286798"/>
                </a:cubicBezTo>
                <a:cubicBezTo>
                  <a:pt x="266700" y="286798"/>
                  <a:pt x="286131" y="267367"/>
                  <a:pt x="286131" y="243554"/>
                </a:cubicBezTo>
                <a:cubicBezTo>
                  <a:pt x="286131" y="224695"/>
                  <a:pt x="274034" y="208788"/>
                  <a:pt x="257175" y="202883"/>
                </a:cubicBezTo>
                <a:close/>
                <a:moveTo>
                  <a:pt x="242888" y="258223"/>
                </a:moveTo>
                <a:cubicBezTo>
                  <a:pt x="234791" y="258223"/>
                  <a:pt x="228219" y="251651"/>
                  <a:pt x="228219" y="243554"/>
                </a:cubicBezTo>
                <a:cubicBezTo>
                  <a:pt x="228219" y="235458"/>
                  <a:pt x="234791" y="228886"/>
                  <a:pt x="242888" y="228886"/>
                </a:cubicBezTo>
                <a:cubicBezTo>
                  <a:pt x="250984" y="228886"/>
                  <a:pt x="257556" y="235458"/>
                  <a:pt x="257556" y="243554"/>
                </a:cubicBezTo>
                <a:cubicBezTo>
                  <a:pt x="257556" y="251651"/>
                  <a:pt x="250984" y="258223"/>
                  <a:pt x="242888" y="258223"/>
                </a:cubicBezTo>
                <a:close/>
                <a:moveTo>
                  <a:pt x="485775" y="243745"/>
                </a:moveTo>
                <a:cubicBezTo>
                  <a:pt x="485775" y="251651"/>
                  <a:pt x="479393" y="258032"/>
                  <a:pt x="471488" y="258032"/>
                </a:cubicBezTo>
                <a:lnTo>
                  <a:pt x="414242" y="258032"/>
                </a:lnTo>
                <a:cubicBezTo>
                  <a:pt x="406337" y="258032"/>
                  <a:pt x="399955" y="251651"/>
                  <a:pt x="399955" y="243745"/>
                </a:cubicBezTo>
                <a:cubicBezTo>
                  <a:pt x="399955" y="235839"/>
                  <a:pt x="406337" y="229457"/>
                  <a:pt x="414242" y="229457"/>
                </a:cubicBezTo>
                <a:lnTo>
                  <a:pt x="456724" y="229457"/>
                </a:lnTo>
                <a:cubicBezTo>
                  <a:pt x="453771" y="180975"/>
                  <a:pt x="434531" y="136874"/>
                  <a:pt x="404527" y="102394"/>
                </a:cubicBezTo>
                <a:lnTo>
                  <a:pt x="368332" y="138589"/>
                </a:lnTo>
                <a:cubicBezTo>
                  <a:pt x="365570" y="141351"/>
                  <a:pt x="361855" y="142780"/>
                  <a:pt x="358235" y="142780"/>
                </a:cubicBezTo>
                <a:cubicBezTo>
                  <a:pt x="354616" y="142780"/>
                  <a:pt x="350901" y="141351"/>
                  <a:pt x="348139" y="138589"/>
                </a:cubicBezTo>
                <a:cubicBezTo>
                  <a:pt x="342519" y="132969"/>
                  <a:pt x="342519" y="123920"/>
                  <a:pt x="348139" y="118396"/>
                </a:cubicBezTo>
                <a:lnTo>
                  <a:pt x="384334" y="82201"/>
                </a:lnTo>
                <a:cubicBezTo>
                  <a:pt x="349949" y="51816"/>
                  <a:pt x="305753" y="32290"/>
                  <a:pt x="257175" y="29147"/>
                </a:cubicBezTo>
                <a:lnTo>
                  <a:pt x="257175" y="73247"/>
                </a:lnTo>
                <a:cubicBezTo>
                  <a:pt x="257175" y="81153"/>
                  <a:pt x="250793" y="87535"/>
                  <a:pt x="242888" y="87535"/>
                </a:cubicBezTo>
                <a:cubicBezTo>
                  <a:pt x="234982" y="87535"/>
                  <a:pt x="228600" y="81153"/>
                  <a:pt x="228600" y="73247"/>
                </a:cubicBezTo>
                <a:lnTo>
                  <a:pt x="228600" y="29147"/>
                </a:lnTo>
                <a:cubicBezTo>
                  <a:pt x="180308" y="32385"/>
                  <a:pt x="136398" y="51626"/>
                  <a:pt x="102013" y="81629"/>
                </a:cubicBezTo>
                <a:lnTo>
                  <a:pt x="139256" y="118872"/>
                </a:lnTo>
                <a:cubicBezTo>
                  <a:pt x="144875" y="124492"/>
                  <a:pt x="144875" y="133541"/>
                  <a:pt x="139256" y="139065"/>
                </a:cubicBezTo>
                <a:cubicBezTo>
                  <a:pt x="136493" y="141827"/>
                  <a:pt x="132779" y="143256"/>
                  <a:pt x="129159" y="143256"/>
                </a:cubicBezTo>
                <a:cubicBezTo>
                  <a:pt x="125540" y="143256"/>
                  <a:pt x="121825" y="141827"/>
                  <a:pt x="119063" y="139065"/>
                </a:cubicBezTo>
                <a:lnTo>
                  <a:pt x="81820" y="101822"/>
                </a:lnTo>
                <a:cubicBezTo>
                  <a:pt x="51530" y="136398"/>
                  <a:pt x="32195" y="180689"/>
                  <a:pt x="29147" y="229362"/>
                </a:cubicBezTo>
                <a:lnTo>
                  <a:pt x="71628" y="229362"/>
                </a:lnTo>
                <a:cubicBezTo>
                  <a:pt x="79534" y="229362"/>
                  <a:pt x="85916" y="235744"/>
                  <a:pt x="85916" y="243650"/>
                </a:cubicBezTo>
                <a:cubicBezTo>
                  <a:pt x="85916" y="251555"/>
                  <a:pt x="79534" y="257937"/>
                  <a:pt x="71628" y="257937"/>
                </a:cubicBezTo>
                <a:lnTo>
                  <a:pt x="14288" y="257937"/>
                </a:lnTo>
                <a:cubicBezTo>
                  <a:pt x="6382" y="257937"/>
                  <a:pt x="0" y="251555"/>
                  <a:pt x="0" y="243650"/>
                </a:cubicBezTo>
                <a:cubicBezTo>
                  <a:pt x="0" y="243173"/>
                  <a:pt x="95" y="242792"/>
                  <a:pt x="95" y="242316"/>
                </a:cubicBezTo>
                <a:cubicBezTo>
                  <a:pt x="381" y="108680"/>
                  <a:pt x="109157" y="0"/>
                  <a:pt x="242888" y="0"/>
                </a:cubicBezTo>
                <a:cubicBezTo>
                  <a:pt x="376714" y="0"/>
                  <a:pt x="485680" y="108871"/>
                  <a:pt x="485680" y="242792"/>
                </a:cubicBezTo>
                <a:cubicBezTo>
                  <a:pt x="485680" y="242792"/>
                  <a:pt x="485680" y="242792"/>
                  <a:pt x="485680" y="242888"/>
                </a:cubicBezTo>
                <a:cubicBezTo>
                  <a:pt x="485680" y="243173"/>
                  <a:pt x="485775" y="243459"/>
                  <a:pt x="485775" y="243745"/>
                </a:cubicBezTo>
                <a:close/>
              </a:path>
            </a:pathLst>
          </a:custGeom>
          <a:solidFill>
            <a:schemeClr val="bg1"/>
          </a:solidFill>
          <a:ln w="9525" cap="flat">
            <a:noFill/>
            <a:prstDash val="solid"/>
            <a:miter/>
          </a:ln>
        </p:spPr>
        <p:txBody>
          <a:bodyPr rtlCol="0" anchor="ctr"/>
          <a:lstStyle/>
          <a:p>
            <a:endParaRPr lang="en-US"/>
          </a:p>
        </p:txBody>
      </p:sp>
      <p:sp>
        <p:nvSpPr>
          <p:cNvPr id="95" name="Grafik 43">
            <a:extLst>
              <a:ext uri="{FF2B5EF4-FFF2-40B4-BE49-F238E27FC236}">
                <a16:creationId xmlns:a16="http://schemas.microsoft.com/office/drawing/2014/main" id="{73F04898-A150-4C34-A3BF-5BD3ABBE3597}"/>
              </a:ext>
            </a:extLst>
          </p:cNvPr>
          <p:cNvSpPr/>
          <p:nvPr/>
        </p:nvSpPr>
        <p:spPr bwMode="gray">
          <a:xfrm>
            <a:off x="6614191" y="3795708"/>
            <a:ext cx="485775" cy="485775"/>
          </a:xfrm>
          <a:custGeom>
            <a:avLst/>
            <a:gdLst>
              <a:gd name="connsiteX0" fmla="*/ 242888 w 485775"/>
              <a:gd name="connsiteY0" fmla="*/ 0 h 485775"/>
              <a:gd name="connsiteX1" fmla="*/ 0 w 485775"/>
              <a:gd name="connsiteY1" fmla="*/ 242888 h 485775"/>
              <a:gd name="connsiteX2" fmla="*/ 242888 w 485775"/>
              <a:gd name="connsiteY2" fmla="*/ 485775 h 485775"/>
              <a:gd name="connsiteX3" fmla="*/ 485775 w 485775"/>
              <a:gd name="connsiteY3" fmla="*/ 242888 h 485775"/>
              <a:gd name="connsiteX4" fmla="*/ 242888 w 485775"/>
              <a:gd name="connsiteY4" fmla="*/ 0 h 485775"/>
              <a:gd name="connsiteX5" fmla="*/ 444913 w 485775"/>
              <a:gd name="connsiteY5" fmla="*/ 171355 h 485775"/>
              <a:gd name="connsiteX6" fmla="*/ 339090 w 485775"/>
              <a:gd name="connsiteY6" fmla="*/ 171355 h 485775"/>
              <a:gd name="connsiteX7" fmla="*/ 277940 w 485775"/>
              <a:gd name="connsiteY7" fmla="*/ 36671 h 485775"/>
              <a:gd name="connsiteX8" fmla="*/ 273463 w 485775"/>
              <a:gd name="connsiteY8" fmla="*/ 30766 h 485775"/>
              <a:gd name="connsiteX9" fmla="*/ 444913 w 485775"/>
              <a:gd name="connsiteY9" fmla="*/ 171355 h 485775"/>
              <a:gd name="connsiteX10" fmla="*/ 457200 w 485775"/>
              <a:gd name="connsiteY10" fmla="*/ 242888 h 485775"/>
              <a:gd name="connsiteX11" fmla="*/ 452914 w 485775"/>
              <a:gd name="connsiteY11" fmla="*/ 285750 h 485775"/>
              <a:gd name="connsiteX12" fmla="*/ 343757 w 485775"/>
              <a:gd name="connsiteY12" fmla="*/ 285750 h 485775"/>
              <a:gd name="connsiteX13" fmla="*/ 343853 w 485775"/>
              <a:gd name="connsiteY13" fmla="*/ 199930 h 485775"/>
              <a:gd name="connsiteX14" fmla="*/ 452819 w 485775"/>
              <a:gd name="connsiteY14" fmla="*/ 199930 h 485775"/>
              <a:gd name="connsiteX15" fmla="*/ 457200 w 485775"/>
              <a:gd name="connsiteY15" fmla="*/ 242888 h 485775"/>
              <a:gd name="connsiteX16" fmla="*/ 242888 w 485775"/>
              <a:gd name="connsiteY16" fmla="*/ 447389 h 485775"/>
              <a:gd name="connsiteX17" fmla="*/ 231077 w 485775"/>
              <a:gd name="connsiteY17" fmla="*/ 431387 h 485775"/>
              <a:gd name="connsiteX18" fmla="*/ 175927 w 485775"/>
              <a:gd name="connsiteY18" fmla="*/ 314230 h 485775"/>
              <a:gd name="connsiteX19" fmla="*/ 309658 w 485775"/>
              <a:gd name="connsiteY19" fmla="*/ 314230 h 485775"/>
              <a:gd name="connsiteX20" fmla="*/ 254413 w 485775"/>
              <a:gd name="connsiteY20" fmla="*/ 431578 h 485775"/>
              <a:gd name="connsiteX21" fmla="*/ 242888 w 485775"/>
              <a:gd name="connsiteY21" fmla="*/ 447389 h 485775"/>
              <a:gd name="connsiteX22" fmla="*/ 170783 w 485775"/>
              <a:gd name="connsiteY22" fmla="*/ 285750 h 485775"/>
              <a:gd name="connsiteX23" fmla="*/ 170688 w 485775"/>
              <a:gd name="connsiteY23" fmla="*/ 199930 h 485775"/>
              <a:gd name="connsiteX24" fmla="*/ 315182 w 485775"/>
              <a:gd name="connsiteY24" fmla="*/ 199930 h 485775"/>
              <a:gd name="connsiteX25" fmla="*/ 314992 w 485775"/>
              <a:gd name="connsiteY25" fmla="*/ 285750 h 485775"/>
              <a:gd name="connsiteX26" fmla="*/ 170783 w 485775"/>
              <a:gd name="connsiteY26" fmla="*/ 285750 h 485775"/>
              <a:gd name="connsiteX27" fmla="*/ 28575 w 485775"/>
              <a:gd name="connsiteY27" fmla="*/ 242888 h 485775"/>
              <a:gd name="connsiteX28" fmla="*/ 32957 w 485775"/>
              <a:gd name="connsiteY28" fmla="*/ 199930 h 485775"/>
              <a:gd name="connsiteX29" fmla="*/ 141923 w 485775"/>
              <a:gd name="connsiteY29" fmla="*/ 199930 h 485775"/>
              <a:gd name="connsiteX30" fmla="*/ 142018 w 485775"/>
              <a:gd name="connsiteY30" fmla="*/ 285750 h 485775"/>
              <a:gd name="connsiteX31" fmla="*/ 32861 w 485775"/>
              <a:gd name="connsiteY31" fmla="*/ 285750 h 485775"/>
              <a:gd name="connsiteX32" fmla="*/ 28575 w 485775"/>
              <a:gd name="connsiteY32" fmla="*/ 242888 h 485775"/>
              <a:gd name="connsiteX33" fmla="*/ 242888 w 485775"/>
              <a:gd name="connsiteY33" fmla="*/ 37814 h 485775"/>
              <a:gd name="connsiteX34" fmla="*/ 255175 w 485775"/>
              <a:gd name="connsiteY34" fmla="*/ 53912 h 485775"/>
              <a:gd name="connsiteX35" fmla="*/ 309944 w 485775"/>
              <a:gd name="connsiteY35" fmla="*/ 171260 h 485775"/>
              <a:gd name="connsiteX36" fmla="*/ 175736 w 485775"/>
              <a:gd name="connsiteY36" fmla="*/ 171260 h 485775"/>
              <a:gd name="connsiteX37" fmla="*/ 230505 w 485775"/>
              <a:gd name="connsiteY37" fmla="*/ 53912 h 485775"/>
              <a:gd name="connsiteX38" fmla="*/ 242888 w 485775"/>
              <a:gd name="connsiteY38" fmla="*/ 37814 h 485775"/>
              <a:gd name="connsiteX39" fmla="*/ 212312 w 485775"/>
              <a:gd name="connsiteY39" fmla="*/ 30766 h 485775"/>
              <a:gd name="connsiteX40" fmla="*/ 207740 w 485775"/>
              <a:gd name="connsiteY40" fmla="*/ 36671 h 485775"/>
              <a:gd name="connsiteX41" fmla="*/ 146590 w 485775"/>
              <a:gd name="connsiteY41" fmla="*/ 171260 h 485775"/>
              <a:gd name="connsiteX42" fmla="*/ 40862 w 485775"/>
              <a:gd name="connsiteY42" fmla="*/ 171260 h 485775"/>
              <a:gd name="connsiteX43" fmla="*/ 212312 w 485775"/>
              <a:gd name="connsiteY43" fmla="*/ 30766 h 485775"/>
              <a:gd name="connsiteX44" fmla="*/ 40862 w 485775"/>
              <a:gd name="connsiteY44" fmla="*/ 314325 h 485775"/>
              <a:gd name="connsiteX45" fmla="*/ 146876 w 485775"/>
              <a:gd name="connsiteY45" fmla="*/ 314325 h 485775"/>
              <a:gd name="connsiteX46" fmla="*/ 208217 w 485775"/>
              <a:gd name="connsiteY46" fmla="*/ 448628 h 485775"/>
              <a:gd name="connsiteX47" fmla="*/ 213074 w 485775"/>
              <a:gd name="connsiteY47" fmla="*/ 455200 h 485775"/>
              <a:gd name="connsiteX48" fmla="*/ 40862 w 485775"/>
              <a:gd name="connsiteY48" fmla="*/ 314325 h 485775"/>
              <a:gd name="connsiteX49" fmla="*/ 272701 w 485775"/>
              <a:gd name="connsiteY49" fmla="*/ 455105 h 485775"/>
              <a:gd name="connsiteX50" fmla="*/ 277368 w 485775"/>
              <a:gd name="connsiteY50" fmla="*/ 448723 h 485775"/>
              <a:gd name="connsiteX51" fmla="*/ 338900 w 485775"/>
              <a:gd name="connsiteY51" fmla="*/ 314230 h 485775"/>
              <a:gd name="connsiteX52" fmla="*/ 444913 w 485775"/>
              <a:gd name="connsiteY52" fmla="*/ 314230 h 485775"/>
              <a:gd name="connsiteX53" fmla="*/ 272701 w 485775"/>
              <a:gd name="connsiteY53" fmla="*/ 45510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5775" h="485775">
                <a:moveTo>
                  <a:pt x="242888" y="0"/>
                </a:moveTo>
                <a:cubicBezTo>
                  <a:pt x="108966" y="0"/>
                  <a:pt x="0" y="108966"/>
                  <a:pt x="0" y="242888"/>
                </a:cubicBezTo>
                <a:cubicBezTo>
                  <a:pt x="0" y="376809"/>
                  <a:pt x="108966" y="485775"/>
                  <a:pt x="242888" y="485775"/>
                </a:cubicBezTo>
                <a:cubicBezTo>
                  <a:pt x="376809" y="485775"/>
                  <a:pt x="485775" y="376809"/>
                  <a:pt x="485775" y="242888"/>
                </a:cubicBezTo>
                <a:cubicBezTo>
                  <a:pt x="485775" y="108966"/>
                  <a:pt x="376809" y="0"/>
                  <a:pt x="242888" y="0"/>
                </a:cubicBezTo>
                <a:close/>
                <a:moveTo>
                  <a:pt x="444913" y="171355"/>
                </a:moveTo>
                <a:lnTo>
                  <a:pt x="339090" y="171355"/>
                </a:lnTo>
                <a:cubicBezTo>
                  <a:pt x="328994" y="123539"/>
                  <a:pt x="308800" y="77438"/>
                  <a:pt x="277940" y="36671"/>
                </a:cubicBezTo>
                <a:lnTo>
                  <a:pt x="273463" y="30766"/>
                </a:lnTo>
                <a:cubicBezTo>
                  <a:pt x="353092" y="42196"/>
                  <a:pt x="418624" y="97536"/>
                  <a:pt x="444913" y="171355"/>
                </a:cubicBezTo>
                <a:close/>
                <a:moveTo>
                  <a:pt x="457200" y="242888"/>
                </a:moveTo>
                <a:cubicBezTo>
                  <a:pt x="457200" y="257556"/>
                  <a:pt x="455676" y="271844"/>
                  <a:pt x="452914" y="285750"/>
                </a:cubicBezTo>
                <a:lnTo>
                  <a:pt x="343757" y="285750"/>
                </a:lnTo>
                <a:cubicBezTo>
                  <a:pt x="347377" y="257270"/>
                  <a:pt x="347377" y="228410"/>
                  <a:pt x="343853" y="199930"/>
                </a:cubicBezTo>
                <a:lnTo>
                  <a:pt x="452819" y="199930"/>
                </a:lnTo>
                <a:cubicBezTo>
                  <a:pt x="455676" y="213836"/>
                  <a:pt x="457200" y="228124"/>
                  <a:pt x="457200" y="242888"/>
                </a:cubicBezTo>
                <a:close/>
                <a:moveTo>
                  <a:pt x="242888" y="447389"/>
                </a:moveTo>
                <a:lnTo>
                  <a:pt x="231077" y="431387"/>
                </a:lnTo>
                <a:cubicBezTo>
                  <a:pt x="204026" y="395954"/>
                  <a:pt x="185738" y="355854"/>
                  <a:pt x="175927" y="314230"/>
                </a:cubicBezTo>
                <a:lnTo>
                  <a:pt x="309658" y="314230"/>
                </a:lnTo>
                <a:cubicBezTo>
                  <a:pt x="299847" y="355949"/>
                  <a:pt x="281559" y="395954"/>
                  <a:pt x="254413" y="431578"/>
                </a:cubicBezTo>
                <a:lnTo>
                  <a:pt x="242888" y="447389"/>
                </a:lnTo>
                <a:close/>
                <a:moveTo>
                  <a:pt x="170783" y="285750"/>
                </a:moveTo>
                <a:cubicBezTo>
                  <a:pt x="166783" y="257270"/>
                  <a:pt x="166783" y="228410"/>
                  <a:pt x="170688" y="199930"/>
                </a:cubicBezTo>
                <a:lnTo>
                  <a:pt x="315182" y="199930"/>
                </a:lnTo>
                <a:cubicBezTo>
                  <a:pt x="319088" y="228410"/>
                  <a:pt x="318992" y="257270"/>
                  <a:pt x="314992" y="285750"/>
                </a:cubicBezTo>
                <a:lnTo>
                  <a:pt x="170783" y="285750"/>
                </a:lnTo>
                <a:close/>
                <a:moveTo>
                  <a:pt x="28575" y="242888"/>
                </a:moveTo>
                <a:cubicBezTo>
                  <a:pt x="28575" y="228124"/>
                  <a:pt x="30099" y="213836"/>
                  <a:pt x="32957" y="199930"/>
                </a:cubicBezTo>
                <a:lnTo>
                  <a:pt x="141923" y="199930"/>
                </a:lnTo>
                <a:cubicBezTo>
                  <a:pt x="138303" y="228410"/>
                  <a:pt x="138398" y="257175"/>
                  <a:pt x="142018" y="285750"/>
                </a:cubicBezTo>
                <a:lnTo>
                  <a:pt x="32861" y="285750"/>
                </a:lnTo>
                <a:cubicBezTo>
                  <a:pt x="30099" y="271844"/>
                  <a:pt x="28575" y="257556"/>
                  <a:pt x="28575" y="242888"/>
                </a:cubicBezTo>
                <a:close/>
                <a:moveTo>
                  <a:pt x="242888" y="37814"/>
                </a:moveTo>
                <a:lnTo>
                  <a:pt x="255175" y="53912"/>
                </a:lnTo>
                <a:cubicBezTo>
                  <a:pt x="282131" y="89440"/>
                  <a:pt x="300323" y="129540"/>
                  <a:pt x="309944" y="171260"/>
                </a:cubicBezTo>
                <a:lnTo>
                  <a:pt x="175736" y="171260"/>
                </a:lnTo>
                <a:cubicBezTo>
                  <a:pt x="185356" y="129540"/>
                  <a:pt x="203549" y="89535"/>
                  <a:pt x="230505" y="53912"/>
                </a:cubicBezTo>
                <a:lnTo>
                  <a:pt x="242888" y="37814"/>
                </a:lnTo>
                <a:close/>
                <a:moveTo>
                  <a:pt x="212312" y="30766"/>
                </a:moveTo>
                <a:lnTo>
                  <a:pt x="207740" y="36671"/>
                </a:lnTo>
                <a:cubicBezTo>
                  <a:pt x="176975" y="77343"/>
                  <a:pt x="156781" y="123444"/>
                  <a:pt x="146590" y="171260"/>
                </a:cubicBezTo>
                <a:lnTo>
                  <a:pt x="40862" y="171260"/>
                </a:lnTo>
                <a:cubicBezTo>
                  <a:pt x="67151" y="97536"/>
                  <a:pt x="132683" y="42196"/>
                  <a:pt x="212312" y="30766"/>
                </a:cubicBezTo>
                <a:close/>
                <a:moveTo>
                  <a:pt x="40862" y="314325"/>
                </a:moveTo>
                <a:lnTo>
                  <a:pt x="146876" y="314325"/>
                </a:lnTo>
                <a:cubicBezTo>
                  <a:pt x="157067" y="362045"/>
                  <a:pt x="177451" y="408051"/>
                  <a:pt x="208217" y="448628"/>
                </a:cubicBezTo>
                <a:lnTo>
                  <a:pt x="213074" y="455200"/>
                </a:lnTo>
                <a:cubicBezTo>
                  <a:pt x="133064" y="443865"/>
                  <a:pt x="67151" y="388430"/>
                  <a:pt x="40862" y="314325"/>
                </a:cubicBezTo>
                <a:close/>
                <a:moveTo>
                  <a:pt x="272701" y="455105"/>
                </a:moveTo>
                <a:lnTo>
                  <a:pt x="277368" y="448723"/>
                </a:lnTo>
                <a:cubicBezTo>
                  <a:pt x="308324" y="408146"/>
                  <a:pt x="328613" y="362045"/>
                  <a:pt x="338900" y="314230"/>
                </a:cubicBezTo>
                <a:lnTo>
                  <a:pt x="444913" y="314230"/>
                </a:lnTo>
                <a:cubicBezTo>
                  <a:pt x="418624" y="388430"/>
                  <a:pt x="352711" y="443865"/>
                  <a:pt x="272701" y="455105"/>
                </a:cubicBezTo>
                <a:close/>
              </a:path>
            </a:pathLst>
          </a:custGeom>
          <a:solidFill>
            <a:schemeClr val="bg1"/>
          </a:solidFill>
          <a:ln w="9525" cap="flat">
            <a:noFill/>
            <a:prstDash val="solid"/>
            <a:miter/>
          </a:ln>
        </p:spPr>
        <p:txBody>
          <a:bodyPr rtlCol="0" anchor="ctr"/>
          <a:lstStyle/>
          <a:p>
            <a:endParaRPr lang="en-US"/>
          </a:p>
        </p:txBody>
      </p:sp>
      <p:sp>
        <p:nvSpPr>
          <p:cNvPr id="96" name="Grafik 52">
            <a:extLst>
              <a:ext uri="{FF2B5EF4-FFF2-40B4-BE49-F238E27FC236}">
                <a16:creationId xmlns:a16="http://schemas.microsoft.com/office/drawing/2014/main" id="{51C4A1CC-840D-44E0-BF07-62DB403EBAC2}"/>
              </a:ext>
            </a:extLst>
          </p:cNvPr>
          <p:cNvSpPr/>
          <p:nvPr/>
        </p:nvSpPr>
        <p:spPr bwMode="gray">
          <a:xfrm>
            <a:off x="11141817" y="3823378"/>
            <a:ext cx="482917" cy="430434"/>
          </a:xfrm>
          <a:custGeom>
            <a:avLst/>
            <a:gdLst>
              <a:gd name="connsiteX0" fmla="*/ 325946 w 482917"/>
              <a:gd name="connsiteY0" fmla="*/ 116491 h 430434"/>
              <a:gd name="connsiteX1" fmla="*/ 324517 w 482917"/>
              <a:gd name="connsiteY1" fmla="*/ 116491 h 430434"/>
              <a:gd name="connsiteX2" fmla="*/ 324517 w 482917"/>
              <a:gd name="connsiteY2" fmla="*/ 115062 h 430434"/>
              <a:gd name="connsiteX3" fmla="*/ 324422 w 482917"/>
              <a:gd name="connsiteY3" fmla="*/ 94202 h 430434"/>
              <a:gd name="connsiteX4" fmla="*/ 324326 w 482917"/>
              <a:gd name="connsiteY4" fmla="*/ 83439 h 430434"/>
              <a:gd name="connsiteX5" fmla="*/ 272987 w 482917"/>
              <a:gd name="connsiteY5" fmla="*/ 23146 h 430434"/>
              <a:gd name="connsiteX6" fmla="*/ 162306 w 482917"/>
              <a:gd name="connsiteY6" fmla="*/ 0 h 430434"/>
              <a:gd name="connsiteX7" fmla="*/ 51530 w 482917"/>
              <a:gd name="connsiteY7" fmla="*/ 23146 h 430434"/>
              <a:gd name="connsiteX8" fmla="*/ 0 w 482917"/>
              <a:gd name="connsiteY8" fmla="*/ 83534 h 430434"/>
              <a:gd name="connsiteX9" fmla="*/ 0 w 482917"/>
              <a:gd name="connsiteY9" fmla="*/ 342043 h 430434"/>
              <a:gd name="connsiteX10" fmla="*/ 51340 w 482917"/>
              <a:gd name="connsiteY10" fmla="*/ 407099 h 430434"/>
              <a:gd name="connsiteX11" fmla="*/ 162211 w 482917"/>
              <a:gd name="connsiteY11" fmla="*/ 430340 h 430434"/>
              <a:gd name="connsiteX12" fmla="*/ 256127 w 482917"/>
              <a:gd name="connsiteY12" fmla="*/ 414433 h 430434"/>
              <a:gd name="connsiteX13" fmla="*/ 256699 w 482917"/>
              <a:gd name="connsiteY13" fmla="*/ 414242 h 430434"/>
              <a:gd name="connsiteX14" fmla="*/ 257270 w 482917"/>
              <a:gd name="connsiteY14" fmla="*/ 414528 h 430434"/>
              <a:gd name="connsiteX15" fmla="*/ 325946 w 482917"/>
              <a:gd name="connsiteY15" fmla="*/ 430435 h 430434"/>
              <a:gd name="connsiteX16" fmla="*/ 482918 w 482917"/>
              <a:gd name="connsiteY16" fmla="*/ 273463 h 430434"/>
              <a:gd name="connsiteX17" fmla="*/ 325946 w 482917"/>
              <a:gd name="connsiteY17" fmla="*/ 116491 h 430434"/>
              <a:gd name="connsiteX18" fmla="*/ 63913 w 482917"/>
              <a:gd name="connsiteY18" fmla="*/ 49435 h 430434"/>
              <a:gd name="connsiteX19" fmla="*/ 162211 w 482917"/>
              <a:gd name="connsiteY19" fmla="*/ 29147 h 430434"/>
              <a:gd name="connsiteX20" fmla="*/ 260509 w 482917"/>
              <a:gd name="connsiteY20" fmla="*/ 49435 h 430434"/>
              <a:gd name="connsiteX21" fmla="*/ 295466 w 482917"/>
              <a:gd name="connsiteY21" fmla="*/ 83915 h 430434"/>
              <a:gd name="connsiteX22" fmla="*/ 260509 w 482917"/>
              <a:gd name="connsiteY22" fmla="*/ 127730 h 430434"/>
              <a:gd name="connsiteX23" fmla="*/ 162211 w 482917"/>
              <a:gd name="connsiteY23" fmla="*/ 148019 h 430434"/>
              <a:gd name="connsiteX24" fmla="*/ 63913 w 482917"/>
              <a:gd name="connsiteY24" fmla="*/ 127730 h 430434"/>
              <a:gd name="connsiteX25" fmla="*/ 60103 w 482917"/>
              <a:gd name="connsiteY25" fmla="*/ 125349 h 430434"/>
              <a:gd name="connsiteX26" fmla="*/ 28766 w 482917"/>
              <a:gd name="connsiteY26" fmla="*/ 85630 h 430434"/>
              <a:gd name="connsiteX27" fmla="*/ 63913 w 482917"/>
              <a:gd name="connsiteY27" fmla="*/ 49435 h 430434"/>
              <a:gd name="connsiteX28" fmla="*/ 28861 w 482917"/>
              <a:gd name="connsiteY28" fmla="*/ 139922 h 430434"/>
              <a:gd name="connsiteX29" fmla="*/ 31147 w 482917"/>
              <a:gd name="connsiteY29" fmla="*/ 141637 h 430434"/>
              <a:gd name="connsiteX30" fmla="*/ 51530 w 482917"/>
              <a:gd name="connsiteY30" fmla="*/ 154019 h 430434"/>
              <a:gd name="connsiteX31" fmla="*/ 162306 w 482917"/>
              <a:gd name="connsiteY31" fmla="*/ 177165 h 430434"/>
              <a:gd name="connsiteX32" fmla="*/ 201263 w 482917"/>
              <a:gd name="connsiteY32" fmla="*/ 174498 h 430434"/>
              <a:gd name="connsiteX33" fmla="*/ 204692 w 482917"/>
              <a:gd name="connsiteY33" fmla="*/ 174022 h 430434"/>
              <a:gd name="connsiteX34" fmla="*/ 202502 w 482917"/>
              <a:gd name="connsiteY34" fmla="*/ 176784 h 430434"/>
              <a:gd name="connsiteX35" fmla="*/ 182594 w 482917"/>
              <a:gd name="connsiteY35" fmla="*/ 209931 h 430434"/>
              <a:gd name="connsiteX36" fmla="*/ 182213 w 482917"/>
              <a:gd name="connsiteY36" fmla="*/ 210693 h 430434"/>
              <a:gd name="connsiteX37" fmla="*/ 181356 w 482917"/>
              <a:gd name="connsiteY37" fmla="*/ 210788 h 430434"/>
              <a:gd name="connsiteX38" fmla="*/ 162306 w 482917"/>
              <a:gd name="connsiteY38" fmla="*/ 211455 h 430434"/>
              <a:gd name="connsiteX39" fmla="*/ 64103 w 482917"/>
              <a:gd name="connsiteY39" fmla="*/ 191357 h 430434"/>
              <a:gd name="connsiteX40" fmla="*/ 28861 w 482917"/>
              <a:gd name="connsiteY40" fmla="*/ 151924 h 430434"/>
              <a:gd name="connsiteX41" fmla="*/ 28861 w 482917"/>
              <a:gd name="connsiteY41" fmla="*/ 139922 h 430434"/>
              <a:gd name="connsiteX42" fmla="*/ 28861 w 482917"/>
              <a:gd name="connsiteY42" fmla="*/ 203168 h 430434"/>
              <a:gd name="connsiteX43" fmla="*/ 31147 w 482917"/>
              <a:gd name="connsiteY43" fmla="*/ 204883 h 430434"/>
              <a:gd name="connsiteX44" fmla="*/ 51245 w 482917"/>
              <a:gd name="connsiteY44" fmla="*/ 217170 h 430434"/>
              <a:gd name="connsiteX45" fmla="*/ 162306 w 482917"/>
              <a:gd name="connsiteY45" fmla="*/ 240411 h 430434"/>
              <a:gd name="connsiteX46" fmla="*/ 170879 w 482917"/>
              <a:gd name="connsiteY46" fmla="*/ 240221 h 430434"/>
              <a:gd name="connsiteX47" fmla="*/ 172688 w 482917"/>
              <a:gd name="connsiteY47" fmla="*/ 240125 h 430434"/>
              <a:gd name="connsiteX48" fmla="*/ 172307 w 482917"/>
              <a:gd name="connsiteY48" fmla="*/ 241935 h 430434"/>
              <a:gd name="connsiteX49" fmla="*/ 169069 w 482917"/>
              <a:gd name="connsiteY49" fmla="*/ 273463 h 430434"/>
              <a:gd name="connsiteX50" fmla="*/ 169069 w 482917"/>
              <a:gd name="connsiteY50" fmla="*/ 274892 h 430434"/>
              <a:gd name="connsiteX51" fmla="*/ 167640 w 482917"/>
              <a:gd name="connsiteY51" fmla="*/ 274892 h 430434"/>
              <a:gd name="connsiteX52" fmla="*/ 165830 w 482917"/>
              <a:gd name="connsiteY52" fmla="*/ 274892 h 430434"/>
              <a:gd name="connsiteX53" fmla="*/ 164021 w 482917"/>
              <a:gd name="connsiteY53" fmla="*/ 274892 h 430434"/>
              <a:gd name="connsiteX54" fmla="*/ 162306 w 482917"/>
              <a:gd name="connsiteY54" fmla="*/ 274892 h 430434"/>
              <a:gd name="connsiteX55" fmla="*/ 64103 w 482917"/>
              <a:gd name="connsiteY55" fmla="*/ 254794 h 430434"/>
              <a:gd name="connsiteX56" fmla="*/ 28861 w 482917"/>
              <a:gd name="connsiteY56" fmla="*/ 215360 h 430434"/>
              <a:gd name="connsiteX57" fmla="*/ 28861 w 482917"/>
              <a:gd name="connsiteY57" fmla="*/ 203168 h 430434"/>
              <a:gd name="connsiteX58" fmla="*/ 28861 w 482917"/>
              <a:gd name="connsiteY58" fmla="*/ 266510 h 430434"/>
              <a:gd name="connsiteX59" fmla="*/ 31147 w 482917"/>
              <a:gd name="connsiteY59" fmla="*/ 268224 h 430434"/>
              <a:gd name="connsiteX60" fmla="*/ 51435 w 482917"/>
              <a:gd name="connsiteY60" fmla="*/ 280511 h 430434"/>
              <a:gd name="connsiteX61" fmla="*/ 162306 w 482917"/>
              <a:gd name="connsiteY61" fmla="*/ 303752 h 430434"/>
              <a:gd name="connsiteX62" fmla="*/ 170402 w 482917"/>
              <a:gd name="connsiteY62" fmla="*/ 303562 h 430434"/>
              <a:gd name="connsiteX63" fmla="*/ 172022 w 482917"/>
              <a:gd name="connsiteY63" fmla="*/ 303562 h 430434"/>
              <a:gd name="connsiteX64" fmla="*/ 172212 w 482917"/>
              <a:gd name="connsiteY64" fmla="*/ 304705 h 430434"/>
              <a:gd name="connsiteX65" fmla="*/ 181832 w 482917"/>
              <a:gd name="connsiteY65" fmla="*/ 335566 h 430434"/>
              <a:gd name="connsiteX66" fmla="*/ 182594 w 482917"/>
              <a:gd name="connsiteY66" fmla="*/ 337375 h 430434"/>
              <a:gd name="connsiteX67" fmla="*/ 180594 w 482917"/>
              <a:gd name="connsiteY67" fmla="*/ 337471 h 430434"/>
              <a:gd name="connsiteX68" fmla="*/ 162211 w 482917"/>
              <a:gd name="connsiteY68" fmla="*/ 338138 h 430434"/>
              <a:gd name="connsiteX69" fmla="*/ 64008 w 482917"/>
              <a:gd name="connsiteY69" fmla="*/ 318040 h 430434"/>
              <a:gd name="connsiteX70" fmla="*/ 28766 w 482917"/>
              <a:gd name="connsiteY70" fmla="*/ 278606 h 430434"/>
              <a:gd name="connsiteX71" fmla="*/ 28766 w 482917"/>
              <a:gd name="connsiteY71" fmla="*/ 266510 h 430434"/>
              <a:gd name="connsiteX72" fmla="*/ 222980 w 482917"/>
              <a:gd name="connsiteY72" fmla="*/ 394621 h 430434"/>
              <a:gd name="connsiteX73" fmla="*/ 162211 w 482917"/>
              <a:gd name="connsiteY73" fmla="*/ 401574 h 430434"/>
              <a:gd name="connsiteX74" fmla="*/ 64198 w 482917"/>
              <a:gd name="connsiteY74" fmla="*/ 381286 h 430434"/>
              <a:gd name="connsiteX75" fmla="*/ 28766 w 482917"/>
              <a:gd name="connsiteY75" fmla="*/ 342043 h 430434"/>
              <a:gd name="connsiteX76" fmla="*/ 28766 w 482917"/>
              <a:gd name="connsiteY76" fmla="*/ 329851 h 430434"/>
              <a:gd name="connsiteX77" fmla="*/ 31052 w 482917"/>
              <a:gd name="connsiteY77" fmla="*/ 331565 h 430434"/>
              <a:gd name="connsiteX78" fmla="*/ 51149 w 482917"/>
              <a:gd name="connsiteY78" fmla="*/ 343853 h 430434"/>
              <a:gd name="connsiteX79" fmla="*/ 162211 w 482917"/>
              <a:gd name="connsiteY79" fmla="*/ 367094 h 430434"/>
              <a:gd name="connsiteX80" fmla="*/ 197549 w 482917"/>
              <a:gd name="connsiteY80" fmla="*/ 364998 h 430434"/>
              <a:gd name="connsiteX81" fmla="*/ 198406 w 482917"/>
              <a:gd name="connsiteY81" fmla="*/ 364903 h 430434"/>
              <a:gd name="connsiteX82" fmla="*/ 198882 w 482917"/>
              <a:gd name="connsiteY82" fmla="*/ 365570 h 430434"/>
              <a:gd name="connsiteX83" fmla="*/ 223552 w 482917"/>
              <a:gd name="connsiteY83" fmla="*/ 392240 h 430434"/>
              <a:gd name="connsiteX84" fmla="*/ 225647 w 482917"/>
              <a:gd name="connsiteY84" fmla="*/ 394049 h 430434"/>
              <a:gd name="connsiteX85" fmla="*/ 222980 w 482917"/>
              <a:gd name="connsiteY85" fmla="*/ 394621 h 430434"/>
              <a:gd name="connsiteX86" fmla="*/ 325946 w 482917"/>
              <a:gd name="connsiteY86" fmla="*/ 401669 h 430434"/>
              <a:gd name="connsiteX87" fmla="*/ 197834 w 482917"/>
              <a:gd name="connsiteY87" fmla="*/ 273558 h 430434"/>
              <a:gd name="connsiteX88" fmla="*/ 325946 w 482917"/>
              <a:gd name="connsiteY88" fmla="*/ 145447 h 430434"/>
              <a:gd name="connsiteX89" fmla="*/ 454057 w 482917"/>
              <a:gd name="connsiteY89" fmla="*/ 273558 h 430434"/>
              <a:gd name="connsiteX90" fmla="*/ 325946 w 482917"/>
              <a:gd name="connsiteY90" fmla="*/ 401669 h 430434"/>
              <a:gd name="connsiteX91" fmla="*/ 321088 w 482917"/>
              <a:gd name="connsiteY91" fmla="*/ 239459 h 430434"/>
              <a:gd name="connsiteX92" fmla="*/ 312515 w 482917"/>
              <a:gd name="connsiteY92" fmla="*/ 256508 h 430434"/>
              <a:gd name="connsiteX93" fmla="*/ 346329 w 482917"/>
              <a:gd name="connsiteY93" fmla="*/ 256508 h 430434"/>
              <a:gd name="connsiteX94" fmla="*/ 346329 w 482917"/>
              <a:gd name="connsiteY94" fmla="*/ 271272 h 430434"/>
              <a:gd name="connsiteX95" fmla="*/ 311277 w 482917"/>
              <a:gd name="connsiteY95" fmla="*/ 271272 h 430434"/>
              <a:gd name="connsiteX96" fmla="*/ 311182 w 482917"/>
              <a:gd name="connsiteY96" fmla="*/ 273082 h 430434"/>
              <a:gd name="connsiteX97" fmla="*/ 311087 w 482917"/>
              <a:gd name="connsiteY97" fmla="*/ 275749 h 430434"/>
              <a:gd name="connsiteX98" fmla="*/ 311087 w 482917"/>
              <a:gd name="connsiteY98" fmla="*/ 278321 h 430434"/>
              <a:gd name="connsiteX99" fmla="*/ 311277 w 482917"/>
              <a:gd name="connsiteY99" fmla="*/ 280892 h 430434"/>
              <a:gd name="connsiteX100" fmla="*/ 340995 w 482917"/>
              <a:gd name="connsiteY100" fmla="*/ 280892 h 430434"/>
              <a:gd name="connsiteX101" fmla="*/ 340995 w 482917"/>
              <a:gd name="connsiteY101" fmla="*/ 295847 h 430434"/>
              <a:gd name="connsiteX102" fmla="*/ 312706 w 482917"/>
              <a:gd name="connsiteY102" fmla="*/ 295847 h 430434"/>
              <a:gd name="connsiteX103" fmla="*/ 339662 w 482917"/>
              <a:gd name="connsiteY103" fmla="*/ 316230 h 430434"/>
              <a:gd name="connsiteX104" fmla="*/ 351949 w 482917"/>
              <a:gd name="connsiteY104" fmla="*/ 314897 h 430434"/>
              <a:gd name="connsiteX105" fmla="*/ 362712 w 482917"/>
              <a:gd name="connsiteY105" fmla="*/ 311372 h 430434"/>
              <a:gd name="connsiteX106" fmla="*/ 362712 w 482917"/>
              <a:gd name="connsiteY106" fmla="*/ 332804 h 430434"/>
              <a:gd name="connsiteX107" fmla="*/ 351949 w 482917"/>
              <a:gd name="connsiteY107" fmla="*/ 336518 h 430434"/>
              <a:gd name="connsiteX108" fmla="*/ 338138 w 482917"/>
              <a:gd name="connsiteY108" fmla="*/ 337852 h 430434"/>
              <a:gd name="connsiteX109" fmla="*/ 304705 w 482917"/>
              <a:gd name="connsiteY109" fmla="*/ 326993 h 430434"/>
              <a:gd name="connsiteX110" fmla="*/ 287750 w 482917"/>
              <a:gd name="connsiteY110" fmla="*/ 295847 h 430434"/>
              <a:gd name="connsiteX111" fmla="*/ 276225 w 482917"/>
              <a:gd name="connsiteY111" fmla="*/ 295847 h 430434"/>
              <a:gd name="connsiteX112" fmla="*/ 276225 w 482917"/>
              <a:gd name="connsiteY112" fmla="*/ 280892 h 430434"/>
              <a:gd name="connsiteX113" fmla="*/ 286131 w 482917"/>
              <a:gd name="connsiteY113" fmla="*/ 280892 h 430434"/>
              <a:gd name="connsiteX114" fmla="*/ 285750 w 482917"/>
              <a:gd name="connsiteY114" fmla="*/ 275749 h 430434"/>
              <a:gd name="connsiteX115" fmla="*/ 285750 w 482917"/>
              <a:gd name="connsiteY115" fmla="*/ 273177 h 430434"/>
              <a:gd name="connsiteX116" fmla="*/ 285941 w 482917"/>
              <a:gd name="connsiteY116" fmla="*/ 271272 h 430434"/>
              <a:gd name="connsiteX117" fmla="*/ 276130 w 482917"/>
              <a:gd name="connsiteY117" fmla="*/ 271272 h 430434"/>
              <a:gd name="connsiteX118" fmla="*/ 276130 w 482917"/>
              <a:gd name="connsiteY118" fmla="*/ 256508 h 430434"/>
              <a:gd name="connsiteX119" fmla="*/ 287274 w 482917"/>
              <a:gd name="connsiteY119" fmla="*/ 256508 h 430434"/>
              <a:gd name="connsiteX120" fmla="*/ 296418 w 482917"/>
              <a:gd name="connsiteY120" fmla="*/ 232981 h 430434"/>
              <a:gd name="connsiteX121" fmla="*/ 313944 w 482917"/>
              <a:gd name="connsiteY121" fmla="*/ 217932 h 430434"/>
              <a:gd name="connsiteX122" fmla="*/ 337947 w 482917"/>
              <a:gd name="connsiteY122" fmla="*/ 212693 h 430434"/>
              <a:gd name="connsiteX123" fmla="*/ 353663 w 482917"/>
              <a:gd name="connsiteY123" fmla="*/ 214503 h 430434"/>
              <a:gd name="connsiteX124" fmla="*/ 367475 w 482917"/>
              <a:gd name="connsiteY124" fmla="*/ 219551 h 430434"/>
              <a:gd name="connsiteX125" fmla="*/ 359188 w 482917"/>
              <a:gd name="connsiteY125" fmla="*/ 238982 h 430434"/>
              <a:gd name="connsiteX126" fmla="*/ 348425 w 482917"/>
              <a:gd name="connsiteY126" fmla="*/ 234982 h 430434"/>
              <a:gd name="connsiteX127" fmla="*/ 337947 w 482917"/>
              <a:gd name="connsiteY127" fmla="*/ 233553 h 430434"/>
              <a:gd name="connsiteX128" fmla="*/ 321088 w 482917"/>
              <a:gd name="connsiteY128" fmla="*/ 239459 h 43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82917" h="430434">
                <a:moveTo>
                  <a:pt x="325946" y="116491"/>
                </a:moveTo>
                <a:lnTo>
                  <a:pt x="324517" y="116491"/>
                </a:lnTo>
                <a:lnTo>
                  <a:pt x="324517" y="115062"/>
                </a:lnTo>
                <a:cubicBezTo>
                  <a:pt x="324707" y="105823"/>
                  <a:pt x="324517" y="99917"/>
                  <a:pt x="324422" y="94202"/>
                </a:cubicBezTo>
                <a:cubicBezTo>
                  <a:pt x="324326" y="90773"/>
                  <a:pt x="324326" y="87344"/>
                  <a:pt x="324326" y="83439"/>
                </a:cubicBezTo>
                <a:cubicBezTo>
                  <a:pt x="320135" y="51721"/>
                  <a:pt x="290322" y="32004"/>
                  <a:pt x="272987" y="23146"/>
                </a:cubicBezTo>
                <a:cubicBezTo>
                  <a:pt x="243173" y="8192"/>
                  <a:pt x="203835" y="0"/>
                  <a:pt x="162306" y="0"/>
                </a:cubicBezTo>
                <a:cubicBezTo>
                  <a:pt x="120777" y="0"/>
                  <a:pt x="81344" y="8192"/>
                  <a:pt x="51530" y="23146"/>
                </a:cubicBezTo>
                <a:cubicBezTo>
                  <a:pt x="22860" y="36100"/>
                  <a:pt x="3143" y="59245"/>
                  <a:pt x="0" y="83534"/>
                </a:cubicBezTo>
                <a:lnTo>
                  <a:pt x="0" y="342043"/>
                </a:lnTo>
                <a:cubicBezTo>
                  <a:pt x="0" y="367475"/>
                  <a:pt x="18193" y="390525"/>
                  <a:pt x="51340" y="407099"/>
                </a:cubicBezTo>
                <a:cubicBezTo>
                  <a:pt x="81344" y="422148"/>
                  <a:pt x="120777" y="430340"/>
                  <a:pt x="162211" y="430340"/>
                </a:cubicBezTo>
                <a:cubicBezTo>
                  <a:pt x="196120" y="430340"/>
                  <a:pt x="228600" y="424815"/>
                  <a:pt x="256127" y="414433"/>
                </a:cubicBezTo>
                <a:lnTo>
                  <a:pt x="256699" y="414242"/>
                </a:lnTo>
                <a:lnTo>
                  <a:pt x="257270" y="414528"/>
                </a:lnTo>
                <a:cubicBezTo>
                  <a:pt x="278797" y="425006"/>
                  <a:pt x="301943" y="430435"/>
                  <a:pt x="325946" y="430435"/>
                </a:cubicBezTo>
                <a:cubicBezTo>
                  <a:pt x="412528" y="430435"/>
                  <a:pt x="482918" y="360045"/>
                  <a:pt x="482918" y="273463"/>
                </a:cubicBezTo>
                <a:cubicBezTo>
                  <a:pt x="482918" y="186881"/>
                  <a:pt x="412528" y="116491"/>
                  <a:pt x="325946" y="116491"/>
                </a:cubicBezTo>
                <a:close/>
                <a:moveTo>
                  <a:pt x="63913" y="49435"/>
                </a:moveTo>
                <a:cubicBezTo>
                  <a:pt x="89726" y="36576"/>
                  <a:pt x="125540" y="29147"/>
                  <a:pt x="162211" y="29147"/>
                </a:cubicBezTo>
                <a:cubicBezTo>
                  <a:pt x="198882" y="29147"/>
                  <a:pt x="234791" y="36576"/>
                  <a:pt x="260509" y="49435"/>
                </a:cubicBezTo>
                <a:cubicBezTo>
                  <a:pt x="280035" y="59150"/>
                  <a:pt x="292703" y="71723"/>
                  <a:pt x="295466" y="83915"/>
                </a:cubicBezTo>
                <a:cubicBezTo>
                  <a:pt x="298037" y="107156"/>
                  <a:pt x="269367" y="123349"/>
                  <a:pt x="260509" y="127730"/>
                </a:cubicBezTo>
                <a:cubicBezTo>
                  <a:pt x="234696" y="140589"/>
                  <a:pt x="198882" y="148019"/>
                  <a:pt x="162211" y="148019"/>
                </a:cubicBezTo>
                <a:cubicBezTo>
                  <a:pt x="125540" y="148019"/>
                  <a:pt x="89630" y="140589"/>
                  <a:pt x="63913" y="127730"/>
                </a:cubicBezTo>
                <a:lnTo>
                  <a:pt x="60103" y="125349"/>
                </a:lnTo>
                <a:cubicBezTo>
                  <a:pt x="44672" y="115824"/>
                  <a:pt x="28670" y="106013"/>
                  <a:pt x="28766" y="85630"/>
                </a:cubicBezTo>
                <a:cubicBezTo>
                  <a:pt x="30766" y="72771"/>
                  <a:pt x="43529" y="59627"/>
                  <a:pt x="63913" y="49435"/>
                </a:cubicBezTo>
                <a:close/>
                <a:moveTo>
                  <a:pt x="28861" y="139922"/>
                </a:moveTo>
                <a:lnTo>
                  <a:pt x="31147" y="141637"/>
                </a:lnTo>
                <a:cubicBezTo>
                  <a:pt x="37243" y="146114"/>
                  <a:pt x="44101" y="150305"/>
                  <a:pt x="51530" y="154019"/>
                </a:cubicBezTo>
                <a:cubicBezTo>
                  <a:pt x="81344" y="168974"/>
                  <a:pt x="120682" y="177165"/>
                  <a:pt x="162306" y="177165"/>
                </a:cubicBezTo>
                <a:cubicBezTo>
                  <a:pt x="175069" y="177165"/>
                  <a:pt x="187833" y="176308"/>
                  <a:pt x="201263" y="174498"/>
                </a:cubicBezTo>
                <a:lnTo>
                  <a:pt x="204692" y="174022"/>
                </a:lnTo>
                <a:lnTo>
                  <a:pt x="202502" y="176784"/>
                </a:lnTo>
                <a:cubicBezTo>
                  <a:pt x="194501" y="186976"/>
                  <a:pt x="187833" y="198120"/>
                  <a:pt x="182594" y="209931"/>
                </a:cubicBezTo>
                <a:lnTo>
                  <a:pt x="182213" y="210693"/>
                </a:lnTo>
                <a:lnTo>
                  <a:pt x="181356" y="210788"/>
                </a:lnTo>
                <a:cubicBezTo>
                  <a:pt x="175260" y="211265"/>
                  <a:pt x="168878" y="211455"/>
                  <a:pt x="162306" y="211455"/>
                </a:cubicBezTo>
                <a:cubicBezTo>
                  <a:pt x="125540" y="211455"/>
                  <a:pt x="89726" y="204121"/>
                  <a:pt x="64103" y="191357"/>
                </a:cubicBezTo>
                <a:cubicBezTo>
                  <a:pt x="41720" y="180118"/>
                  <a:pt x="28861" y="165830"/>
                  <a:pt x="28861" y="151924"/>
                </a:cubicBezTo>
                <a:lnTo>
                  <a:pt x="28861" y="139922"/>
                </a:lnTo>
                <a:close/>
                <a:moveTo>
                  <a:pt x="28861" y="203168"/>
                </a:moveTo>
                <a:lnTo>
                  <a:pt x="31147" y="204883"/>
                </a:lnTo>
                <a:cubicBezTo>
                  <a:pt x="37338" y="209455"/>
                  <a:pt x="44006" y="213551"/>
                  <a:pt x="51245" y="217170"/>
                </a:cubicBezTo>
                <a:cubicBezTo>
                  <a:pt x="81248" y="232219"/>
                  <a:pt x="120682" y="240411"/>
                  <a:pt x="162306" y="240411"/>
                </a:cubicBezTo>
                <a:cubicBezTo>
                  <a:pt x="165164" y="240411"/>
                  <a:pt x="168021" y="240316"/>
                  <a:pt x="170879" y="240221"/>
                </a:cubicBezTo>
                <a:lnTo>
                  <a:pt x="172688" y="240125"/>
                </a:lnTo>
                <a:lnTo>
                  <a:pt x="172307" y="241935"/>
                </a:lnTo>
                <a:cubicBezTo>
                  <a:pt x="170117" y="252508"/>
                  <a:pt x="169069" y="263081"/>
                  <a:pt x="169069" y="273463"/>
                </a:cubicBezTo>
                <a:lnTo>
                  <a:pt x="169069" y="274892"/>
                </a:lnTo>
                <a:lnTo>
                  <a:pt x="167640" y="274892"/>
                </a:lnTo>
                <a:cubicBezTo>
                  <a:pt x="167069" y="274892"/>
                  <a:pt x="166402" y="274892"/>
                  <a:pt x="165830" y="274892"/>
                </a:cubicBezTo>
                <a:cubicBezTo>
                  <a:pt x="165259" y="274892"/>
                  <a:pt x="164687" y="274892"/>
                  <a:pt x="164021" y="274892"/>
                </a:cubicBezTo>
                <a:lnTo>
                  <a:pt x="162306" y="274892"/>
                </a:lnTo>
                <a:cubicBezTo>
                  <a:pt x="125540" y="274892"/>
                  <a:pt x="89726" y="267557"/>
                  <a:pt x="64103" y="254794"/>
                </a:cubicBezTo>
                <a:cubicBezTo>
                  <a:pt x="41720" y="243554"/>
                  <a:pt x="28861" y="229267"/>
                  <a:pt x="28861" y="215360"/>
                </a:cubicBezTo>
                <a:lnTo>
                  <a:pt x="28861" y="203168"/>
                </a:lnTo>
                <a:close/>
                <a:moveTo>
                  <a:pt x="28861" y="266510"/>
                </a:moveTo>
                <a:lnTo>
                  <a:pt x="31147" y="268224"/>
                </a:lnTo>
                <a:cubicBezTo>
                  <a:pt x="37052" y="272606"/>
                  <a:pt x="43910" y="276701"/>
                  <a:pt x="51435" y="280511"/>
                </a:cubicBezTo>
                <a:cubicBezTo>
                  <a:pt x="81439" y="295561"/>
                  <a:pt x="120872" y="303752"/>
                  <a:pt x="162306" y="303752"/>
                </a:cubicBezTo>
                <a:cubicBezTo>
                  <a:pt x="165068" y="303752"/>
                  <a:pt x="167735" y="303657"/>
                  <a:pt x="170402" y="303562"/>
                </a:cubicBezTo>
                <a:lnTo>
                  <a:pt x="172022" y="303562"/>
                </a:lnTo>
                <a:lnTo>
                  <a:pt x="172212" y="304705"/>
                </a:lnTo>
                <a:cubicBezTo>
                  <a:pt x="174403" y="315468"/>
                  <a:pt x="177641" y="325850"/>
                  <a:pt x="181832" y="335566"/>
                </a:cubicBezTo>
                <a:lnTo>
                  <a:pt x="182594" y="337375"/>
                </a:lnTo>
                <a:lnTo>
                  <a:pt x="180594" y="337471"/>
                </a:lnTo>
                <a:cubicBezTo>
                  <a:pt x="174308" y="337947"/>
                  <a:pt x="168116" y="338138"/>
                  <a:pt x="162211" y="338138"/>
                </a:cubicBezTo>
                <a:cubicBezTo>
                  <a:pt x="125349" y="338138"/>
                  <a:pt x="89630" y="330803"/>
                  <a:pt x="64008" y="318040"/>
                </a:cubicBezTo>
                <a:cubicBezTo>
                  <a:pt x="41624" y="306800"/>
                  <a:pt x="28766" y="292513"/>
                  <a:pt x="28766" y="278606"/>
                </a:cubicBezTo>
                <a:lnTo>
                  <a:pt x="28766" y="266510"/>
                </a:lnTo>
                <a:close/>
                <a:moveTo>
                  <a:pt x="222980" y="394621"/>
                </a:moveTo>
                <a:cubicBezTo>
                  <a:pt x="204026" y="399193"/>
                  <a:pt x="182975" y="401574"/>
                  <a:pt x="162211" y="401574"/>
                </a:cubicBezTo>
                <a:cubicBezTo>
                  <a:pt x="125730" y="401574"/>
                  <a:pt x="90011" y="394145"/>
                  <a:pt x="64198" y="381286"/>
                </a:cubicBezTo>
                <a:cubicBezTo>
                  <a:pt x="41720" y="370046"/>
                  <a:pt x="28766" y="355759"/>
                  <a:pt x="28766" y="342043"/>
                </a:cubicBezTo>
                <a:lnTo>
                  <a:pt x="28766" y="329851"/>
                </a:lnTo>
                <a:lnTo>
                  <a:pt x="31052" y="331565"/>
                </a:lnTo>
                <a:cubicBezTo>
                  <a:pt x="37243" y="336137"/>
                  <a:pt x="44006" y="340233"/>
                  <a:pt x="51149" y="343853"/>
                </a:cubicBezTo>
                <a:cubicBezTo>
                  <a:pt x="81153" y="358902"/>
                  <a:pt x="120587" y="367094"/>
                  <a:pt x="162211" y="367094"/>
                </a:cubicBezTo>
                <a:cubicBezTo>
                  <a:pt x="173736" y="367094"/>
                  <a:pt x="185642" y="366332"/>
                  <a:pt x="197549" y="364998"/>
                </a:cubicBezTo>
                <a:lnTo>
                  <a:pt x="198406" y="364903"/>
                </a:lnTo>
                <a:lnTo>
                  <a:pt x="198882" y="365570"/>
                </a:lnTo>
                <a:cubicBezTo>
                  <a:pt x="205835" y="375095"/>
                  <a:pt x="214122" y="384048"/>
                  <a:pt x="223552" y="392240"/>
                </a:cubicBezTo>
                <a:lnTo>
                  <a:pt x="225647" y="394049"/>
                </a:lnTo>
                <a:lnTo>
                  <a:pt x="222980" y="394621"/>
                </a:lnTo>
                <a:close/>
                <a:moveTo>
                  <a:pt x="325946" y="401669"/>
                </a:moveTo>
                <a:cubicBezTo>
                  <a:pt x="255270" y="401669"/>
                  <a:pt x="197834" y="344138"/>
                  <a:pt x="197834" y="273558"/>
                </a:cubicBezTo>
                <a:cubicBezTo>
                  <a:pt x="197834" y="202883"/>
                  <a:pt x="255365" y="145447"/>
                  <a:pt x="325946" y="145447"/>
                </a:cubicBezTo>
                <a:cubicBezTo>
                  <a:pt x="396621" y="145447"/>
                  <a:pt x="454057" y="202978"/>
                  <a:pt x="454057" y="273558"/>
                </a:cubicBezTo>
                <a:cubicBezTo>
                  <a:pt x="454057" y="344138"/>
                  <a:pt x="396621" y="401669"/>
                  <a:pt x="325946" y="401669"/>
                </a:cubicBezTo>
                <a:close/>
                <a:moveTo>
                  <a:pt x="321088" y="239459"/>
                </a:moveTo>
                <a:cubicBezTo>
                  <a:pt x="316611" y="243364"/>
                  <a:pt x="313754" y="249079"/>
                  <a:pt x="312515" y="256508"/>
                </a:cubicBezTo>
                <a:lnTo>
                  <a:pt x="346329" y="256508"/>
                </a:lnTo>
                <a:lnTo>
                  <a:pt x="346329" y="271272"/>
                </a:lnTo>
                <a:lnTo>
                  <a:pt x="311277" y="271272"/>
                </a:lnTo>
                <a:cubicBezTo>
                  <a:pt x="311277" y="271748"/>
                  <a:pt x="311277" y="272320"/>
                  <a:pt x="311182" y="273082"/>
                </a:cubicBezTo>
                <a:cubicBezTo>
                  <a:pt x="311087" y="273844"/>
                  <a:pt x="311087" y="274701"/>
                  <a:pt x="311087" y="275749"/>
                </a:cubicBezTo>
                <a:cubicBezTo>
                  <a:pt x="311087" y="276701"/>
                  <a:pt x="311087" y="277559"/>
                  <a:pt x="311087" y="278321"/>
                </a:cubicBezTo>
                <a:cubicBezTo>
                  <a:pt x="311087" y="279083"/>
                  <a:pt x="311182" y="279940"/>
                  <a:pt x="311277" y="280892"/>
                </a:cubicBezTo>
                <a:lnTo>
                  <a:pt x="340995" y="280892"/>
                </a:lnTo>
                <a:lnTo>
                  <a:pt x="340995" y="295847"/>
                </a:lnTo>
                <a:lnTo>
                  <a:pt x="312706" y="295847"/>
                </a:lnTo>
                <a:cubicBezTo>
                  <a:pt x="315468" y="309467"/>
                  <a:pt x="324422" y="316230"/>
                  <a:pt x="339662" y="316230"/>
                </a:cubicBezTo>
                <a:cubicBezTo>
                  <a:pt x="344043" y="316230"/>
                  <a:pt x="348139" y="315849"/>
                  <a:pt x="351949" y="314897"/>
                </a:cubicBezTo>
                <a:cubicBezTo>
                  <a:pt x="355759" y="314039"/>
                  <a:pt x="359378" y="312896"/>
                  <a:pt x="362712" y="311372"/>
                </a:cubicBezTo>
                <a:lnTo>
                  <a:pt x="362712" y="332804"/>
                </a:lnTo>
                <a:cubicBezTo>
                  <a:pt x="359474" y="334423"/>
                  <a:pt x="355949" y="335661"/>
                  <a:pt x="351949" y="336518"/>
                </a:cubicBezTo>
                <a:cubicBezTo>
                  <a:pt x="348044" y="337375"/>
                  <a:pt x="343376" y="337852"/>
                  <a:pt x="338138" y="337852"/>
                </a:cubicBezTo>
                <a:cubicBezTo>
                  <a:pt x="324707" y="337852"/>
                  <a:pt x="313563" y="334232"/>
                  <a:pt x="304705" y="326993"/>
                </a:cubicBezTo>
                <a:cubicBezTo>
                  <a:pt x="295847" y="319754"/>
                  <a:pt x="290132" y="309372"/>
                  <a:pt x="287750" y="295847"/>
                </a:cubicBezTo>
                <a:lnTo>
                  <a:pt x="276225" y="295847"/>
                </a:lnTo>
                <a:lnTo>
                  <a:pt x="276225" y="280892"/>
                </a:lnTo>
                <a:lnTo>
                  <a:pt x="286131" y="280892"/>
                </a:lnTo>
                <a:cubicBezTo>
                  <a:pt x="285845" y="279368"/>
                  <a:pt x="285750" y="277654"/>
                  <a:pt x="285750" y="275749"/>
                </a:cubicBezTo>
                <a:cubicBezTo>
                  <a:pt x="285750" y="274796"/>
                  <a:pt x="285750" y="273939"/>
                  <a:pt x="285750" y="273177"/>
                </a:cubicBezTo>
                <a:cubicBezTo>
                  <a:pt x="285750" y="272415"/>
                  <a:pt x="285845" y="271748"/>
                  <a:pt x="285941" y="271272"/>
                </a:cubicBezTo>
                <a:lnTo>
                  <a:pt x="276130" y="271272"/>
                </a:lnTo>
                <a:lnTo>
                  <a:pt x="276130" y="256508"/>
                </a:lnTo>
                <a:lnTo>
                  <a:pt x="287274" y="256508"/>
                </a:lnTo>
                <a:cubicBezTo>
                  <a:pt x="288798" y="247364"/>
                  <a:pt x="291751" y="239554"/>
                  <a:pt x="296418" y="232981"/>
                </a:cubicBezTo>
                <a:cubicBezTo>
                  <a:pt x="300990" y="226409"/>
                  <a:pt x="306800" y="221456"/>
                  <a:pt x="313944" y="217932"/>
                </a:cubicBezTo>
                <a:cubicBezTo>
                  <a:pt x="320993" y="214408"/>
                  <a:pt x="329089" y="212693"/>
                  <a:pt x="337947" y="212693"/>
                </a:cubicBezTo>
                <a:cubicBezTo>
                  <a:pt x="343662" y="212693"/>
                  <a:pt x="348901" y="213265"/>
                  <a:pt x="353663" y="214503"/>
                </a:cubicBezTo>
                <a:cubicBezTo>
                  <a:pt x="358426" y="215741"/>
                  <a:pt x="362998" y="217361"/>
                  <a:pt x="367475" y="219551"/>
                </a:cubicBezTo>
                <a:lnTo>
                  <a:pt x="359188" y="238982"/>
                </a:lnTo>
                <a:cubicBezTo>
                  <a:pt x="355283" y="237268"/>
                  <a:pt x="351663" y="235934"/>
                  <a:pt x="348425" y="234982"/>
                </a:cubicBezTo>
                <a:cubicBezTo>
                  <a:pt x="345091" y="234029"/>
                  <a:pt x="341567" y="233553"/>
                  <a:pt x="337947" y="233553"/>
                </a:cubicBezTo>
                <a:cubicBezTo>
                  <a:pt x="331184" y="233553"/>
                  <a:pt x="325565" y="235553"/>
                  <a:pt x="321088" y="239459"/>
                </a:cubicBezTo>
                <a:close/>
              </a:path>
            </a:pathLst>
          </a:custGeom>
          <a:solidFill>
            <a:schemeClr val="bg1"/>
          </a:solidFill>
          <a:ln w="9525" cap="flat">
            <a:noFill/>
            <a:prstDash val="solid"/>
            <a:miter/>
          </a:ln>
        </p:spPr>
        <p:txBody>
          <a:bodyPr rtlCol="0" anchor="ctr"/>
          <a:lstStyle/>
          <a:p>
            <a:endParaRPr lang="en-US"/>
          </a:p>
        </p:txBody>
      </p:sp>
      <p:sp>
        <p:nvSpPr>
          <p:cNvPr id="97" name="Grafik 47">
            <a:extLst>
              <a:ext uri="{FF2B5EF4-FFF2-40B4-BE49-F238E27FC236}">
                <a16:creationId xmlns:a16="http://schemas.microsoft.com/office/drawing/2014/main" id="{6D9A0C45-1050-42A2-B3DC-CAF02972AC70}"/>
              </a:ext>
            </a:extLst>
          </p:cNvPr>
          <p:cNvSpPr/>
          <p:nvPr/>
        </p:nvSpPr>
        <p:spPr bwMode="gray">
          <a:xfrm>
            <a:off x="1389190" y="3801490"/>
            <a:ext cx="485775" cy="485775"/>
          </a:xfrm>
          <a:custGeom>
            <a:avLst/>
            <a:gdLst>
              <a:gd name="connsiteX0" fmla="*/ 371475 w 485775"/>
              <a:gd name="connsiteY0" fmla="*/ 242888 h 485775"/>
              <a:gd name="connsiteX1" fmla="*/ 357188 w 485775"/>
              <a:gd name="connsiteY1" fmla="*/ 257175 h 485775"/>
              <a:gd name="connsiteX2" fmla="*/ 357188 w 485775"/>
              <a:gd name="connsiteY2" fmla="*/ 257175 h 485775"/>
              <a:gd name="connsiteX3" fmla="*/ 242888 w 485775"/>
              <a:gd name="connsiteY3" fmla="*/ 257080 h 485775"/>
              <a:gd name="connsiteX4" fmla="*/ 233363 w 485775"/>
              <a:gd name="connsiteY4" fmla="*/ 253365 h 485775"/>
              <a:gd name="connsiteX5" fmla="*/ 232791 w 485775"/>
              <a:gd name="connsiteY5" fmla="*/ 252889 h 485775"/>
              <a:gd name="connsiteX6" fmla="*/ 232124 w 485775"/>
              <a:gd name="connsiteY6" fmla="*/ 252031 h 485775"/>
              <a:gd name="connsiteX7" fmla="*/ 231077 w 485775"/>
              <a:gd name="connsiteY7" fmla="*/ 250698 h 485775"/>
              <a:gd name="connsiteX8" fmla="*/ 230981 w 485775"/>
              <a:gd name="connsiteY8" fmla="*/ 250508 h 485775"/>
              <a:gd name="connsiteX9" fmla="*/ 228600 w 485775"/>
              <a:gd name="connsiteY9" fmla="*/ 242792 h 485775"/>
              <a:gd name="connsiteX10" fmla="*/ 228600 w 485775"/>
              <a:gd name="connsiteY10" fmla="*/ 72390 h 485775"/>
              <a:gd name="connsiteX11" fmla="*/ 242888 w 485775"/>
              <a:gd name="connsiteY11" fmla="*/ 58103 h 485775"/>
              <a:gd name="connsiteX12" fmla="*/ 257175 w 485775"/>
              <a:gd name="connsiteY12" fmla="*/ 72390 h 485775"/>
              <a:gd name="connsiteX13" fmla="*/ 257175 w 485775"/>
              <a:gd name="connsiteY13" fmla="*/ 228505 h 485775"/>
              <a:gd name="connsiteX14" fmla="*/ 357188 w 485775"/>
              <a:gd name="connsiteY14" fmla="*/ 228600 h 485775"/>
              <a:gd name="connsiteX15" fmla="*/ 371475 w 485775"/>
              <a:gd name="connsiteY15" fmla="*/ 242888 h 485775"/>
              <a:gd name="connsiteX16" fmla="*/ 485775 w 485775"/>
              <a:gd name="connsiteY16" fmla="*/ 242888 h 485775"/>
              <a:gd name="connsiteX17" fmla="*/ 242888 w 485775"/>
              <a:gd name="connsiteY17" fmla="*/ 485775 h 485775"/>
              <a:gd name="connsiteX18" fmla="*/ 0 w 485775"/>
              <a:gd name="connsiteY18" fmla="*/ 242888 h 485775"/>
              <a:gd name="connsiteX19" fmla="*/ 242888 w 485775"/>
              <a:gd name="connsiteY19" fmla="*/ 0 h 485775"/>
              <a:gd name="connsiteX20" fmla="*/ 485775 w 485775"/>
              <a:gd name="connsiteY20" fmla="*/ 242888 h 485775"/>
              <a:gd name="connsiteX21" fmla="*/ 457200 w 485775"/>
              <a:gd name="connsiteY21" fmla="*/ 242888 h 485775"/>
              <a:gd name="connsiteX22" fmla="*/ 242888 w 485775"/>
              <a:gd name="connsiteY22" fmla="*/ 28575 h 485775"/>
              <a:gd name="connsiteX23" fmla="*/ 28575 w 485775"/>
              <a:gd name="connsiteY23" fmla="*/ 242888 h 485775"/>
              <a:gd name="connsiteX24" fmla="*/ 242888 w 485775"/>
              <a:gd name="connsiteY24" fmla="*/ 457200 h 485775"/>
              <a:gd name="connsiteX25" fmla="*/ 457200 w 485775"/>
              <a:gd name="connsiteY25" fmla="*/ 242888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5775" h="485775">
                <a:moveTo>
                  <a:pt x="371475" y="242888"/>
                </a:moveTo>
                <a:cubicBezTo>
                  <a:pt x="371475" y="250793"/>
                  <a:pt x="365093" y="257175"/>
                  <a:pt x="357188" y="257175"/>
                </a:cubicBezTo>
                <a:lnTo>
                  <a:pt x="357188" y="257175"/>
                </a:lnTo>
                <a:lnTo>
                  <a:pt x="242888" y="257080"/>
                </a:lnTo>
                <a:cubicBezTo>
                  <a:pt x="239173" y="257080"/>
                  <a:pt x="235839" y="255651"/>
                  <a:pt x="233363" y="253365"/>
                </a:cubicBezTo>
                <a:cubicBezTo>
                  <a:pt x="233172" y="253175"/>
                  <a:pt x="232981" y="253079"/>
                  <a:pt x="232791" y="252889"/>
                </a:cubicBezTo>
                <a:cubicBezTo>
                  <a:pt x="232505" y="252603"/>
                  <a:pt x="232315" y="252317"/>
                  <a:pt x="232124" y="252031"/>
                </a:cubicBezTo>
                <a:cubicBezTo>
                  <a:pt x="231743" y="251651"/>
                  <a:pt x="231362" y="251174"/>
                  <a:pt x="231077" y="250698"/>
                </a:cubicBezTo>
                <a:cubicBezTo>
                  <a:pt x="230981" y="250603"/>
                  <a:pt x="230981" y="250508"/>
                  <a:pt x="230981" y="250508"/>
                </a:cubicBezTo>
                <a:cubicBezTo>
                  <a:pt x="229457" y="248317"/>
                  <a:pt x="228600" y="245650"/>
                  <a:pt x="228600" y="242792"/>
                </a:cubicBezTo>
                <a:lnTo>
                  <a:pt x="228600" y="72390"/>
                </a:lnTo>
                <a:cubicBezTo>
                  <a:pt x="228600" y="64484"/>
                  <a:pt x="234982" y="58103"/>
                  <a:pt x="242888" y="58103"/>
                </a:cubicBezTo>
                <a:cubicBezTo>
                  <a:pt x="250793" y="58103"/>
                  <a:pt x="257175" y="64484"/>
                  <a:pt x="257175" y="72390"/>
                </a:cubicBezTo>
                <a:lnTo>
                  <a:pt x="257175" y="228505"/>
                </a:lnTo>
                <a:lnTo>
                  <a:pt x="357188" y="228600"/>
                </a:lnTo>
                <a:cubicBezTo>
                  <a:pt x="365093" y="228600"/>
                  <a:pt x="371475" y="234982"/>
                  <a:pt x="371475" y="242888"/>
                </a:cubicBezTo>
                <a:close/>
                <a:moveTo>
                  <a:pt x="485775" y="242888"/>
                </a:moveTo>
                <a:cubicBezTo>
                  <a:pt x="485775" y="376809"/>
                  <a:pt x="376809" y="485775"/>
                  <a:pt x="242888" y="485775"/>
                </a:cubicBezTo>
                <a:cubicBezTo>
                  <a:pt x="108966" y="485775"/>
                  <a:pt x="0" y="376809"/>
                  <a:pt x="0" y="242888"/>
                </a:cubicBezTo>
                <a:cubicBezTo>
                  <a:pt x="0" y="108966"/>
                  <a:pt x="108966" y="0"/>
                  <a:pt x="242888" y="0"/>
                </a:cubicBezTo>
                <a:cubicBezTo>
                  <a:pt x="376809" y="0"/>
                  <a:pt x="485775" y="108966"/>
                  <a:pt x="485775" y="242888"/>
                </a:cubicBezTo>
                <a:close/>
                <a:moveTo>
                  <a:pt x="457200" y="242888"/>
                </a:moveTo>
                <a:cubicBezTo>
                  <a:pt x="457200" y="124682"/>
                  <a:pt x="361093" y="28575"/>
                  <a:pt x="242888" y="28575"/>
                </a:cubicBezTo>
                <a:cubicBezTo>
                  <a:pt x="124682" y="28575"/>
                  <a:pt x="28575" y="124682"/>
                  <a:pt x="28575" y="242888"/>
                </a:cubicBezTo>
                <a:cubicBezTo>
                  <a:pt x="28575" y="361093"/>
                  <a:pt x="124682" y="457200"/>
                  <a:pt x="242888" y="457200"/>
                </a:cubicBezTo>
                <a:cubicBezTo>
                  <a:pt x="361093" y="457200"/>
                  <a:pt x="457200" y="361093"/>
                  <a:pt x="457200" y="242888"/>
                </a:cubicBezTo>
                <a:close/>
              </a:path>
            </a:pathLst>
          </a:custGeom>
          <a:solidFill>
            <a:schemeClr val="bg1"/>
          </a:solidFill>
          <a:ln w="9525" cap="flat">
            <a:noFill/>
            <a:prstDash val="solid"/>
            <a:miter/>
          </a:ln>
        </p:spPr>
        <p:txBody>
          <a:bodyPr rtlCol="0" anchor="ctr"/>
          <a:lstStyle/>
          <a:p>
            <a:endParaRPr lang="en-US"/>
          </a:p>
        </p:txBody>
      </p:sp>
      <p:sp>
        <p:nvSpPr>
          <p:cNvPr id="99" name="Grafik 57">
            <a:extLst>
              <a:ext uri="{FF2B5EF4-FFF2-40B4-BE49-F238E27FC236}">
                <a16:creationId xmlns:a16="http://schemas.microsoft.com/office/drawing/2014/main" id="{5AD65310-7191-465F-82F7-D4F4EFA6FBBE}"/>
              </a:ext>
            </a:extLst>
          </p:cNvPr>
          <p:cNvSpPr/>
          <p:nvPr/>
        </p:nvSpPr>
        <p:spPr bwMode="gray">
          <a:xfrm>
            <a:off x="3251426" y="3831018"/>
            <a:ext cx="461105" cy="456247"/>
          </a:xfrm>
          <a:custGeom>
            <a:avLst/>
            <a:gdLst>
              <a:gd name="connsiteX0" fmla="*/ 112871 w 461105"/>
              <a:gd name="connsiteY0" fmla="*/ 311658 h 456247"/>
              <a:gd name="connsiteX1" fmla="*/ 112871 w 461105"/>
              <a:gd name="connsiteY1" fmla="*/ 395478 h 456247"/>
              <a:gd name="connsiteX2" fmla="*/ 98489 w 461105"/>
              <a:gd name="connsiteY2" fmla="*/ 409861 h 456247"/>
              <a:gd name="connsiteX3" fmla="*/ 14383 w 461105"/>
              <a:gd name="connsiteY3" fmla="*/ 409861 h 456247"/>
              <a:gd name="connsiteX4" fmla="*/ 0 w 461105"/>
              <a:gd name="connsiteY4" fmla="*/ 395383 h 456247"/>
              <a:gd name="connsiteX5" fmla="*/ 14383 w 461105"/>
              <a:gd name="connsiteY5" fmla="*/ 381000 h 456247"/>
              <a:gd name="connsiteX6" fmla="*/ 60389 w 461105"/>
              <a:gd name="connsiteY6" fmla="*/ 381000 h 456247"/>
              <a:gd name="connsiteX7" fmla="*/ 1524 w 461105"/>
              <a:gd name="connsiteY7" fmla="*/ 228124 h 456247"/>
              <a:gd name="connsiteX8" fmla="*/ 229743 w 461105"/>
              <a:gd name="connsiteY8" fmla="*/ 0 h 456247"/>
              <a:gd name="connsiteX9" fmla="*/ 293751 w 461105"/>
              <a:gd name="connsiteY9" fmla="*/ 9144 h 456247"/>
              <a:gd name="connsiteX10" fmla="*/ 303562 w 461105"/>
              <a:gd name="connsiteY10" fmla="*/ 27051 h 456247"/>
              <a:gd name="connsiteX11" fmla="*/ 296609 w 461105"/>
              <a:gd name="connsiteY11" fmla="*/ 35624 h 456247"/>
              <a:gd name="connsiteX12" fmla="*/ 285655 w 461105"/>
              <a:gd name="connsiteY12" fmla="*/ 36862 h 456247"/>
              <a:gd name="connsiteX13" fmla="*/ 229743 w 461105"/>
              <a:gd name="connsiteY13" fmla="*/ 28956 h 456247"/>
              <a:gd name="connsiteX14" fmla="*/ 30480 w 461105"/>
              <a:gd name="connsiteY14" fmla="*/ 228124 h 456247"/>
              <a:gd name="connsiteX15" fmla="*/ 84011 w 461105"/>
              <a:gd name="connsiteY15" fmla="*/ 363665 h 456247"/>
              <a:gd name="connsiteX16" fmla="*/ 84011 w 461105"/>
              <a:gd name="connsiteY16" fmla="*/ 311563 h 456247"/>
              <a:gd name="connsiteX17" fmla="*/ 98393 w 461105"/>
              <a:gd name="connsiteY17" fmla="*/ 297180 h 456247"/>
              <a:gd name="connsiteX18" fmla="*/ 108585 w 461105"/>
              <a:gd name="connsiteY18" fmla="*/ 301371 h 456247"/>
              <a:gd name="connsiteX19" fmla="*/ 112871 w 461105"/>
              <a:gd name="connsiteY19" fmla="*/ 311658 h 456247"/>
              <a:gd name="connsiteX20" fmla="*/ 447199 w 461105"/>
              <a:gd name="connsiteY20" fmla="*/ 75248 h 456247"/>
              <a:gd name="connsiteX21" fmla="*/ 447199 w 461105"/>
              <a:gd name="connsiteY21" fmla="*/ 75248 h 456247"/>
              <a:gd name="connsiteX22" fmla="*/ 461105 w 461105"/>
              <a:gd name="connsiteY22" fmla="*/ 60865 h 456247"/>
              <a:gd name="connsiteX23" fmla="*/ 446723 w 461105"/>
              <a:gd name="connsiteY23" fmla="*/ 46482 h 456247"/>
              <a:gd name="connsiteX24" fmla="*/ 362712 w 461105"/>
              <a:gd name="connsiteY24" fmla="*/ 46482 h 456247"/>
              <a:gd name="connsiteX25" fmla="*/ 362236 w 461105"/>
              <a:gd name="connsiteY25" fmla="*/ 46482 h 456247"/>
              <a:gd name="connsiteX26" fmla="*/ 361950 w 461105"/>
              <a:gd name="connsiteY26" fmla="*/ 46482 h 456247"/>
              <a:gd name="connsiteX27" fmla="*/ 360521 w 461105"/>
              <a:gd name="connsiteY27" fmla="*/ 46673 h 456247"/>
              <a:gd name="connsiteX28" fmla="*/ 359855 w 461105"/>
              <a:gd name="connsiteY28" fmla="*/ 46768 h 456247"/>
              <a:gd name="connsiteX29" fmla="*/ 359569 w 461105"/>
              <a:gd name="connsiteY29" fmla="*/ 46863 h 456247"/>
              <a:gd name="connsiteX30" fmla="*/ 359474 w 461105"/>
              <a:gd name="connsiteY30" fmla="*/ 46863 h 456247"/>
              <a:gd name="connsiteX31" fmla="*/ 355568 w 461105"/>
              <a:gd name="connsiteY31" fmla="*/ 48387 h 456247"/>
              <a:gd name="connsiteX32" fmla="*/ 355187 w 461105"/>
              <a:gd name="connsiteY32" fmla="*/ 48578 h 456247"/>
              <a:gd name="connsiteX33" fmla="*/ 354997 w 461105"/>
              <a:gd name="connsiteY33" fmla="*/ 48673 h 456247"/>
              <a:gd name="connsiteX34" fmla="*/ 351758 w 461105"/>
              <a:gd name="connsiteY34" fmla="*/ 51435 h 456247"/>
              <a:gd name="connsiteX35" fmla="*/ 351568 w 461105"/>
              <a:gd name="connsiteY35" fmla="*/ 51626 h 456247"/>
              <a:gd name="connsiteX36" fmla="*/ 351473 w 461105"/>
              <a:gd name="connsiteY36" fmla="*/ 51816 h 456247"/>
              <a:gd name="connsiteX37" fmla="*/ 349472 w 461105"/>
              <a:gd name="connsiteY37" fmla="*/ 55436 h 456247"/>
              <a:gd name="connsiteX38" fmla="*/ 349377 w 461105"/>
              <a:gd name="connsiteY38" fmla="*/ 55626 h 456247"/>
              <a:gd name="connsiteX39" fmla="*/ 349187 w 461105"/>
              <a:gd name="connsiteY39" fmla="*/ 56198 h 456247"/>
              <a:gd name="connsiteX40" fmla="*/ 348425 w 461105"/>
              <a:gd name="connsiteY40" fmla="*/ 60579 h 456247"/>
              <a:gd name="connsiteX41" fmla="*/ 348425 w 461105"/>
              <a:gd name="connsiteY41" fmla="*/ 60865 h 456247"/>
              <a:gd name="connsiteX42" fmla="*/ 348425 w 461105"/>
              <a:gd name="connsiteY42" fmla="*/ 144590 h 456247"/>
              <a:gd name="connsiteX43" fmla="*/ 362807 w 461105"/>
              <a:gd name="connsiteY43" fmla="*/ 158972 h 456247"/>
              <a:gd name="connsiteX44" fmla="*/ 377190 w 461105"/>
              <a:gd name="connsiteY44" fmla="*/ 144590 h 456247"/>
              <a:gd name="connsiteX45" fmla="*/ 377190 w 461105"/>
              <a:gd name="connsiteY45" fmla="*/ 94393 h 456247"/>
              <a:gd name="connsiteX46" fmla="*/ 429101 w 461105"/>
              <a:gd name="connsiteY46" fmla="*/ 228124 h 456247"/>
              <a:gd name="connsiteX47" fmla="*/ 229838 w 461105"/>
              <a:gd name="connsiteY47" fmla="*/ 427387 h 456247"/>
              <a:gd name="connsiteX48" fmla="*/ 173927 w 461105"/>
              <a:gd name="connsiteY48" fmla="*/ 419481 h 456247"/>
              <a:gd name="connsiteX49" fmla="*/ 162973 w 461105"/>
              <a:gd name="connsiteY49" fmla="*/ 420719 h 456247"/>
              <a:gd name="connsiteX50" fmla="*/ 156019 w 461105"/>
              <a:gd name="connsiteY50" fmla="*/ 429292 h 456247"/>
              <a:gd name="connsiteX51" fmla="*/ 157258 w 461105"/>
              <a:gd name="connsiteY51" fmla="*/ 440246 h 456247"/>
              <a:gd name="connsiteX52" fmla="*/ 165830 w 461105"/>
              <a:gd name="connsiteY52" fmla="*/ 447104 h 456247"/>
              <a:gd name="connsiteX53" fmla="*/ 229838 w 461105"/>
              <a:gd name="connsiteY53" fmla="*/ 456248 h 456247"/>
              <a:gd name="connsiteX54" fmla="*/ 457962 w 461105"/>
              <a:gd name="connsiteY54" fmla="*/ 228124 h 456247"/>
              <a:gd name="connsiteX55" fmla="*/ 399098 w 461105"/>
              <a:gd name="connsiteY55" fmla="*/ 75248 h 456247"/>
              <a:gd name="connsiteX56" fmla="*/ 447199 w 461105"/>
              <a:gd name="connsiteY56" fmla="*/ 75248 h 4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61105" h="456247">
                <a:moveTo>
                  <a:pt x="112871" y="311658"/>
                </a:moveTo>
                <a:lnTo>
                  <a:pt x="112871" y="395478"/>
                </a:lnTo>
                <a:cubicBezTo>
                  <a:pt x="112871" y="403384"/>
                  <a:pt x="106394" y="409861"/>
                  <a:pt x="98489" y="409861"/>
                </a:cubicBezTo>
                <a:lnTo>
                  <a:pt x="14383" y="409861"/>
                </a:lnTo>
                <a:cubicBezTo>
                  <a:pt x="6477" y="409861"/>
                  <a:pt x="0" y="403384"/>
                  <a:pt x="0" y="395383"/>
                </a:cubicBezTo>
                <a:cubicBezTo>
                  <a:pt x="0" y="387382"/>
                  <a:pt x="6477" y="381000"/>
                  <a:pt x="14383" y="381000"/>
                </a:cubicBezTo>
                <a:lnTo>
                  <a:pt x="60389" y="381000"/>
                </a:lnTo>
                <a:cubicBezTo>
                  <a:pt x="22479" y="339090"/>
                  <a:pt x="1524" y="284798"/>
                  <a:pt x="1524" y="228124"/>
                </a:cubicBezTo>
                <a:cubicBezTo>
                  <a:pt x="1619" y="102299"/>
                  <a:pt x="104013" y="0"/>
                  <a:pt x="229743" y="0"/>
                </a:cubicBezTo>
                <a:cubicBezTo>
                  <a:pt x="251460" y="0"/>
                  <a:pt x="273082" y="3048"/>
                  <a:pt x="293751" y="9144"/>
                </a:cubicBezTo>
                <a:cubicBezTo>
                  <a:pt x="301371" y="11335"/>
                  <a:pt x="305753" y="19431"/>
                  <a:pt x="303562" y="27051"/>
                </a:cubicBezTo>
                <a:cubicBezTo>
                  <a:pt x="302514" y="30766"/>
                  <a:pt x="300038" y="33814"/>
                  <a:pt x="296609" y="35624"/>
                </a:cubicBezTo>
                <a:cubicBezTo>
                  <a:pt x="293275" y="37433"/>
                  <a:pt x="289370" y="37910"/>
                  <a:pt x="285655" y="36862"/>
                </a:cubicBezTo>
                <a:cubicBezTo>
                  <a:pt x="267557" y="31623"/>
                  <a:pt x="248793" y="28956"/>
                  <a:pt x="229743" y="28956"/>
                </a:cubicBezTo>
                <a:cubicBezTo>
                  <a:pt x="119920" y="28861"/>
                  <a:pt x="30480" y="118205"/>
                  <a:pt x="30480" y="228124"/>
                </a:cubicBezTo>
                <a:cubicBezTo>
                  <a:pt x="30480" y="278511"/>
                  <a:pt x="49435" y="326708"/>
                  <a:pt x="84011" y="363665"/>
                </a:cubicBezTo>
                <a:lnTo>
                  <a:pt x="84011" y="311563"/>
                </a:lnTo>
                <a:cubicBezTo>
                  <a:pt x="84011" y="303657"/>
                  <a:pt x="90488" y="297180"/>
                  <a:pt x="98393" y="297180"/>
                </a:cubicBezTo>
                <a:cubicBezTo>
                  <a:pt x="102203" y="297180"/>
                  <a:pt x="105918" y="298704"/>
                  <a:pt x="108585" y="301371"/>
                </a:cubicBezTo>
                <a:cubicBezTo>
                  <a:pt x="111347" y="304133"/>
                  <a:pt x="112871" y="307753"/>
                  <a:pt x="112871" y="311658"/>
                </a:cubicBezTo>
                <a:close/>
                <a:moveTo>
                  <a:pt x="447199" y="75248"/>
                </a:moveTo>
                <a:lnTo>
                  <a:pt x="447199" y="75248"/>
                </a:lnTo>
                <a:cubicBezTo>
                  <a:pt x="454914" y="74962"/>
                  <a:pt x="461105" y="68580"/>
                  <a:pt x="461105" y="60865"/>
                </a:cubicBezTo>
                <a:cubicBezTo>
                  <a:pt x="461105" y="52959"/>
                  <a:pt x="454628" y="46482"/>
                  <a:pt x="446723" y="46482"/>
                </a:cubicBezTo>
                <a:lnTo>
                  <a:pt x="362712" y="46482"/>
                </a:lnTo>
                <a:cubicBezTo>
                  <a:pt x="362522" y="46482"/>
                  <a:pt x="362331" y="46482"/>
                  <a:pt x="362236" y="46482"/>
                </a:cubicBezTo>
                <a:cubicBezTo>
                  <a:pt x="362141" y="46482"/>
                  <a:pt x="362045" y="46482"/>
                  <a:pt x="361950" y="46482"/>
                </a:cubicBezTo>
                <a:cubicBezTo>
                  <a:pt x="361474" y="46482"/>
                  <a:pt x="360998" y="46577"/>
                  <a:pt x="360521" y="46673"/>
                </a:cubicBezTo>
                <a:cubicBezTo>
                  <a:pt x="360331" y="46673"/>
                  <a:pt x="360045" y="46673"/>
                  <a:pt x="359855" y="46768"/>
                </a:cubicBezTo>
                <a:cubicBezTo>
                  <a:pt x="359759" y="46768"/>
                  <a:pt x="359664" y="46863"/>
                  <a:pt x="359569" y="46863"/>
                </a:cubicBezTo>
                <a:lnTo>
                  <a:pt x="359474" y="46863"/>
                </a:lnTo>
                <a:cubicBezTo>
                  <a:pt x="358045" y="47244"/>
                  <a:pt x="356711" y="47720"/>
                  <a:pt x="355568" y="48387"/>
                </a:cubicBezTo>
                <a:cubicBezTo>
                  <a:pt x="355473" y="48482"/>
                  <a:pt x="355283" y="48578"/>
                  <a:pt x="355187" y="48578"/>
                </a:cubicBezTo>
                <a:lnTo>
                  <a:pt x="354997" y="48673"/>
                </a:lnTo>
                <a:cubicBezTo>
                  <a:pt x="353759" y="49435"/>
                  <a:pt x="352711" y="50387"/>
                  <a:pt x="351758" y="51435"/>
                </a:cubicBezTo>
                <a:cubicBezTo>
                  <a:pt x="351663" y="51530"/>
                  <a:pt x="351663" y="51530"/>
                  <a:pt x="351568" y="51626"/>
                </a:cubicBezTo>
                <a:lnTo>
                  <a:pt x="351473" y="51816"/>
                </a:lnTo>
                <a:cubicBezTo>
                  <a:pt x="350711" y="52864"/>
                  <a:pt x="350044" y="54007"/>
                  <a:pt x="349472" y="55436"/>
                </a:cubicBezTo>
                <a:lnTo>
                  <a:pt x="349377" y="55626"/>
                </a:lnTo>
                <a:cubicBezTo>
                  <a:pt x="349282" y="55817"/>
                  <a:pt x="349187" y="56007"/>
                  <a:pt x="349187" y="56198"/>
                </a:cubicBezTo>
                <a:cubicBezTo>
                  <a:pt x="348710" y="57531"/>
                  <a:pt x="348425" y="58960"/>
                  <a:pt x="348425" y="60579"/>
                </a:cubicBezTo>
                <a:cubicBezTo>
                  <a:pt x="348425" y="60674"/>
                  <a:pt x="348425" y="60770"/>
                  <a:pt x="348425" y="60865"/>
                </a:cubicBezTo>
                <a:lnTo>
                  <a:pt x="348425" y="144590"/>
                </a:lnTo>
                <a:cubicBezTo>
                  <a:pt x="348425" y="152495"/>
                  <a:pt x="354901" y="158972"/>
                  <a:pt x="362807" y="158972"/>
                </a:cubicBezTo>
                <a:cubicBezTo>
                  <a:pt x="370713" y="158972"/>
                  <a:pt x="377190" y="152495"/>
                  <a:pt x="377190" y="144590"/>
                </a:cubicBezTo>
                <a:lnTo>
                  <a:pt x="377190" y="94393"/>
                </a:lnTo>
                <a:cubicBezTo>
                  <a:pt x="410623" y="131255"/>
                  <a:pt x="429101" y="178689"/>
                  <a:pt x="429101" y="228124"/>
                </a:cubicBezTo>
                <a:cubicBezTo>
                  <a:pt x="429101" y="338042"/>
                  <a:pt x="339662" y="427387"/>
                  <a:pt x="229838" y="427387"/>
                </a:cubicBezTo>
                <a:cubicBezTo>
                  <a:pt x="210788" y="427387"/>
                  <a:pt x="192024" y="424720"/>
                  <a:pt x="173927" y="419481"/>
                </a:cubicBezTo>
                <a:cubicBezTo>
                  <a:pt x="170212" y="418433"/>
                  <a:pt x="166306" y="418814"/>
                  <a:pt x="162973" y="420719"/>
                </a:cubicBezTo>
                <a:cubicBezTo>
                  <a:pt x="159639" y="422529"/>
                  <a:pt x="157163" y="425577"/>
                  <a:pt x="156019" y="429292"/>
                </a:cubicBezTo>
                <a:cubicBezTo>
                  <a:pt x="154972" y="433007"/>
                  <a:pt x="155353" y="436912"/>
                  <a:pt x="157258" y="440246"/>
                </a:cubicBezTo>
                <a:cubicBezTo>
                  <a:pt x="159068" y="443579"/>
                  <a:pt x="162211" y="446056"/>
                  <a:pt x="165830" y="447104"/>
                </a:cubicBezTo>
                <a:cubicBezTo>
                  <a:pt x="186595" y="453104"/>
                  <a:pt x="208121" y="456248"/>
                  <a:pt x="229838" y="456248"/>
                </a:cubicBezTo>
                <a:cubicBezTo>
                  <a:pt x="355664" y="456248"/>
                  <a:pt x="457962" y="353949"/>
                  <a:pt x="457962" y="228124"/>
                </a:cubicBezTo>
                <a:cubicBezTo>
                  <a:pt x="457962" y="171450"/>
                  <a:pt x="437102" y="117158"/>
                  <a:pt x="399098" y="75248"/>
                </a:cubicBezTo>
                <a:lnTo>
                  <a:pt x="447199" y="75248"/>
                </a:lnTo>
                <a:close/>
              </a:path>
            </a:pathLst>
          </a:custGeom>
          <a:solidFill>
            <a:schemeClr val="bg1"/>
          </a:solidFill>
          <a:ln w="9525" cap="flat">
            <a:noFill/>
            <a:prstDash val="solid"/>
            <a:miter/>
          </a:ln>
        </p:spPr>
        <p:txBody>
          <a:bodyPr rtlCol="0" anchor="ctr"/>
          <a:lstStyle/>
          <a:p>
            <a:endParaRPr lang="en-US"/>
          </a:p>
        </p:txBody>
      </p:sp>
      <p:sp>
        <p:nvSpPr>
          <p:cNvPr id="100" name="Grafik 58">
            <a:extLst>
              <a:ext uri="{FF2B5EF4-FFF2-40B4-BE49-F238E27FC236}">
                <a16:creationId xmlns:a16="http://schemas.microsoft.com/office/drawing/2014/main" id="{39F6E374-8CA6-47B3-8246-671CB6748647}"/>
              </a:ext>
            </a:extLst>
          </p:cNvPr>
          <p:cNvSpPr/>
          <p:nvPr/>
        </p:nvSpPr>
        <p:spPr bwMode="gray">
          <a:xfrm>
            <a:off x="510325" y="3801681"/>
            <a:ext cx="485584" cy="485584"/>
          </a:xfrm>
          <a:custGeom>
            <a:avLst/>
            <a:gdLst>
              <a:gd name="connsiteX0" fmla="*/ 275558 w 485584"/>
              <a:gd name="connsiteY0" fmla="*/ 454533 h 485584"/>
              <a:gd name="connsiteX1" fmla="*/ 301943 w 485584"/>
              <a:gd name="connsiteY1" fmla="*/ 478250 h 485584"/>
              <a:gd name="connsiteX2" fmla="*/ 242697 w 485584"/>
              <a:gd name="connsiteY2" fmla="*/ 485585 h 485584"/>
              <a:gd name="connsiteX3" fmla="*/ 0 w 485584"/>
              <a:gd name="connsiteY3" fmla="*/ 242792 h 485584"/>
              <a:gd name="connsiteX4" fmla="*/ 242792 w 485584"/>
              <a:gd name="connsiteY4" fmla="*/ 0 h 485584"/>
              <a:gd name="connsiteX5" fmla="*/ 485585 w 485584"/>
              <a:gd name="connsiteY5" fmla="*/ 242792 h 485584"/>
              <a:gd name="connsiteX6" fmla="*/ 453581 w 485584"/>
              <a:gd name="connsiteY6" fmla="*/ 362998 h 485584"/>
              <a:gd name="connsiteX7" fmla="*/ 420053 w 485584"/>
              <a:gd name="connsiteY7" fmla="*/ 362998 h 485584"/>
              <a:gd name="connsiteX8" fmla="*/ 457010 w 485584"/>
              <a:gd name="connsiteY8" fmla="*/ 242792 h 485584"/>
              <a:gd name="connsiteX9" fmla="*/ 242792 w 485584"/>
              <a:gd name="connsiteY9" fmla="*/ 28575 h 485584"/>
              <a:gd name="connsiteX10" fmla="*/ 28575 w 485584"/>
              <a:gd name="connsiteY10" fmla="*/ 242792 h 485584"/>
              <a:gd name="connsiteX11" fmla="*/ 242792 w 485584"/>
              <a:gd name="connsiteY11" fmla="*/ 457010 h 485584"/>
              <a:gd name="connsiteX12" fmla="*/ 275558 w 485584"/>
              <a:gd name="connsiteY12" fmla="*/ 454533 h 485584"/>
              <a:gd name="connsiteX13" fmla="*/ 249650 w 485584"/>
              <a:gd name="connsiteY13" fmla="*/ 177451 h 485584"/>
              <a:gd name="connsiteX14" fmla="*/ 265081 w 485584"/>
              <a:gd name="connsiteY14" fmla="*/ 179642 h 485584"/>
              <a:gd name="connsiteX15" fmla="*/ 281083 w 485584"/>
              <a:gd name="connsiteY15" fmla="*/ 185642 h 485584"/>
              <a:gd name="connsiteX16" fmla="*/ 293275 w 485584"/>
              <a:gd name="connsiteY16" fmla="*/ 156972 h 485584"/>
              <a:gd name="connsiteX17" fmla="*/ 272891 w 485584"/>
              <a:gd name="connsiteY17" fmla="*/ 149447 h 485584"/>
              <a:gd name="connsiteX18" fmla="*/ 249650 w 485584"/>
              <a:gd name="connsiteY18" fmla="*/ 146780 h 485584"/>
              <a:gd name="connsiteX19" fmla="*/ 214122 w 485584"/>
              <a:gd name="connsiteY19" fmla="*/ 154496 h 485584"/>
              <a:gd name="connsiteX20" fmla="*/ 188309 w 485584"/>
              <a:gd name="connsiteY20" fmla="*/ 176689 h 485584"/>
              <a:gd name="connsiteX21" fmla="*/ 174879 w 485584"/>
              <a:gd name="connsiteY21" fmla="*/ 211455 h 485584"/>
              <a:gd name="connsiteX22" fmla="*/ 158401 w 485584"/>
              <a:gd name="connsiteY22" fmla="*/ 211455 h 485584"/>
              <a:gd name="connsiteX23" fmla="*/ 158401 w 485584"/>
              <a:gd name="connsiteY23" fmla="*/ 233267 h 485584"/>
              <a:gd name="connsiteX24" fmla="*/ 172879 w 485584"/>
              <a:gd name="connsiteY24" fmla="*/ 233267 h 485584"/>
              <a:gd name="connsiteX25" fmla="*/ 172593 w 485584"/>
              <a:gd name="connsiteY25" fmla="*/ 236030 h 485584"/>
              <a:gd name="connsiteX26" fmla="*/ 172593 w 485584"/>
              <a:gd name="connsiteY26" fmla="*/ 239840 h 485584"/>
              <a:gd name="connsiteX27" fmla="*/ 173069 w 485584"/>
              <a:gd name="connsiteY27" fmla="*/ 247460 h 485584"/>
              <a:gd name="connsiteX28" fmla="*/ 158401 w 485584"/>
              <a:gd name="connsiteY28" fmla="*/ 247460 h 485584"/>
              <a:gd name="connsiteX29" fmla="*/ 158401 w 485584"/>
              <a:gd name="connsiteY29" fmla="*/ 269558 h 485584"/>
              <a:gd name="connsiteX30" fmla="*/ 175355 w 485584"/>
              <a:gd name="connsiteY30" fmla="*/ 269558 h 485584"/>
              <a:gd name="connsiteX31" fmla="*/ 200501 w 485584"/>
              <a:gd name="connsiteY31" fmla="*/ 315563 h 485584"/>
              <a:gd name="connsiteX32" fmla="*/ 249936 w 485584"/>
              <a:gd name="connsiteY32" fmla="*/ 331661 h 485584"/>
              <a:gd name="connsiteX33" fmla="*/ 270320 w 485584"/>
              <a:gd name="connsiteY33" fmla="*/ 329756 h 485584"/>
              <a:gd name="connsiteX34" fmla="*/ 286131 w 485584"/>
              <a:gd name="connsiteY34" fmla="*/ 324326 h 485584"/>
              <a:gd name="connsiteX35" fmla="*/ 286131 w 485584"/>
              <a:gd name="connsiteY35" fmla="*/ 292608 h 485584"/>
              <a:gd name="connsiteX36" fmla="*/ 270320 w 485584"/>
              <a:gd name="connsiteY36" fmla="*/ 297847 h 485584"/>
              <a:gd name="connsiteX37" fmla="*/ 252222 w 485584"/>
              <a:gd name="connsiteY37" fmla="*/ 299752 h 485584"/>
              <a:gd name="connsiteX38" fmla="*/ 212408 w 485584"/>
              <a:gd name="connsiteY38" fmla="*/ 269558 h 485584"/>
              <a:gd name="connsiteX39" fmla="*/ 254222 w 485584"/>
              <a:gd name="connsiteY39" fmla="*/ 269558 h 485584"/>
              <a:gd name="connsiteX40" fmla="*/ 254222 w 485584"/>
              <a:gd name="connsiteY40" fmla="*/ 247460 h 485584"/>
              <a:gd name="connsiteX41" fmla="*/ 210312 w 485584"/>
              <a:gd name="connsiteY41" fmla="*/ 247460 h 485584"/>
              <a:gd name="connsiteX42" fmla="*/ 210026 w 485584"/>
              <a:gd name="connsiteY42" fmla="*/ 243650 h 485584"/>
              <a:gd name="connsiteX43" fmla="*/ 210026 w 485584"/>
              <a:gd name="connsiteY43" fmla="*/ 239840 h 485584"/>
              <a:gd name="connsiteX44" fmla="*/ 210122 w 485584"/>
              <a:gd name="connsiteY44" fmla="*/ 235934 h 485584"/>
              <a:gd name="connsiteX45" fmla="*/ 210217 w 485584"/>
              <a:gd name="connsiteY45" fmla="*/ 233267 h 485584"/>
              <a:gd name="connsiteX46" fmla="*/ 261938 w 485584"/>
              <a:gd name="connsiteY46" fmla="*/ 233267 h 485584"/>
              <a:gd name="connsiteX47" fmla="*/ 261938 w 485584"/>
              <a:gd name="connsiteY47" fmla="*/ 211455 h 485584"/>
              <a:gd name="connsiteX48" fmla="*/ 211931 w 485584"/>
              <a:gd name="connsiteY48" fmla="*/ 211455 h 485584"/>
              <a:gd name="connsiteX49" fmla="*/ 224600 w 485584"/>
              <a:gd name="connsiteY49" fmla="*/ 186214 h 485584"/>
              <a:gd name="connsiteX50" fmla="*/ 249650 w 485584"/>
              <a:gd name="connsiteY50" fmla="*/ 177451 h 485584"/>
              <a:gd name="connsiteX51" fmla="*/ 428625 w 485584"/>
              <a:gd name="connsiteY51" fmla="*/ 391573 h 485584"/>
              <a:gd name="connsiteX52" fmla="*/ 385763 w 485584"/>
              <a:gd name="connsiteY52" fmla="*/ 391478 h 485584"/>
              <a:gd name="connsiteX53" fmla="*/ 385763 w 485584"/>
              <a:gd name="connsiteY53" fmla="*/ 290703 h 485584"/>
              <a:gd name="connsiteX54" fmla="*/ 357188 w 485584"/>
              <a:gd name="connsiteY54" fmla="*/ 262128 h 485584"/>
              <a:gd name="connsiteX55" fmla="*/ 328613 w 485584"/>
              <a:gd name="connsiteY55" fmla="*/ 290703 h 485584"/>
              <a:gd name="connsiteX56" fmla="*/ 328613 w 485584"/>
              <a:gd name="connsiteY56" fmla="*/ 391382 h 485584"/>
              <a:gd name="connsiteX57" fmla="*/ 285369 w 485584"/>
              <a:gd name="connsiteY57" fmla="*/ 391287 h 485584"/>
              <a:gd name="connsiteX58" fmla="*/ 285369 w 485584"/>
              <a:gd name="connsiteY58" fmla="*/ 391287 h 485584"/>
              <a:gd name="connsiteX59" fmla="*/ 272034 w 485584"/>
              <a:gd name="connsiteY59" fmla="*/ 400431 h 485584"/>
              <a:gd name="connsiteX60" fmla="*/ 275844 w 485584"/>
              <a:gd name="connsiteY60" fmla="*/ 416147 h 485584"/>
              <a:gd name="connsiteX61" fmla="*/ 347758 w 485584"/>
              <a:gd name="connsiteY61" fmla="*/ 480727 h 485584"/>
              <a:gd name="connsiteX62" fmla="*/ 357283 w 485584"/>
              <a:gd name="connsiteY62" fmla="*/ 484346 h 485584"/>
              <a:gd name="connsiteX63" fmla="*/ 366808 w 485584"/>
              <a:gd name="connsiteY63" fmla="*/ 480727 h 485584"/>
              <a:gd name="connsiteX64" fmla="*/ 438245 w 485584"/>
              <a:gd name="connsiteY64" fmla="*/ 416433 h 485584"/>
              <a:gd name="connsiteX65" fmla="*/ 442055 w 485584"/>
              <a:gd name="connsiteY65" fmla="*/ 400717 h 485584"/>
              <a:gd name="connsiteX66" fmla="*/ 428625 w 485584"/>
              <a:gd name="connsiteY66" fmla="*/ 391573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85584" h="485584">
                <a:moveTo>
                  <a:pt x="275558" y="454533"/>
                </a:moveTo>
                <a:lnTo>
                  <a:pt x="301943" y="478250"/>
                </a:lnTo>
                <a:cubicBezTo>
                  <a:pt x="282988" y="483013"/>
                  <a:pt x="263176" y="485585"/>
                  <a:pt x="242697" y="485585"/>
                </a:cubicBezTo>
                <a:cubicBezTo>
                  <a:pt x="108871" y="485585"/>
                  <a:pt x="0" y="376619"/>
                  <a:pt x="0" y="242792"/>
                </a:cubicBezTo>
                <a:cubicBezTo>
                  <a:pt x="0" y="108871"/>
                  <a:pt x="108871" y="0"/>
                  <a:pt x="242792" y="0"/>
                </a:cubicBezTo>
                <a:cubicBezTo>
                  <a:pt x="376714" y="0"/>
                  <a:pt x="485585" y="108871"/>
                  <a:pt x="485585" y="242792"/>
                </a:cubicBezTo>
                <a:cubicBezTo>
                  <a:pt x="485585" y="286512"/>
                  <a:pt x="473869" y="327470"/>
                  <a:pt x="453581" y="362998"/>
                </a:cubicBezTo>
                <a:lnTo>
                  <a:pt x="420053" y="362998"/>
                </a:lnTo>
                <a:cubicBezTo>
                  <a:pt x="443389" y="328708"/>
                  <a:pt x="457010" y="287369"/>
                  <a:pt x="457010" y="242792"/>
                </a:cubicBezTo>
                <a:cubicBezTo>
                  <a:pt x="457010" y="124682"/>
                  <a:pt x="360902" y="28575"/>
                  <a:pt x="242792" y="28575"/>
                </a:cubicBezTo>
                <a:cubicBezTo>
                  <a:pt x="124682" y="28575"/>
                  <a:pt x="28575" y="124682"/>
                  <a:pt x="28575" y="242792"/>
                </a:cubicBezTo>
                <a:cubicBezTo>
                  <a:pt x="28575" y="360902"/>
                  <a:pt x="124682" y="457010"/>
                  <a:pt x="242792" y="457010"/>
                </a:cubicBezTo>
                <a:cubicBezTo>
                  <a:pt x="253937" y="457010"/>
                  <a:pt x="264890" y="456152"/>
                  <a:pt x="275558" y="454533"/>
                </a:cubicBezTo>
                <a:close/>
                <a:moveTo>
                  <a:pt x="249650" y="177451"/>
                </a:moveTo>
                <a:cubicBezTo>
                  <a:pt x="255080" y="177451"/>
                  <a:pt x="260223" y="178213"/>
                  <a:pt x="265081" y="179642"/>
                </a:cubicBezTo>
                <a:cubicBezTo>
                  <a:pt x="269939" y="181070"/>
                  <a:pt x="275273" y="183071"/>
                  <a:pt x="281083" y="185642"/>
                </a:cubicBezTo>
                <a:lnTo>
                  <a:pt x="293275" y="156972"/>
                </a:lnTo>
                <a:cubicBezTo>
                  <a:pt x="286703" y="153734"/>
                  <a:pt x="279845" y="151257"/>
                  <a:pt x="272891" y="149447"/>
                </a:cubicBezTo>
                <a:cubicBezTo>
                  <a:pt x="265938" y="147638"/>
                  <a:pt x="258128" y="146780"/>
                  <a:pt x="249650" y="146780"/>
                </a:cubicBezTo>
                <a:cubicBezTo>
                  <a:pt x="236506" y="146780"/>
                  <a:pt x="224600" y="149352"/>
                  <a:pt x="214122" y="154496"/>
                </a:cubicBezTo>
                <a:cubicBezTo>
                  <a:pt x="203644" y="159639"/>
                  <a:pt x="194977" y="167069"/>
                  <a:pt x="188309" y="176689"/>
                </a:cubicBezTo>
                <a:cubicBezTo>
                  <a:pt x="181547" y="186309"/>
                  <a:pt x="177070" y="197930"/>
                  <a:pt x="174879" y="211455"/>
                </a:cubicBezTo>
                <a:lnTo>
                  <a:pt x="158401" y="211455"/>
                </a:lnTo>
                <a:lnTo>
                  <a:pt x="158401" y="233267"/>
                </a:lnTo>
                <a:lnTo>
                  <a:pt x="172879" y="233267"/>
                </a:lnTo>
                <a:cubicBezTo>
                  <a:pt x="172688" y="233934"/>
                  <a:pt x="172593" y="234887"/>
                  <a:pt x="172593" y="236030"/>
                </a:cubicBezTo>
                <a:cubicBezTo>
                  <a:pt x="172593" y="237268"/>
                  <a:pt x="172593" y="238506"/>
                  <a:pt x="172593" y="239840"/>
                </a:cubicBezTo>
                <a:cubicBezTo>
                  <a:pt x="172593" y="242506"/>
                  <a:pt x="172784" y="245078"/>
                  <a:pt x="173069" y="247460"/>
                </a:cubicBezTo>
                <a:lnTo>
                  <a:pt x="158401" y="247460"/>
                </a:lnTo>
                <a:lnTo>
                  <a:pt x="158401" y="269558"/>
                </a:lnTo>
                <a:lnTo>
                  <a:pt x="175355" y="269558"/>
                </a:lnTo>
                <a:cubicBezTo>
                  <a:pt x="178880" y="289465"/>
                  <a:pt x="187262" y="304895"/>
                  <a:pt x="200501" y="315563"/>
                </a:cubicBezTo>
                <a:cubicBezTo>
                  <a:pt x="213646" y="326326"/>
                  <a:pt x="230219" y="331661"/>
                  <a:pt x="249936" y="331661"/>
                </a:cubicBezTo>
                <a:cubicBezTo>
                  <a:pt x="257747" y="331661"/>
                  <a:pt x="264509" y="330994"/>
                  <a:pt x="270320" y="329756"/>
                </a:cubicBezTo>
                <a:cubicBezTo>
                  <a:pt x="276130" y="328517"/>
                  <a:pt x="281464" y="326708"/>
                  <a:pt x="286131" y="324326"/>
                </a:cubicBezTo>
                <a:lnTo>
                  <a:pt x="286131" y="292608"/>
                </a:lnTo>
                <a:cubicBezTo>
                  <a:pt x="281273" y="294799"/>
                  <a:pt x="275939" y="296513"/>
                  <a:pt x="270320" y="297847"/>
                </a:cubicBezTo>
                <a:cubicBezTo>
                  <a:pt x="264700" y="299180"/>
                  <a:pt x="258604" y="299752"/>
                  <a:pt x="252222" y="299752"/>
                </a:cubicBezTo>
                <a:cubicBezTo>
                  <a:pt x="229743" y="299752"/>
                  <a:pt x="216503" y="289655"/>
                  <a:pt x="212408" y="269558"/>
                </a:cubicBezTo>
                <a:lnTo>
                  <a:pt x="254222" y="269558"/>
                </a:lnTo>
                <a:lnTo>
                  <a:pt x="254222" y="247460"/>
                </a:lnTo>
                <a:lnTo>
                  <a:pt x="210312" y="247460"/>
                </a:lnTo>
                <a:cubicBezTo>
                  <a:pt x="210122" y="246126"/>
                  <a:pt x="210026" y="244888"/>
                  <a:pt x="210026" y="243650"/>
                </a:cubicBezTo>
                <a:cubicBezTo>
                  <a:pt x="210026" y="242506"/>
                  <a:pt x="210026" y="241173"/>
                  <a:pt x="210026" y="239840"/>
                </a:cubicBezTo>
                <a:cubicBezTo>
                  <a:pt x="210026" y="238316"/>
                  <a:pt x="210026" y="236982"/>
                  <a:pt x="210122" y="235934"/>
                </a:cubicBezTo>
                <a:cubicBezTo>
                  <a:pt x="210217" y="234791"/>
                  <a:pt x="210217" y="233934"/>
                  <a:pt x="210217" y="233267"/>
                </a:cubicBezTo>
                <a:lnTo>
                  <a:pt x="261938" y="233267"/>
                </a:lnTo>
                <a:lnTo>
                  <a:pt x="261938" y="211455"/>
                </a:lnTo>
                <a:lnTo>
                  <a:pt x="211931" y="211455"/>
                </a:lnTo>
                <a:cubicBezTo>
                  <a:pt x="213836" y="200501"/>
                  <a:pt x="218027" y="192024"/>
                  <a:pt x="224600" y="186214"/>
                </a:cubicBezTo>
                <a:cubicBezTo>
                  <a:pt x="231458" y="180404"/>
                  <a:pt x="239744" y="177451"/>
                  <a:pt x="249650" y="177451"/>
                </a:cubicBezTo>
                <a:close/>
                <a:moveTo>
                  <a:pt x="428625" y="391573"/>
                </a:moveTo>
                <a:lnTo>
                  <a:pt x="385763" y="391478"/>
                </a:lnTo>
                <a:lnTo>
                  <a:pt x="385763" y="290703"/>
                </a:lnTo>
                <a:cubicBezTo>
                  <a:pt x="385763" y="274892"/>
                  <a:pt x="372999" y="262128"/>
                  <a:pt x="357188" y="262128"/>
                </a:cubicBezTo>
                <a:cubicBezTo>
                  <a:pt x="341376" y="262128"/>
                  <a:pt x="328613" y="274892"/>
                  <a:pt x="328613" y="290703"/>
                </a:cubicBezTo>
                <a:lnTo>
                  <a:pt x="328613" y="391382"/>
                </a:lnTo>
                <a:lnTo>
                  <a:pt x="285369" y="391287"/>
                </a:lnTo>
                <a:cubicBezTo>
                  <a:pt x="285369" y="391287"/>
                  <a:pt x="285369" y="391287"/>
                  <a:pt x="285369" y="391287"/>
                </a:cubicBezTo>
                <a:cubicBezTo>
                  <a:pt x="279464" y="391287"/>
                  <a:pt x="274130" y="394907"/>
                  <a:pt x="272034" y="400431"/>
                </a:cubicBezTo>
                <a:cubicBezTo>
                  <a:pt x="269939" y="405956"/>
                  <a:pt x="271463" y="412242"/>
                  <a:pt x="275844" y="416147"/>
                </a:cubicBezTo>
                <a:lnTo>
                  <a:pt x="347758" y="480727"/>
                </a:lnTo>
                <a:cubicBezTo>
                  <a:pt x="350520" y="483203"/>
                  <a:pt x="353854" y="484346"/>
                  <a:pt x="357283" y="484346"/>
                </a:cubicBezTo>
                <a:cubicBezTo>
                  <a:pt x="360712" y="484346"/>
                  <a:pt x="364141" y="483108"/>
                  <a:pt x="366808" y="480727"/>
                </a:cubicBezTo>
                <a:lnTo>
                  <a:pt x="438245" y="416433"/>
                </a:lnTo>
                <a:cubicBezTo>
                  <a:pt x="442627" y="412433"/>
                  <a:pt x="444151" y="406241"/>
                  <a:pt x="442055" y="400717"/>
                </a:cubicBezTo>
                <a:cubicBezTo>
                  <a:pt x="439769" y="395192"/>
                  <a:pt x="434531" y="391573"/>
                  <a:pt x="428625" y="391573"/>
                </a:cubicBezTo>
                <a:close/>
              </a:path>
            </a:pathLst>
          </a:custGeom>
          <a:solidFill>
            <a:schemeClr val="bg1"/>
          </a:solidFill>
          <a:ln w="9525" cap="flat">
            <a:noFill/>
            <a:prstDash val="solid"/>
            <a:miter/>
          </a:ln>
        </p:spPr>
        <p:txBody>
          <a:bodyPr rtlCol="0" anchor="ctr"/>
          <a:lstStyle/>
          <a:p>
            <a:endParaRPr lang="en-US"/>
          </a:p>
        </p:txBody>
      </p:sp>
      <p:sp>
        <p:nvSpPr>
          <p:cNvPr id="101" name="Grafik 60">
            <a:extLst>
              <a:ext uri="{FF2B5EF4-FFF2-40B4-BE49-F238E27FC236}">
                <a16:creationId xmlns:a16="http://schemas.microsoft.com/office/drawing/2014/main" id="{EAA6A408-BC45-4AB6-8837-D6774032F073}"/>
              </a:ext>
            </a:extLst>
          </p:cNvPr>
          <p:cNvSpPr/>
          <p:nvPr/>
        </p:nvSpPr>
        <p:spPr bwMode="gray">
          <a:xfrm>
            <a:off x="2323181" y="3831869"/>
            <a:ext cx="457207" cy="455396"/>
          </a:xfrm>
          <a:custGeom>
            <a:avLst/>
            <a:gdLst>
              <a:gd name="connsiteX0" fmla="*/ 27578 w 457207"/>
              <a:gd name="connsiteY0" fmla="*/ 401072 h 455396"/>
              <a:gd name="connsiteX1" fmla="*/ 39389 w 457207"/>
              <a:gd name="connsiteY1" fmla="*/ 353828 h 455396"/>
              <a:gd name="connsiteX2" fmla="*/ 173787 w 457207"/>
              <a:gd name="connsiteY2" fmla="*/ 448601 h 455396"/>
              <a:gd name="connsiteX3" fmla="*/ 449726 w 457207"/>
              <a:gd name="connsiteY3" fmla="*/ 282771 h 455396"/>
              <a:gd name="connsiteX4" fmla="*/ 456394 w 457207"/>
              <a:gd name="connsiteY4" fmla="*/ 218573 h 455396"/>
              <a:gd name="connsiteX5" fmla="*/ 441916 w 457207"/>
              <a:gd name="connsiteY5" fmla="*/ 205142 h 455396"/>
              <a:gd name="connsiteX6" fmla="*/ 428581 w 457207"/>
              <a:gd name="connsiteY6" fmla="*/ 219620 h 455396"/>
              <a:gd name="connsiteX7" fmla="*/ 422771 w 457207"/>
              <a:gd name="connsiteY7" fmla="*/ 275913 h 455396"/>
              <a:gd name="connsiteX8" fmla="*/ 180645 w 457207"/>
              <a:gd name="connsiteY8" fmla="*/ 421455 h 455396"/>
              <a:gd name="connsiteX9" fmla="*/ 62440 w 457207"/>
              <a:gd name="connsiteY9" fmla="*/ 337540 h 455396"/>
              <a:gd name="connsiteX10" fmla="*/ 112351 w 457207"/>
              <a:gd name="connsiteY10" fmla="*/ 350018 h 455396"/>
              <a:gd name="connsiteX11" fmla="*/ 129210 w 457207"/>
              <a:gd name="connsiteY11" fmla="*/ 339826 h 455396"/>
              <a:gd name="connsiteX12" fmla="*/ 119018 w 457207"/>
              <a:gd name="connsiteY12" fmla="*/ 322967 h 455396"/>
              <a:gd name="connsiteX13" fmla="*/ 37675 w 457207"/>
              <a:gd name="connsiteY13" fmla="*/ 302678 h 455396"/>
              <a:gd name="connsiteX14" fmla="*/ 37389 w 457207"/>
              <a:gd name="connsiteY14" fmla="*/ 302678 h 455396"/>
              <a:gd name="connsiteX15" fmla="*/ 33198 w 457207"/>
              <a:gd name="connsiteY15" fmla="*/ 302393 h 455396"/>
              <a:gd name="connsiteX16" fmla="*/ 32436 w 457207"/>
              <a:gd name="connsiteY16" fmla="*/ 302488 h 455396"/>
              <a:gd name="connsiteX17" fmla="*/ 28531 w 457207"/>
              <a:gd name="connsiteY17" fmla="*/ 303536 h 455396"/>
              <a:gd name="connsiteX18" fmla="*/ 28340 w 457207"/>
              <a:gd name="connsiteY18" fmla="*/ 303631 h 455396"/>
              <a:gd name="connsiteX19" fmla="*/ 28055 w 457207"/>
              <a:gd name="connsiteY19" fmla="*/ 303821 h 455396"/>
              <a:gd name="connsiteX20" fmla="*/ 24816 w 457207"/>
              <a:gd name="connsiteY20" fmla="*/ 306107 h 455396"/>
              <a:gd name="connsiteX21" fmla="*/ 24340 w 457207"/>
              <a:gd name="connsiteY21" fmla="*/ 306584 h 455396"/>
              <a:gd name="connsiteX22" fmla="*/ 21959 w 457207"/>
              <a:gd name="connsiteY22" fmla="*/ 309917 h 455396"/>
              <a:gd name="connsiteX23" fmla="*/ 21673 w 457207"/>
              <a:gd name="connsiteY23" fmla="*/ 310298 h 455396"/>
              <a:gd name="connsiteX24" fmla="*/ 21482 w 457207"/>
              <a:gd name="connsiteY24" fmla="*/ 310870 h 455396"/>
              <a:gd name="connsiteX25" fmla="*/ 21006 w 457207"/>
              <a:gd name="connsiteY25" fmla="*/ 312108 h 455396"/>
              <a:gd name="connsiteX26" fmla="*/ 20720 w 457207"/>
              <a:gd name="connsiteY26" fmla="*/ 312870 h 455396"/>
              <a:gd name="connsiteX27" fmla="*/ 432 w 457207"/>
              <a:gd name="connsiteY27" fmla="*/ 394404 h 455396"/>
              <a:gd name="connsiteX28" fmla="*/ 10624 w 457207"/>
              <a:gd name="connsiteY28" fmla="*/ 411263 h 455396"/>
              <a:gd name="connsiteX29" fmla="*/ 27578 w 457207"/>
              <a:gd name="connsiteY29" fmla="*/ 401072 h 455396"/>
              <a:gd name="connsiteX30" fmla="*/ 27578 w 457207"/>
              <a:gd name="connsiteY30" fmla="*/ 401072 h 455396"/>
              <a:gd name="connsiteX31" fmla="*/ 338284 w 457207"/>
              <a:gd name="connsiteY31" fmla="*/ 133895 h 455396"/>
              <a:gd name="connsiteX32" fmla="*/ 419532 w 457207"/>
              <a:gd name="connsiteY32" fmla="*/ 154184 h 455396"/>
              <a:gd name="connsiteX33" fmla="*/ 436391 w 457207"/>
              <a:gd name="connsiteY33" fmla="*/ 143992 h 455396"/>
              <a:gd name="connsiteX34" fmla="*/ 456775 w 457207"/>
              <a:gd name="connsiteY34" fmla="*/ 62553 h 455396"/>
              <a:gd name="connsiteX35" fmla="*/ 446583 w 457207"/>
              <a:gd name="connsiteY35" fmla="*/ 45694 h 455396"/>
              <a:gd name="connsiteX36" fmla="*/ 429724 w 457207"/>
              <a:gd name="connsiteY36" fmla="*/ 55886 h 455396"/>
              <a:gd name="connsiteX37" fmla="*/ 418294 w 457207"/>
              <a:gd name="connsiteY37" fmla="*/ 101606 h 455396"/>
              <a:gd name="connsiteX38" fmla="*/ 283896 w 457207"/>
              <a:gd name="connsiteY38" fmla="*/ 6832 h 455396"/>
              <a:gd name="connsiteX39" fmla="*/ 7957 w 457207"/>
              <a:gd name="connsiteY39" fmla="*/ 172567 h 455396"/>
              <a:gd name="connsiteX40" fmla="*/ 1289 w 457207"/>
              <a:gd name="connsiteY40" fmla="*/ 236765 h 455396"/>
              <a:gd name="connsiteX41" fmla="*/ 15767 w 457207"/>
              <a:gd name="connsiteY41" fmla="*/ 250100 h 455396"/>
              <a:gd name="connsiteX42" fmla="*/ 29198 w 457207"/>
              <a:gd name="connsiteY42" fmla="*/ 235622 h 455396"/>
              <a:gd name="connsiteX43" fmla="*/ 35008 w 457207"/>
              <a:gd name="connsiteY43" fmla="*/ 179330 h 455396"/>
              <a:gd name="connsiteX44" fmla="*/ 277133 w 457207"/>
              <a:gd name="connsiteY44" fmla="*/ 33788 h 455396"/>
              <a:gd name="connsiteX45" fmla="*/ 396672 w 457207"/>
              <a:gd name="connsiteY45" fmla="*/ 119703 h 455396"/>
              <a:gd name="connsiteX46" fmla="*/ 344951 w 457207"/>
              <a:gd name="connsiteY46" fmla="*/ 106844 h 455396"/>
              <a:gd name="connsiteX47" fmla="*/ 328092 w 457207"/>
              <a:gd name="connsiteY47" fmla="*/ 117036 h 455396"/>
              <a:gd name="connsiteX48" fmla="*/ 338284 w 457207"/>
              <a:gd name="connsiteY48" fmla="*/ 133895 h 455396"/>
              <a:gd name="connsiteX49" fmla="*/ 179978 w 457207"/>
              <a:gd name="connsiteY49" fmla="*/ 356685 h 455396"/>
              <a:gd name="connsiteX50" fmla="*/ 165691 w 457207"/>
              <a:gd name="connsiteY50" fmla="*/ 342398 h 455396"/>
              <a:gd name="connsiteX51" fmla="*/ 165691 w 457207"/>
              <a:gd name="connsiteY51" fmla="*/ 170948 h 455396"/>
              <a:gd name="connsiteX52" fmla="*/ 179978 w 457207"/>
              <a:gd name="connsiteY52" fmla="*/ 156660 h 455396"/>
              <a:gd name="connsiteX53" fmla="*/ 194266 w 457207"/>
              <a:gd name="connsiteY53" fmla="*/ 170948 h 455396"/>
              <a:gd name="connsiteX54" fmla="*/ 194266 w 457207"/>
              <a:gd name="connsiteY54" fmla="*/ 342398 h 455396"/>
              <a:gd name="connsiteX55" fmla="*/ 179978 w 457207"/>
              <a:gd name="connsiteY55" fmla="*/ 356685 h 455396"/>
              <a:gd name="connsiteX56" fmla="*/ 237795 w 457207"/>
              <a:gd name="connsiteY56" fmla="*/ 356685 h 455396"/>
              <a:gd name="connsiteX57" fmla="*/ 223508 w 457207"/>
              <a:gd name="connsiteY57" fmla="*/ 342398 h 455396"/>
              <a:gd name="connsiteX58" fmla="*/ 223508 w 457207"/>
              <a:gd name="connsiteY58" fmla="*/ 115226 h 455396"/>
              <a:gd name="connsiteX59" fmla="*/ 237795 w 457207"/>
              <a:gd name="connsiteY59" fmla="*/ 100939 h 455396"/>
              <a:gd name="connsiteX60" fmla="*/ 252083 w 457207"/>
              <a:gd name="connsiteY60" fmla="*/ 115226 h 455396"/>
              <a:gd name="connsiteX61" fmla="*/ 252083 w 457207"/>
              <a:gd name="connsiteY61" fmla="*/ 342398 h 455396"/>
              <a:gd name="connsiteX62" fmla="*/ 237795 w 457207"/>
              <a:gd name="connsiteY62" fmla="*/ 356685 h 455396"/>
              <a:gd name="connsiteX63" fmla="*/ 294469 w 457207"/>
              <a:gd name="connsiteY63" fmla="*/ 356685 h 455396"/>
              <a:gd name="connsiteX64" fmla="*/ 280181 w 457207"/>
              <a:gd name="connsiteY64" fmla="*/ 342398 h 455396"/>
              <a:gd name="connsiteX65" fmla="*/ 280181 w 457207"/>
              <a:gd name="connsiteY65" fmla="*/ 228860 h 455396"/>
              <a:gd name="connsiteX66" fmla="*/ 294469 w 457207"/>
              <a:gd name="connsiteY66" fmla="*/ 214572 h 455396"/>
              <a:gd name="connsiteX67" fmla="*/ 308756 w 457207"/>
              <a:gd name="connsiteY67" fmla="*/ 228860 h 455396"/>
              <a:gd name="connsiteX68" fmla="*/ 308756 w 457207"/>
              <a:gd name="connsiteY68" fmla="*/ 342398 h 455396"/>
              <a:gd name="connsiteX69" fmla="*/ 294469 w 457207"/>
              <a:gd name="connsiteY69" fmla="*/ 356685 h 45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57207" h="455396">
                <a:moveTo>
                  <a:pt x="27578" y="401072"/>
                </a:moveTo>
                <a:lnTo>
                  <a:pt x="39389" y="353828"/>
                </a:lnTo>
                <a:cubicBezTo>
                  <a:pt x="70917" y="401262"/>
                  <a:pt x="118256" y="434695"/>
                  <a:pt x="173787" y="448601"/>
                </a:cubicBezTo>
                <a:cubicBezTo>
                  <a:pt x="295612" y="478986"/>
                  <a:pt x="419342" y="404596"/>
                  <a:pt x="449726" y="282771"/>
                </a:cubicBezTo>
                <a:cubicBezTo>
                  <a:pt x="454965" y="261721"/>
                  <a:pt x="457251" y="240099"/>
                  <a:pt x="456394" y="218573"/>
                </a:cubicBezTo>
                <a:cubicBezTo>
                  <a:pt x="456108" y="210857"/>
                  <a:pt x="449631" y="204857"/>
                  <a:pt x="441916" y="205142"/>
                </a:cubicBezTo>
                <a:cubicBezTo>
                  <a:pt x="434201" y="205428"/>
                  <a:pt x="428200" y="211905"/>
                  <a:pt x="428581" y="219620"/>
                </a:cubicBezTo>
                <a:cubicBezTo>
                  <a:pt x="429343" y="238480"/>
                  <a:pt x="427343" y="257435"/>
                  <a:pt x="422771" y="275913"/>
                </a:cubicBezTo>
                <a:cubicBezTo>
                  <a:pt x="396101" y="382784"/>
                  <a:pt x="287516" y="448030"/>
                  <a:pt x="180645" y="421455"/>
                </a:cubicBezTo>
                <a:cubicBezTo>
                  <a:pt x="131591" y="409263"/>
                  <a:pt x="90062" y="379450"/>
                  <a:pt x="62440" y="337540"/>
                </a:cubicBezTo>
                <a:lnTo>
                  <a:pt x="112351" y="350018"/>
                </a:lnTo>
                <a:cubicBezTo>
                  <a:pt x="119780" y="351923"/>
                  <a:pt x="127400" y="347351"/>
                  <a:pt x="129210" y="339826"/>
                </a:cubicBezTo>
                <a:cubicBezTo>
                  <a:pt x="131115" y="332396"/>
                  <a:pt x="126543" y="324776"/>
                  <a:pt x="119018" y="322967"/>
                </a:cubicBezTo>
                <a:lnTo>
                  <a:pt x="37675" y="302678"/>
                </a:lnTo>
                <a:cubicBezTo>
                  <a:pt x="37580" y="302678"/>
                  <a:pt x="37484" y="302678"/>
                  <a:pt x="37389" y="302678"/>
                </a:cubicBezTo>
                <a:cubicBezTo>
                  <a:pt x="36056" y="302393"/>
                  <a:pt x="34627" y="302297"/>
                  <a:pt x="33198" y="302393"/>
                </a:cubicBezTo>
                <a:cubicBezTo>
                  <a:pt x="32912" y="302393"/>
                  <a:pt x="32722" y="302488"/>
                  <a:pt x="32436" y="302488"/>
                </a:cubicBezTo>
                <a:cubicBezTo>
                  <a:pt x="31103" y="302678"/>
                  <a:pt x="29769" y="302964"/>
                  <a:pt x="28531" y="303536"/>
                </a:cubicBezTo>
                <a:cubicBezTo>
                  <a:pt x="28436" y="303536"/>
                  <a:pt x="28436" y="303631"/>
                  <a:pt x="28340" y="303631"/>
                </a:cubicBezTo>
                <a:cubicBezTo>
                  <a:pt x="28245" y="303631"/>
                  <a:pt x="28150" y="303726"/>
                  <a:pt x="28055" y="303821"/>
                </a:cubicBezTo>
                <a:cubicBezTo>
                  <a:pt x="26816" y="304488"/>
                  <a:pt x="25769" y="305250"/>
                  <a:pt x="24816" y="306107"/>
                </a:cubicBezTo>
                <a:cubicBezTo>
                  <a:pt x="24626" y="306298"/>
                  <a:pt x="24530" y="306393"/>
                  <a:pt x="24340" y="306584"/>
                </a:cubicBezTo>
                <a:cubicBezTo>
                  <a:pt x="23387" y="307536"/>
                  <a:pt x="22625" y="308679"/>
                  <a:pt x="21959" y="309917"/>
                </a:cubicBezTo>
                <a:cubicBezTo>
                  <a:pt x="21863" y="310013"/>
                  <a:pt x="21768" y="310108"/>
                  <a:pt x="21673" y="310298"/>
                </a:cubicBezTo>
                <a:cubicBezTo>
                  <a:pt x="21578" y="310489"/>
                  <a:pt x="21578" y="310679"/>
                  <a:pt x="21482" y="310870"/>
                </a:cubicBezTo>
                <a:cubicBezTo>
                  <a:pt x="21292" y="311251"/>
                  <a:pt x="21197" y="311727"/>
                  <a:pt x="21006" y="312108"/>
                </a:cubicBezTo>
                <a:cubicBezTo>
                  <a:pt x="20911" y="312394"/>
                  <a:pt x="20816" y="312584"/>
                  <a:pt x="20720" y="312870"/>
                </a:cubicBezTo>
                <a:lnTo>
                  <a:pt x="432" y="394404"/>
                </a:lnTo>
                <a:cubicBezTo>
                  <a:pt x="-1473" y="401834"/>
                  <a:pt x="3099" y="409454"/>
                  <a:pt x="10624" y="411263"/>
                </a:cubicBezTo>
                <a:cubicBezTo>
                  <a:pt x="18149" y="413073"/>
                  <a:pt x="25673" y="408596"/>
                  <a:pt x="27578" y="401072"/>
                </a:cubicBezTo>
                <a:lnTo>
                  <a:pt x="27578" y="401072"/>
                </a:lnTo>
                <a:close/>
                <a:moveTo>
                  <a:pt x="338284" y="133895"/>
                </a:moveTo>
                <a:lnTo>
                  <a:pt x="419532" y="154184"/>
                </a:lnTo>
                <a:cubicBezTo>
                  <a:pt x="426962" y="156089"/>
                  <a:pt x="434582" y="151517"/>
                  <a:pt x="436391" y="143992"/>
                </a:cubicBezTo>
                <a:lnTo>
                  <a:pt x="456775" y="62553"/>
                </a:lnTo>
                <a:cubicBezTo>
                  <a:pt x="458680" y="55028"/>
                  <a:pt x="454108" y="47504"/>
                  <a:pt x="446583" y="45694"/>
                </a:cubicBezTo>
                <a:cubicBezTo>
                  <a:pt x="439058" y="43884"/>
                  <a:pt x="431534" y="48361"/>
                  <a:pt x="429724" y="55886"/>
                </a:cubicBezTo>
                <a:lnTo>
                  <a:pt x="418294" y="101606"/>
                </a:lnTo>
                <a:cubicBezTo>
                  <a:pt x="386861" y="54171"/>
                  <a:pt x="339427" y="20738"/>
                  <a:pt x="283896" y="6832"/>
                </a:cubicBezTo>
                <a:cubicBezTo>
                  <a:pt x="162071" y="-23648"/>
                  <a:pt x="38342" y="50742"/>
                  <a:pt x="7957" y="172567"/>
                </a:cubicBezTo>
                <a:cubicBezTo>
                  <a:pt x="2718" y="193617"/>
                  <a:pt x="432" y="215239"/>
                  <a:pt x="1289" y="236765"/>
                </a:cubicBezTo>
                <a:cubicBezTo>
                  <a:pt x="1575" y="244481"/>
                  <a:pt x="8052" y="250481"/>
                  <a:pt x="15767" y="250100"/>
                </a:cubicBezTo>
                <a:cubicBezTo>
                  <a:pt x="23483" y="249815"/>
                  <a:pt x="29483" y="243338"/>
                  <a:pt x="29198" y="235622"/>
                </a:cubicBezTo>
                <a:cubicBezTo>
                  <a:pt x="28436" y="216763"/>
                  <a:pt x="30436" y="197808"/>
                  <a:pt x="35008" y="179330"/>
                </a:cubicBezTo>
                <a:cubicBezTo>
                  <a:pt x="61678" y="72459"/>
                  <a:pt x="170263" y="7213"/>
                  <a:pt x="277133" y="33788"/>
                </a:cubicBezTo>
                <a:cubicBezTo>
                  <a:pt x="326949" y="46170"/>
                  <a:pt x="369050" y="76745"/>
                  <a:pt x="396672" y="119703"/>
                </a:cubicBezTo>
                <a:lnTo>
                  <a:pt x="344951" y="106844"/>
                </a:lnTo>
                <a:cubicBezTo>
                  <a:pt x="337522" y="104939"/>
                  <a:pt x="329902" y="109511"/>
                  <a:pt x="328092" y="117036"/>
                </a:cubicBezTo>
                <a:cubicBezTo>
                  <a:pt x="326282" y="124466"/>
                  <a:pt x="330759" y="132086"/>
                  <a:pt x="338284" y="133895"/>
                </a:cubicBezTo>
                <a:close/>
                <a:moveTo>
                  <a:pt x="179978" y="356685"/>
                </a:moveTo>
                <a:cubicBezTo>
                  <a:pt x="172073" y="356685"/>
                  <a:pt x="165691" y="350303"/>
                  <a:pt x="165691" y="342398"/>
                </a:cubicBezTo>
                <a:lnTo>
                  <a:pt x="165691" y="170948"/>
                </a:lnTo>
                <a:cubicBezTo>
                  <a:pt x="165691" y="163042"/>
                  <a:pt x="172073" y="156660"/>
                  <a:pt x="179978" y="156660"/>
                </a:cubicBezTo>
                <a:cubicBezTo>
                  <a:pt x="187884" y="156660"/>
                  <a:pt x="194266" y="163042"/>
                  <a:pt x="194266" y="170948"/>
                </a:cubicBezTo>
                <a:lnTo>
                  <a:pt x="194266" y="342398"/>
                </a:lnTo>
                <a:cubicBezTo>
                  <a:pt x="194266" y="350303"/>
                  <a:pt x="187884" y="356685"/>
                  <a:pt x="179978" y="356685"/>
                </a:cubicBezTo>
                <a:close/>
                <a:moveTo>
                  <a:pt x="237795" y="356685"/>
                </a:moveTo>
                <a:cubicBezTo>
                  <a:pt x="229889" y="356685"/>
                  <a:pt x="223508" y="350303"/>
                  <a:pt x="223508" y="342398"/>
                </a:cubicBezTo>
                <a:lnTo>
                  <a:pt x="223508" y="115226"/>
                </a:lnTo>
                <a:cubicBezTo>
                  <a:pt x="223508" y="107321"/>
                  <a:pt x="229889" y="100939"/>
                  <a:pt x="237795" y="100939"/>
                </a:cubicBezTo>
                <a:cubicBezTo>
                  <a:pt x="245701" y="100939"/>
                  <a:pt x="252083" y="107321"/>
                  <a:pt x="252083" y="115226"/>
                </a:cubicBezTo>
                <a:lnTo>
                  <a:pt x="252083" y="342398"/>
                </a:lnTo>
                <a:cubicBezTo>
                  <a:pt x="252083" y="350303"/>
                  <a:pt x="245701" y="356685"/>
                  <a:pt x="237795" y="356685"/>
                </a:cubicBezTo>
                <a:close/>
                <a:moveTo>
                  <a:pt x="294469" y="356685"/>
                </a:moveTo>
                <a:cubicBezTo>
                  <a:pt x="286563" y="356685"/>
                  <a:pt x="280181" y="350303"/>
                  <a:pt x="280181" y="342398"/>
                </a:cubicBezTo>
                <a:lnTo>
                  <a:pt x="280181" y="228860"/>
                </a:lnTo>
                <a:cubicBezTo>
                  <a:pt x="280181" y="220954"/>
                  <a:pt x="286563" y="214572"/>
                  <a:pt x="294469" y="214572"/>
                </a:cubicBezTo>
                <a:cubicBezTo>
                  <a:pt x="302375" y="214572"/>
                  <a:pt x="308756" y="220954"/>
                  <a:pt x="308756" y="228860"/>
                </a:cubicBezTo>
                <a:lnTo>
                  <a:pt x="308756" y="342398"/>
                </a:lnTo>
                <a:cubicBezTo>
                  <a:pt x="308756" y="350303"/>
                  <a:pt x="302375" y="356685"/>
                  <a:pt x="294469" y="356685"/>
                </a:cubicBezTo>
                <a:close/>
              </a:path>
            </a:pathLst>
          </a:custGeom>
          <a:solidFill>
            <a:schemeClr val="bg1"/>
          </a:solidFill>
          <a:ln w="953" cap="flat">
            <a:solidFill>
              <a:srgbClr val="211452"/>
            </a:solidFill>
            <a:prstDash val="solid"/>
            <a:miter/>
          </a:ln>
        </p:spPr>
        <p:txBody>
          <a:bodyPr rtlCol="0" anchor="ctr"/>
          <a:lstStyle/>
          <a:p>
            <a:endParaRPr lang="en-US"/>
          </a:p>
        </p:txBody>
      </p:sp>
      <p:sp>
        <p:nvSpPr>
          <p:cNvPr id="103" name="Grafik 65">
            <a:extLst>
              <a:ext uri="{FF2B5EF4-FFF2-40B4-BE49-F238E27FC236}">
                <a16:creationId xmlns:a16="http://schemas.microsoft.com/office/drawing/2014/main" id="{C9214DC7-C956-4C8B-AA9F-AC2BCC3077C0}"/>
              </a:ext>
            </a:extLst>
          </p:cNvPr>
          <p:cNvSpPr/>
          <p:nvPr/>
        </p:nvSpPr>
        <p:spPr bwMode="gray">
          <a:xfrm>
            <a:off x="5805462" y="3801681"/>
            <a:ext cx="482090" cy="485584"/>
          </a:xfrm>
          <a:custGeom>
            <a:avLst/>
            <a:gdLst>
              <a:gd name="connsiteX0" fmla="*/ 241569 w 482090"/>
              <a:gd name="connsiteY0" fmla="*/ 114205 h 485584"/>
              <a:gd name="connsiteX1" fmla="*/ 112981 w 482090"/>
              <a:gd name="connsiteY1" fmla="*/ 242792 h 485584"/>
              <a:gd name="connsiteX2" fmla="*/ 241569 w 482090"/>
              <a:gd name="connsiteY2" fmla="*/ 371380 h 485584"/>
              <a:gd name="connsiteX3" fmla="*/ 370156 w 482090"/>
              <a:gd name="connsiteY3" fmla="*/ 242792 h 485584"/>
              <a:gd name="connsiteX4" fmla="*/ 241569 w 482090"/>
              <a:gd name="connsiteY4" fmla="*/ 114205 h 485584"/>
              <a:gd name="connsiteX5" fmla="*/ 241569 w 482090"/>
              <a:gd name="connsiteY5" fmla="*/ 342805 h 485584"/>
              <a:gd name="connsiteX6" fmla="*/ 141556 w 482090"/>
              <a:gd name="connsiteY6" fmla="*/ 242792 h 485584"/>
              <a:gd name="connsiteX7" fmla="*/ 241569 w 482090"/>
              <a:gd name="connsiteY7" fmla="*/ 142780 h 485584"/>
              <a:gd name="connsiteX8" fmla="*/ 341581 w 482090"/>
              <a:gd name="connsiteY8" fmla="*/ 242792 h 485584"/>
              <a:gd name="connsiteX9" fmla="*/ 241569 w 482090"/>
              <a:gd name="connsiteY9" fmla="*/ 342805 h 485584"/>
              <a:gd name="connsiteX10" fmla="*/ 468835 w 482090"/>
              <a:gd name="connsiteY10" fmla="*/ 276035 h 485584"/>
              <a:gd name="connsiteX11" fmla="*/ 448833 w 482090"/>
              <a:gd name="connsiteY11" fmla="*/ 266129 h 485584"/>
              <a:gd name="connsiteX12" fmla="*/ 450357 w 482090"/>
              <a:gd name="connsiteY12" fmla="*/ 242506 h 485584"/>
              <a:gd name="connsiteX13" fmla="*/ 448833 w 482090"/>
              <a:gd name="connsiteY13" fmla="*/ 218885 h 485584"/>
              <a:gd name="connsiteX14" fmla="*/ 468835 w 482090"/>
              <a:gd name="connsiteY14" fmla="*/ 208979 h 485584"/>
              <a:gd name="connsiteX15" fmla="*/ 480837 w 482090"/>
              <a:gd name="connsiteY15" fmla="*/ 195263 h 485584"/>
              <a:gd name="connsiteX16" fmla="*/ 479599 w 482090"/>
              <a:gd name="connsiteY16" fmla="*/ 177070 h 485584"/>
              <a:gd name="connsiteX17" fmla="*/ 437498 w 482090"/>
              <a:gd name="connsiteY17" fmla="*/ 92202 h 485584"/>
              <a:gd name="connsiteX18" fmla="*/ 423782 w 482090"/>
              <a:gd name="connsiteY18" fmla="*/ 80201 h 485584"/>
              <a:gd name="connsiteX19" fmla="*/ 405589 w 482090"/>
              <a:gd name="connsiteY19" fmla="*/ 81439 h 485584"/>
              <a:gd name="connsiteX20" fmla="*/ 385587 w 482090"/>
              <a:gd name="connsiteY20" fmla="*/ 91345 h 485584"/>
              <a:gd name="connsiteX21" fmla="*/ 311673 w 482090"/>
              <a:gd name="connsiteY21" fmla="*/ 45434 h 485584"/>
              <a:gd name="connsiteX22" fmla="*/ 311673 w 482090"/>
              <a:gd name="connsiteY22" fmla="*/ 23813 h 485584"/>
              <a:gd name="connsiteX23" fmla="*/ 287860 w 482090"/>
              <a:gd name="connsiteY23" fmla="*/ 0 h 485584"/>
              <a:gd name="connsiteX24" fmla="*/ 193087 w 482090"/>
              <a:gd name="connsiteY24" fmla="*/ 0 h 485584"/>
              <a:gd name="connsiteX25" fmla="*/ 169274 w 482090"/>
              <a:gd name="connsiteY25" fmla="*/ 23813 h 485584"/>
              <a:gd name="connsiteX26" fmla="*/ 169274 w 482090"/>
              <a:gd name="connsiteY26" fmla="*/ 45911 h 485584"/>
              <a:gd name="connsiteX27" fmla="*/ 96598 w 482090"/>
              <a:gd name="connsiteY27" fmla="*/ 91345 h 485584"/>
              <a:gd name="connsiteX28" fmla="*/ 76596 w 482090"/>
              <a:gd name="connsiteY28" fmla="*/ 81439 h 485584"/>
              <a:gd name="connsiteX29" fmla="*/ 44592 w 482090"/>
              <a:gd name="connsiteY29" fmla="*/ 92202 h 485584"/>
              <a:gd name="connsiteX30" fmla="*/ 2491 w 482090"/>
              <a:gd name="connsiteY30" fmla="*/ 177070 h 485584"/>
              <a:gd name="connsiteX31" fmla="*/ 1253 w 482090"/>
              <a:gd name="connsiteY31" fmla="*/ 195263 h 485584"/>
              <a:gd name="connsiteX32" fmla="*/ 13255 w 482090"/>
              <a:gd name="connsiteY32" fmla="*/ 208979 h 485584"/>
              <a:gd name="connsiteX33" fmla="*/ 33257 w 482090"/>
              <a:gd name="connsiteY33" fmla="*/ 218885 h 485584"/>
              <a:gd name="connsiteX34" fmla="*/ 31733 w 482090"/>
              <a:gd name="connsiteY34" fmla="*/ 242506 h 485584"/>
              <a:gd name="connsiteX35" fmla="*/ 33257 w 482090"/>
              <a:gd name="connsiteY35" fmla="*/ 266129 h 485584"/>
              <a:gd name="connsiteX36" fmla="*/ 13255 w 482090"/>
              <a:gd name="connsiteY36" fmla="*/ 276035 h 485584"/>
              <a:gd name="connsiteX37" fmla="*/ 1253 w 482090"/>
              <a:gd name="connsiteY37" fmla="*/ 289751 h 485584"/>
              <a:gd name="connsiteX38" fmla="*/ 2491 w 482090"/>
              <a:gd name="connsiteY38" fmla="*/ 307943 h 485584"/>
              <a:gd name="connsiteX39" fmla="*/ 44592 w 482090"/>
              <a:gd name="connsiteY39" fmla="*/ 392811 h 485584"/>
              <a:gd name="connsiteX40" fmla="*/ 58308 w 482090"/>
              <a:gd name="connsiteY40" fmla="*/ 404813 h 485584"/>
              <a:gd name="connsiteX41" fmla="*/ 76501 w 482090"/>
              <a:gd name="connsiteY41" fmla="*/ 403574 h 485584"/>
              <a:gd name="connsiteX42" fmla="*/ 96503 w 482090"/>
              <a:gd name="connsiteY42" fmla="*/ 393668 h 485584"/>
              <a:gd name="connsiteX43" fmla="*/ 169179 w 482090"/>
              <a:gd name="connsiteY43" fmla="*/ 439103 h 485584"/>
              <a:gd name="connsiteX44" fmla="*/ 169179 w 482090"/>
              <a:gd name="connsiteY44" fmla="*/ 461772 h 485584"/>
              <a:gd name="connsiteX45" fmla="*/ 192991 w 482090"/>
              <a:gd name="connsiteY45" fmla="*/ 485585 h 485584"/>
              <a:gd name="connsiteX46" fmla="*/ 287765 w 482090"/>
              <a:gd name="connsiteY46" fmla="*/ 485585 h 485584"/>
              <a:gd name="connsiteX47" fmla="*/ 311578 w 482090"/>
              <a:gd name="connsiteY47" fmla="*/ 461772 h 485584"/>
              <a:gd name="connsiteX48" fmla="*/ 311578 w 482090"/>
              <a:gd name="connsiteY48" fmla="*/ 439579 h 485584"/>
              <a:gd name="connsiteX49" fmla="*/ 385492 w 482090"/>
              <a:gd name="connsiteY49" fmla="*/ 393668 h 485584"/>
              <a:gd name="connsiteX50" fmla="*/ 405494 w 482090"/>
              <a:gd name="connsiteY50" fmla="*/ 403574 h 485584"/>
              <a:gd name="connsiteX51" fmla="*/ 423687 w 482090"/>
              <a:gd name="connsiteY51" fmla="*/ 404813 h 485584"/>
              <a:gd name="connsiteX52" fmla="*/ 437403 w 482090"/>
              <a:gd name="connsiteY52" fmla="*/ 392811 h 485584"/>
              <a:gd name="connsiteX53" fmla="*/ 479503 w 482090"/>
              <a:gd name="connsiteY53" fmla="*/ 307943 h 485584"/>
              <a:gd name="connsiteX54" fmla="*/ 480742 w 482090"/>
              <a:gd name="connsiteY54" fmla="*/ 289751 h 485584"/>
              <a:gd name="connsiteX55" fmla="*/ 468835 w 482090"/>
              <a:gd name="connsiteY55" fmla="*/ 276035 h 485584"/>
              <a:gd name="connsiteX56" fmla="*/ 413971 w 482090"/>
              <a:gd name="connsiteY56" fmla="*/ 375857 h 485584"/>
              <a:gd name="connsiteX57" fmla="*/ 395112 w 482090"/>
              <a:gd name="connsiteY57" fmla="*/ 366522 h 485584"/>
              <a:gd name="connsiteX58" fmla="*/ 367775 w 482090"/>
              <a:gd name="connsiteY58" fmla="*/ 370999 h 485584"/>
              <a:gd name="connsiteX59" fmla="*/ 299195 w 482090"/>
              <a:gd name="connsiteY59" fmla="*/ 413575 h 485584"/>
              <a:gd name="connsiteX60" fmla="*/ 283003 w 482090"/>
              <a:gd name="connsiteY60" fmla="*/ 436055 h 485584"/>
              <a:gd name="connsiteX61" fmla="*/ 283003 w 482090"/>
              <a:gd name="connsiteY61" fmla="*/ 457010 h 485584"/>
              <a:gd name="connsiteX62" fmla="*/ 197754 w 482090"/>
              <a:gd name="connsiteY62" fmla="*/ 457010 h 485584"/>
              <a:gd name="connsiteX63" fmla="*/ 197754 w 482090"/>
              <a:gd name="connsiteY63" fmla="*/ 435769 h 485584"/>
              <a:gd name="connsiteX64" fmla="*/ 181657 w 482090"/>
              <a:gd name="connsiteY64" fmla="*/ 413290 h 485584"/>
              <a:gd name="connsiteX65" fmla="*/ 114220 w 482090"/>
              <a:gd name="connsiteY65" fmla="*/ 371094 h 485584"/>
              <a:gd name="connsiteX66" fmla="*/ 86883 w 482090"/>
              <a:gd name="connsiteY66" fmla="*/ 366617 h 485584"/>
              <a:gd name="connsiteX67" fmla="*/ 68023 w 482090"/>
              <a:gd name="connsiteY67" fmla="*/ 375952 h 485584"/>
              <a:gd name="connsiteX68" fmla="*/ 30209 w 482090"/>
              <a:gd name="connsiteY68" fmla="*/ 299657 h 485584"/>
              <a:gd name="connsiteX69" fmla="*/ 48973 w 482090"/>
              <a:gd name="connsiteY69" fmla="*/ 290322 h 485584"/>
              <a:gd name="connsiteX70" fmla="*/ 61927 w 482090"/>
              <a:gd name="connsiteY70" fmla="*/ 265652 h 485584"/>
              <a:gd name="connsiteX71" fmla="*/ 60308 w 482090"/>
              <a:gd name="connsiteY71" fmla="*/ 242602 h 485584"/>
              <a:gd name="connsiteX72" fmla="*/ 61927 w 482090"/>
              <a:gd name="connsiteY72" fmla="*/ 219551 h 485584"/>
              <a:gd name="connsiteX73" fmla="*/ 48973 w 482090"/>
              <a:gd name="connsiteY73" fmla="*/ 194881 h 485584"/>
              <a:gd name="connsiteX74" fmla="*/ 30209 w 482090"/>
              <a:gd name="connsiteY74" fmla="*/ 185547 h 485584"/>
              <a:gd name="connsiteX75" fmla="*/ 68023 w 482090"/>
              <a:gd name="connsiteY75" fmla="*/ 109252 h 485584"/>
              <a:gd name="connsiteX76" fmla="*/ 86883 w 482090"/>
              <a:gd name="connsiteY76" fmla="*/ 118586 h 485584"/>
              <a:gd name="connsiteX77" fmla="*/ 114220 w 482090"/>
              <a:gd name="connsiteY77" fmla="*/ 114109 h 485584"/>
              <a:gd name="connsiteX78" fmla="*/ 181657 w 482090"/>
              <a:gd name="connsiteY78" fmla="*/ 71914 h 485584"/>
              <a:gd name="connsiteX79" fmla="*/ 197754 w 482090"/>
              <a:gd name="connsiteY79" fmla="*/ 49435 h 485584"/>
              <a:gd name="connsiteX80" fmla="*/ 197754 w 482090"/>
              <a:gd name="connsiteY80" fmla="*/ 28575 h 485584"/>
              <a:gd name="connsiteX81" fmla="*/ 283003 w 482090"/>
              <a:gd name="connsiteY81" fmla="*/ 28575 h 485584"/>
              <a:gd name="connsiteX82" fmla="*/ 283003 w 482090"/>
              <a:gd name="connsiteY82" fmla="*/ 48959 h 485584"/>
              <a:gd name="connsiteX83" fmla="*/ 299290 w 482090"/>
              <a:gd name="connsiteY83" fmla="*/ 71438 h 485584"/>
              <a:gd name="connsiteX84" fmla="*/ 367870 w 482090"/>
              <a:gd name="connsiteY84" fmla="*/ 114014 h 485584"/>
              <a:gd name="connsiteX85" fmla="*/ 395207 w 482090"/>
              <a:gd name="connsiteY85" fmla="*/ 118491 h 485584"/>
              <a:gd name="connsiteX86" fmla="*/ 414067 w 482090"/>
              <a:gd name="connsiteY86" fmla="*/ 109157 h 485584"/>
              <a:gd name="connsiteX87" fmla="*/ 451881 w 482090"/>
              <a:gd name="connsiteY87" fmla="*/ 185452 h 485584"/>
              <a:gd name="connsiteX88" fmla="*/ 433117 w 482090"/>
              <a:gd name="connsiteY88" fmla="*/ 194786 h 485584"/>
              <a:gd name="connsiteX89" fmla="*/ 420163 w 482090"/>
              <a:gd name="connsiteY89" fmla="*/ 219456 h 485584"/>
              <a:gd name="connsiteX90" fmla="*/ 421782 w 482090"/>
              <a:gd name="connsiteY90" fmla="*/ 242506 h 485584"/>
              <a:gd name="connsiteX91" fmla="*/ 420163 w 482090"/>
              <a:gd name="connsiteY91" fmla="*/ 265557 h 485584"/>
              <a:gd name="connsiteX92" fmla="*/ 433117 w 482090"/>
              <a:gd name="connsiteY92" fmla="*/ 290227 h 485584"/>
              <a:gd name="connsiteX93" fmla="*/ 451881 w 482090"/>
              <a:gd name="connsiteY93" fmla="*/ 299561 h 485584"/>
              <a:gd name="connsiteX94" fmla="*/ 413971 w 482090"/>
              <a:gd name="connsiteY94" fmla="*/ 375857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82090" h="485584">
                <a:moveTo>
                  <a:pt x="241569" y="114205"/>
                </a:moveTo>
                <a:cubicBezTo>
                  <a:pt x="170703" y="114205"/>
                  <a:pt x="112981" y="171926"/>
                  <a:pt x="112981" y="242792"/>
                </a:cubicBezTo>
                <a:cubicBezTo>
                  <a:pt x="112981" y="313658"/>
                  <a:pt x="170703" y="371380"/>
                  <a:pt x="241569" y="371380"/>
                </a:cubicBezTo>
                <a:cubicBezTo>
                  <a:pt x="312435" y="371380"/>
                  <a:pt x="370156" y="313658"/>
                  <a:pt x="370156" y="242792"/>
                </a:cubicBezTo>
                <a:cubicBezTo>
                  <a:pt x="370156" y="171926"/>
                  <a:pt x="312435" y="114205"/>
                  <a:pt x="241569" y="114205"/>
                </a:cubicBezTo>
                <a:close/>
                <a:moveTo>
                  <a:pt x="241569" y="342805"/>
                </a:moveTo>
                <a:cubicBezTo>
                  <a:pt x="186419" y="342805"/>
                  <a:pt x="141556" y="297942"/>
                  <a:pt x="141556" y="242792"/>
                </a:cubicBezTo>
                <a:cubicBezTo>
                  <a:pt x="141556" y="187643"/>
                  <a:pt x="186419" y="142780"/>
                  <a:pt x="241569" y="142780"/>
                </a:cubicBezTo>
                <a:cubicBezTo>
                  <a:pt x="296719" y="142780"/>
                  <a:pt x="341581" y="187643"/>
                  <a:pt x="341581" y="242792"/>
                </a:cubicBezTo>
                <a:cubicBezTo>
                  <a:pt x="341581" y="297942"/>
                  <a:pt x="296719" y="342805"/>
                  <a:pt x="241569" y="342805"/>
                </a:cubicBezTo>
                <a:close/>
                <a:moveTo>
                  <a:pt x="468835" y="276035"/>
                </a:moveTo>
                <a:lnTo>
                  <a:pt x="448833" y="266129"/>
                </a:lnTo>
                <a:cubicBezTo>
                  <a:pt x="449881" y="257842"/>
                  <a:pt x="450357" y="250127"/>
                  <a:pt x="450357" y="242506"/>
                </a:cubicBezTo>
                <a:cubicBezTo>
                  <a:pt x="450357" y="234887"/>
                  <a:pt x="449881" y="227171"/>
                  <a:pt x="448833" y="218885"/>
                </a:cubicBezTo>
                <a:lnTo>
                  <a:pt x="468835" y="208979"/>
                </a:lnTo>
                <a:cubicBezTo>
                  <a:pt x="474550" y="206121"/>
                  <a:pt x="478837" y="201263"/>
                  <a:pt x="480837" y="195263"/>
                </a:cubicBezTo>
                <a:cubicBezTo>
                  <a:pt x="482837" y="189262"/>
                  <a:pt x="482456" y="182785"/>
                  <a:pt x="479599" y="177070"/>
                </a:cubicBezTo>
                <a:lnTo>
                  <a:pt x="437498" y="92202"/>
                </a:lnTo>
                <a:cubicBezTo>
                  <a:pt x="434641" y="86487"/>
                  <a:pt x="429783" y="82201"/>
                  <a:pt x="423782" y="80201"/>
                </a:cubicBezTo>
                <a:cubicBezTo>
                  <a:pt x="417781" y="78200"/>
                  <a:pt x="411304" y="78581"/>
                  <a:pt x="405589" y="81439"/>
                </a:cubicBezTo>
                <a:lnTo>
                  <a:pt x="385587" y="91345"/>
                </a:lnTo>
                <a:cubicBezTo>
                  <a:pt x="364346" y="71057"/>
                  <a:pt x="338914" y="55245"/>
                  <a:pt x="311673" y="45434"/>
                </a:cubicBezTo>
                <a:lnTo>
                  <a:pt x="311673" y="23813"/>
                </a:lnTo>
                <a:cubicBezTo>
                  <a:pt x="311673" y="10668"/>
                  <a:pt x="301005" y="0"/>
                  <a:pt x="287860" y="0"/>
                </a:cubicBezTo>
                <a:lnTo>
                  <a:pt x="193087" y="0"/>
                </a:lnTo>
                <a:cubicBezTo>
                  <a:pt x="179942" y="0"/>
                  <a:pt x="169274" y="10668"/>
                  <a:pt x="169274" y="23813"/>
                </a:cubicBezTo>
                <a:lnTo>
                  <a:pt x="169274" y="45911"/>
                </a:lnTo>
                <a:cubicBezTo>
                  <a:pt x="142509" y="55721"/>
                  <a:pt x="117458" y="71342"/>
                  <a:pt x="96598" y="91345"/>
                </a:cubicBezTo>
                <a:lnTo>
                  <a:pt x="76596" y="81439"/>
                </a:lnTo>
                <a:cubicBezTo>
                  <a:pt x="64785" y="75629"/>
                  <a:pt x="50402" y="80486"/>
                  <a:pt x="44592" y="92202"/>
                </a:cubicBezTo>
                <a:lnTo>
                  <a:pt x="2491" y="177070"/>
                </a:lnTo>
                <a:cubicBezTo>
                  <a:pt x="-366" y="182785"/>
                  <a:pt x="-747" y="189262"/>
                  <a:pt x="1253" y="195263"/>
                </a:cubicBezTo>
                <a:cubicBezTo>
                  <a:pt x="3253" y="201263"/>
                  <a:pt x="7540" y="206216"/>
                  <a:pt x="13255" y="208979"/>
                </a:cubicBezTo>
                <a:lnTo>
                  <a:pt x="33257" y="218885"/>
                </a:lnTo>
                <a:cubicBezTo>
                  <a:pt x="32209" y="227171"/>
                  <a:pt x="31733" y="234887"/>
                  <a:pt x="31733" y="242506"/>
                </a:cubicBezTo>
                <a:cubicBezTo>
                  <a:pt x="31733" y="250127"/>
                  <a:pt x="32209" y="257842"/>
                  <a:pt x="33257" y="266129"/>
                </a:cubicBezTo>
                <a:lnTo>
                  <a:pt x="13255" y="276035"/>
                </a:lnTo>
                <a:cubicBezTo>
                  <a:pt x="7540" y="278892"/>
                  <a:pt x="3253" y="283750"/>
                  <a:pt x="1253" y="289751"/>
                </a:cubicBezTo>
                <a:cubicBezTo>
                  <a:pt x="-747" y="295751"/>
                  <a:pt x="-366" y="302228"/>
                  <a:pt x="2491" y="307943"/>
                </a:cubicBezTo>
                <a:lnTo>
                  <a:pt x="44592" y="392811"/>
                </a:lnTo>
                <a:cubicBezTo>
                  <a:pt x="47449" y="398526"/>
                  <a:pt x="52307" y="402812"/>
                  <a:pt x="58308" y="404813"/>
                </a:cubicBezTo>
                <a:cubicBezTo>
                  <a:pt x="64309" y="406908"/>
                  <a:pt x="70786" y="406432"/>
                  <a:pt x="76501" y="403574"/>
                </a:cubicBezTo>
                <a:lnTo>
                  <a:pt x="96503" y="393668"/>
                </a:lnTo>
                <a:cubicBezTo>
                  <a:pt x="117363" y="413671"/>
                  <a:pt x="142414" y="429292"/>
                  <a:pt x="169179" y="439103"/>
                </a:cubicBezTo>
                <a:lnTo>
                  <a:pt x="169179" y="461772"/>
                </a:lnTo>
                <a:cubicBezTo>
                  <a:pt x="169179" y="474917"/>
                  <a:pt x="179847" y="485585"/>
                  <a:pt x="192991" y="485585"/>
                </a:cubicBezTo>
                <a:lnTo>
                  <a:pt x="287765" y="485585"/>
                </a:lnTo>
                <a:cubicBezTo>
                  <a:pt x="300910" y="485585"/>
                  <a:pt x="311578" y="474917"/>
                  <a:pt x="311578" y="461772"/>
                </a:cubicBezTo>
                <a:lnTo>
                  <a:pt x="311578" y="439579"/>
                </a:lnTo>
                <a:cubicBezTo>
                  <a:pt x="338914" y="429768"/>
                  <a:pt x="364346" y="413957"/>
                  <a:pt x="385492" y="393668"/>
                </a:cubicBezTo>
                <a:lnTo>
                  <a:pt x="405494" y="403574"/>
                </a:lnTo>
                <a:cubicBezTo>
                  <a:pt x="411209" y="406432"/>
                  <a:pt x="417686" y="406908"/>
                  <a:pt x="423687" y="404813"/>
                </a:cubicBezTo>
                <a:cubicBezTo>
                  <a:pt x="429688" y="402812"/>
                  <a:pt x="434641" y="398526"/>
                  <a:pt x="437403" y="392811"/>
                </a:cubicBezTo>
                <a:lnTo>
                  <a:pt x="479503" y="307943"/>
                </a:lnTo>
                <a:cubicBezTo>
                  <a:pt x="482361" y="302228"/>
                  <a:pt x="482742" y="295751"/>
                  <a:pt x="480742" y="289751"/>
                </a:cubicBezTo>
                <a:cubicBezTo>
                  <a:pt x="478837" y="283750"/>
                  <a:pt x="474550" y="278892"/>
                  <a:pt x="468835" y="276035"/>
                </a:cubicBezTo>
                <a:close/>
                <a:moveTo>
                  <a:pt x="413971" y="375857"/>
                </a:moveTo>
                <a:lnTo>
                  <a:pt x="395112" y="366522"/>
                </a:lnTo>
                <a:cubicBezTo>
                  <a:pt x="386063" y="362045"/>
                  <a:pt x="375014" y="363855"/>
                  <a:pt x="367775" y="370999"/>
                </a:cubicBezTo>
                <a:cubicBezTo>
                  <a:pt x="348344" y="390144"/>
                  <a:pt x="324627" y="404908"/>
                  <a:pt x="299195" y="413575"/>
                </a:cubicBezTo>
                <a:cubicBezTo>
                  <a:pt x="289480" y="416909"/>
                  <a:pt x="283003" y="425958"/>
                  <a:pt x="283003" y="436055"/>
                </a:cubicBezTo>
                <a:lnTo>
                  <a:pt x="283003" y="457010"/>
                </a:lnTo>
                <a:lnTo>
                  <a:pt x="197754" y="457010"/>
                </a:lnTo>
                <a:lnTo>
                  <a:pt x="197754" y="435769"/>
                </a:lnTo>
                <a:cubicBezTo>
                  <a:pt x="197754" y="425672"/>
                  <a:pt x="191277" y="416624"/>
                  <a:pt x="181657" y="413290"/>
                </a:cubicBezTo>
                <a:cubicBezTo>
                  <a:pt x="156606" y="404622"/>
                  <a:pt x="133365" y="389954"/>
                  <a:pt x="114220" y="371094"/>
                </a:cubicBezTo>
                <a:cubicBezTo>
                  <a:pt x="106981" y="363950"/>
                  <a:pt x="95932" y="362045"/>
                  <a:pt x="86883" y="366617"/>
                </a:cubicBezTo>
                <a:lnTo>
                  <a:pt x="68023" y="375952"/>
                </a:lnTo>
                <a:lnTo>
                  <a:pt x="30209" y="299657"/>
                </a:lnTo>
                <a:lnTo>
                  <a:pt x="48973" y="290322"/>
                </a:lnTo>
                <a:cubicBezTo>
                  <a:pt x="58117" y="285750"/>
                  <a:pt x="63356" y="275844"/>
                  <a:pt x="61927" y="265652"/>
                </a:cubicBezTo>
                <a:cubicBezTo>
                  <a:pt x="60784" y="257461"/>
                  <a:pt x="60308" y="249841"/>
                  <a:pt x="60308" y="242602"/>
                </a:cubicBezTo>
                <a:cubicBezTo>
                  <a:pt x="60308" y="235363"/>
                  <a:pt x="60880" y="227743"/>
                  <a:pt x="61927" y="219551"/>
                </a:cubicBezTo>
                <a:cubicBezTo>
                  <a:pt x="63356" y="209360"/>
                  <a:pt x="58117" y="199454"/>
                  <a:pt x="48973" y="194881"/>
                </a:cubicBezTo>
                <a:lnTo>
                  <a:pt x="30209" y="185547"/>
                </a:lnTo>
                <a:lnTo>
                  <a:pt x="68023" y="109252"/>
                </a:lnTo>
                <a:lnTo>
                  <a:pt x="86883" y="118586"/>
                </a:lnTo>
                <a:cubicBezTo>
                  <a:pt x="95932" y="123063"/>
                  <a:pt x="106981" y="121253"/>
                  <a:pt x="114220" y="114109"/>
                </a:cubicBezTo>
                <a:cubicBezTo>
                  <a:pt x="133365" y="95155"/>
                  <a:pt x="156701" y="80582"/>
                  <a:pt x="181657" y="71914"/>
                </a:cubicBezTo>
                <a:cubicBezTo>
                  <a:pt x="191277" y="68580"/>
                  <a:pt x="197754" y="59531"/>
                  <a:pt x="197754" y="49435"/>
                </a:cubicBezTo>
                <a:lnTo>
                  <a:pt x="197754" y="28575"/>
                </a:lnTo>
                <a:lnTo>
                  <a:pt x="283003" y="28575"/>
                </a:lnTo>
                <a:lnTo>
                  <a:pt x="283003" y="48959"/>
                </a:lnTo>
                <a:cubicBezTo>
                  <a:pt x="283003" y="59150"/>
                  <a:pt x="289480" y="68104"/>
                  <a:pt x="299290" y="71438"/>
                </a:cubicBezTo>
                <a:cubicBezTo>
                  <a:pt x="324722" y="80105"/>
                  <a:pt x="348439" y="94774"/>
                  <a:pt x="367870" y="114014"/>
                </a:cubicBezTo>
                <a:cubicBezTo>
                  <a:pt x="375109" y="121158"/>
                  <a:pt x="386158" y="123063"/>
                  <a:pt x="395207" y="118491"/>
                </a:cubicBezTo>
                <a:lnTo>
                  <a:pt x="414067" y="109157"/>
                </a:lnTo>
                <a:lnTo>
                  <a:pt x="451881" y="185452"/>
                </a:lnTo>
                <a:lnTo>
                  <a:pt x="433117" y="194786"/>
                </a:lnTo>
                <a:cubicBezTo>
                  <a:pt x="423973" y="199358"/>
                  <a:pt x="418734" y="209264"/>
                  <a:pt x="420163" y="219456"/>
                </a:cubicBezTo>
                <a:cubicBezTo>
                  <a:pt x="421306" y="227648"/>
                  <a:pt x="421782" y="235268"/>
                  <a:pt x="421782" y="242506"/>
                </a:cubicBezTo>
                <a:cubicBezTo>
                  <a:pt x="421782" y="249746"/>
                  <a:pt x="421210" y="257366"/>
                  <a:pt x="420163" y="265557"/>
                </a:cubicBezTo>
                <a:cubicBezTo>
                  <a:pt x="418734" y="275749"/>
                  <a:pt x="423973" y="285655"/>
                  <a:pt x="433117" y="290227"/>
                </a:cubicBezTo>
                <a:lnTo>
                  <a:pt x="451881" y="299561"/>
                </a:lnTo>
                <a:lnTo>
                  <a:pt x="413971" y="375857"/>
                </a:lnTo>
                <a:close/>
              </a:path>
            </a:pathLst>
          </a:custGeom>
          <a:solidFill>
            <a:schemeClr val="bg1"/>
          </a:solidFill>
          <a:ln w="9525" cap="flat">
            <a:noFill/>
            <a:prstDash val="solid"/>
            <a:miter/>
          </a:ln>
        </p:spPr>
        <p:txBody>
          <a:bodyPr rtlCol="0" anchor="ctr"/>
          <a:lstStyle/>
          <a:p>
            <a:endParaRPr lang="en-US"/>
          </a:p>
        </p:txBody>
      </p:sp>
      <p:sp>
        <p:nvSpPr>
          <p:cNvPr id="104" name="Grafik 66">
            <a:extLst>
              <a:ext uri="{FF2B5EF4-FFF2-40B4-BE49-F238E27FC236}">
                <a16:creationId xmlns:a16="http://schemas.microsoft.com/office/drawing/2014/main" id="{011B396A-3E67-4039-91E7-859F8574D0E5}"/>
              </a:ext>
            </a:extLst>
          </p:cNvPr>
          <p:cNvSpPr/>
          <p:nvPr/>
        </p:nvSpPr>
        <p:spPr bwMode="gray">
          <a:xfrm>
            <a:off x="10203734" y="3782932"/>
            <a:ext cx="457575" cy="457304"/>
          </a:xfrm>
          <a:custGeom>
            <a:avLst/>
            <a:gdLst>
              <a:gd name="connsiteX0" fmla="*/ 457280 w 457575"/>
              <a:gd name="connsiteY0" fmla="*/ 75924 h 457304"/>
              <a:gd name="connsiteX1" fmla="*/ 433087 w 457575"/>
              <a:gd name="connsiteY1" fmla="*/ 24489 h 457304"/>
              <a:gd name="connsiteX2" fmla="*/ 381652 w 457575"/>
              <a:gd name="connsiteY2" fmla="*/ 295 h 457304"/>
              <a:gd name="connsiteX3" fmla="*/ 330598 w 457575"/>
              <a:gd name="connsiteY3" fmla="*/ 18393 h 457304"/>
              <a:gd name="connsiteX4" fmla="*/ 36085 w 457575"/>
              <a:gd name="connsiteY4" fmla="*/ 312715 h 457304"/>
              <a:gd name="connsiteX5" fmla="*/ 25607 w 457575"/>
              <a:gd name="connsiteY5" fmla="*/ 332051 h 457304"/>
              <a:gd name="connsiteX6" fmla="*/ 366 w 457575"/>
              <a:gd name="connsiteY6" fmla="*/ 440160 h 457304"/>
              <a:gd name="connsiteX7" fmla="*/ 2176 w 457575"/>
              <a:gd name="connsiteY7" fmla="*/ 450732 h 457304"/>
              <a:gd name="connsiteX8" fmla="*/ 10939 w 457575"/>
              <a:gd name="connsiteY8" fmla="*/ 456924 h 457304"/>
              <a:gd name="connsiteX9" fmla="*/ 14273 w 457575"/>
              <a:gd name="connsiteY9" fmla="*/ 457305 h 457304"/>
              <a:gd name="connsiteX10" fmla="*/ 17321 w 457575"/>
              <a:gd name="connsiteY10" fmla="*/ 456924 h 457304"/>
              <a:gd name="connsiteX11" fmla="*/ 125429 w 457575"/>
              <a:gd name="connsiteY11" fmla="*/ 431682 h 457304"/>
              <a:gd name="connsiteX12" fmla="*/ 144765 w 457575"/>
              <a:gd name="connsiteY12" fmla="*/ 421205 h 457304"/>
              <a:gd name="connsiteX13" fmla="*/ 439278 w 457575"/>
              <a:gd name="connsiteY13" fmla="*/ 126978 h 457304"/>
              <a:gd name="connsiteX14" fmla="*/ 457280 w 457575"/>
              <a:gd name="connsiteY14" fmla="*/ 75924 h 457304"/>
              <a:gd name="connsiteX15" fmla="*/ 44276 w 457575"/>
              <a:gd name="connsiteY15" fmla="*/ 376533 h 457304"/>
              <a:gd name="connsiteX16" fmla="*/ 53039 w 457575"/>
              <a:gd name="connsiteY16" fmla="*/ 338623 h 457304"/>
              <a:gd name="connsiteX17" fmla="*/ 53325 w 457575"/>
              <a:gd name="connsiteY17" fmla="*/ 337766 h 457304"/>
              <a:gd name="connsiteX18" fmla="*/ 119810 w 457575"/>
              <a:gd name="connsiteY18" fmla="*/ 404536 h 457304"/>
              <a:gd name="connsiteX19" fmla="*/ 119524 w 457575"/>
              <a:gd name="connsiteY19" fmla="*/ 404631 h 457304"/>
              <a:gd name="connsiteX20" fmla="*/ 32846 w 457575"/>
              <a:gd name="connsiteY20" fmla="*/ 424729 h 457304"/>
              <a:gd name="connsiteX21" fmla="*/ 37323 w 457575"/>
              <a:gd name="connsiteY21" fmla="*/ 405203 h 457304"/>
              <a:gd name="connsiteX22" fmla="*/ 37418 w 457575"/>
              <a:gd name="connsiteY22" fmla="*/ 405298 h 457304"/>
              <a:gd name="connsiteX23" fmla="*/ 44276 w 457575"/>
              <a:gd name="connsiteY23" fmla="*/ 376533 h 457304"/>
              <a:gd name="connsiteX24" fmla="*/ 44276 w 457575"/>
              <a:gd name="connsiteY24" fmla="*/ 376533 h 457304"/>
              <a:gd name="connsiteX25" fmla="*/ 346314 w 457575"/>
              <a:gd name="connsiteY25" fmla="*/ 180127 h 457304"/>
              <a:gd name="connsiteX26" fmla="*/ 143146 w 457575"/>
              <a:gd name="connsiteY26" fmla="*/ 383391 h 457304"/>
              <a:gd name="connsiteX27" fmla="*/ 137717 w 457575"/>
              <a:gd name="connsiteY27" fmla="*/ 370818 h 457304"/>
              <a:gd name="connsiteX28" fmla="*/ 116285 w 457575"/>
              <a:gd name="connsiteY28" fmla="*/ 342243 h 457304"/>
              <a:gd name="connsiteX29" fmla="*/ 115523 w 457575"/>
              <a:gd name="connsiteY29" fmla="*/ 341481 h 457304"/>
              <a:gd name="connsiteX30" fmla="*/ 86853 w 457575"/>
              <a:gd name="connsiteY30" fmla="*/ 320049 h 457304"/>
              <a:gd name="connsiteX31" fmla="*/ 74375 w 457575"/>
              <a:gd name="connsiteY31" fmla="*/ 314620 h 457304"/>
              <a:gd name="connsiteX32" fmla="*/ 277544 w 457575"/>
              <a:gd name="connsiteY32" fmla="*/ 111357 h 457304"/>
              <a:gd name="connsiteX33" fmla="*/ 320025 w 457575"/>
              <a:gd name="connsiteY33" fmla="*/ 134217 h 457304"/>
              <a:gd name="connsiteX34" fmla="*/ 322311 w 457575"/>
              <a:gd name="connsiteY34" fmla="*/ 136503 h 457304"/>
              <a:gd name="connsiteX35" fmla="*/ 343076 w 457575"/>
              <a:gd name="connsiteY35" fmla="*/ 168126 h 457304"/>
              <a:gd name="connsiteX36" fmla="*/ 346314 w 457575"/>
              <a:gd name="connsiteY36" fmla="*/ 180127 h 457304"/>
              <a:gd name="connsiteX37" fmla="*/ 386510 w 457575"/>
              <a:gd name="connsiteY37" fmla="*/ 139932 h 457304"/>
              <a:gd name="connsiteX38" fmla="*/ 368984 w 457575"/>
              <a:gd name="connsiteY38" fmla="*/ 157458 h 457304"/>
              <a:gd name="connsiteX39" fmla="*/ 300213 w 457575"/>
              <a:gd name="connsiteY39" fmla="*/ 88687 h 457304"/>
              <a:gd name="connsiteX40" fmla="*/ 317739 w 457575"/>
              <a:gd name="connsiteY40" fmla="*/ 71161 h 457304"/>
              <a:gd name="connsiteX41" fmla="*/ 386510 w 457575"/>
              <a:gd name="connsiteY41" fmla="*/ 139932 h 45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57575" h="457304">
                <a:moveTo>
                  <a:pt x="457280" y="75924"/>
                </a:moveTo>
                <a:cubicBezTo>
                  <a:pt x="455661" y="56397"/>
                  <a:pt x="446993" y="38205"/>
                  <a:pt x="433087" y="24489"/>
                </a:cubicBezTo>
                <a:cubicBezTo>
                  <a:pt x="419371" y="10582"/>
                  <a:pt x="401083" y="2010"/>
                  <a:pt x="381652" y="295"/>
                </a:cubicBezTo>
                <a:cubicBezTo>
                  <a:pt x="362697" y="-1515"/>
                  <a:pt x="344123" y="5058"/>
                  <a:pt x="330598" y="18393"/>
                </a:cubicBezTo>
                <a:lnTo>
                  <a:pt x="36085" y="312715"/>
                </a:lnTo>
                <a:cubicBezTo>
                  <a:pt x="30846" y="318049"/>
                  <a:pt x="27227" y="324717"/>
                  <a:pt x="25607" y="332051"/>
                </a:cubicBezTo>
                <a:lnTo>
                  <a:pt x="366" y="440160"/>
                </a:lnTo>
                <a:cubicBezTo>
                  <a:pt x="-491" y="443779"/>
                  <a:pt x="176" y="447589"/>
                  <a:pt x="2176" y="450732"/>
                </a:cubicBezTo>
                <a:cubicBezTo>
                  <a:pt x="4176" y="453876"/>
                  <a:pt x="7319" y="456162"/>
                  <a:pt x="10939" y="456924"/>
                </a:cubicBezTo>
                <a:cubicBezTo>
                  <a:pt x="11987" y="457209"/>
                  <a:pt x="13225" y="457305"/>
                  <a:pt x="14273" y="457305"/>
                </a:cubicBezTo>
                <a:cubicBezTo>
                  <a:pt x="15320" y="457305"/>
                  <a:pt x="16273" y="457209"/>
                  <a:pt x="17321" y="456924"/>
                </a:cubicBezTo>
                <a:lnTo>
                  <a:pt x="125429" y="431682"/>
                </a:lnTo>
                <a:cubicBezTo>
                  <a:pt x="132764" y="430063"/>
                  <a:pt x="139431" y="426444"/>
                  <a:pt x="144765" y="421205"/>
                </a:cubicBezTo>
                <a:lnTo>
                  <a:pt x="439278" y="126978"/>
                </a:lnTo>
                <a:cubicBezTo>
                  <a:pt x="452518" y="113452"/>
                  <a:pt x="459090" y="94878"/>
                  <a:pt x="457280" y="75924"/>
                </a:cubicBezTo>
                <a:close/>
                <a:moveTo>
                  <a:pt x="44276" y="376533"/>
                </a:moveTo>
                <a:lnTo>
                  <a:pt x="53039" y="338623"/>
                </a:lnTo>
                <a:cubicBezTo>
                  <a:pt x="53135" y="338337"/>
                  <a:pt x="53230" y="338052"/>
                  <a:pt x="53325" y="337766"/>
                </a:cubicBezTo>
                <a:cubicBezTo>
                  <a:pt x="86948" y="344910"/>
                  <a:pt x="112856" y="370913"/>
                  <a:pt x="119810" y="404536"/>
                </a:cubicBezTo>
                <a:cubicBezTo>
                  <a:pt x="119714" y="404536"/>
                  <a:pt x="119619" y="404631"/>
                  <a:pt x="119524" y="404631"/>
                </a:cubicBezTo>
                <a:lnTo>
                  <a:pt x="32846" y="424729"/>
                </a:lnTo>
                <a:lnTo>
                  <a:pt x="37323" y="405203"/>
                </a:lnTo>
                <a:lnTo>
                  <a:pt x="37418" y="405298"/>
                </a:lnTo>
                <a:lnTo>
                  <a:pt x="44276" y="376533"/>
                </a:lnTo>
                <a:lnTo>
                  <a:pt x="44276" y="376533"/>
                </a:lnTo>
                <a:close/>
                <a:moveTo>
                  <a:pt x="346314" y="180127"/>
                </a:moveTo>
                <a:lnTo>
                  <a:pt x="143146" y="383391"/>
                </a:lnTo>
                <a:cubicBezTo>
                  <a:pt x="141622" y="379104"/>
                  <a:pt x="139812" y="374913"/>
                  <a:pt x="137717" y="370818"/>
                </a:cubicBezTo>
                <a:cubicBezTo>
                  <a:pt x="132859" y="361102"/>
                  <a:pt x="125810" y="351768"/>
                  <a:pt x="116285" y="342243"/>
                </a:cubicBezTo>
                <a:lnTo>
                  <a:pt x="115523" y="341481"/>
                </a:lnTo>
                <a:cubicBezTo>
                  <a:pt x="105998" y="331956"/>
                  <a:pt x="96569" y="324907"/>
                  <a:pt x="86853" y="320049"/>
                </a:cubicBezTo>
                <a:cubicBezTo>
                  <a:pt x="82853" y="318049"/>
                  <a:pt x="78662" y="316239"/>
                  <a:pt x="74375" y="314620"/>
                </a:cubicBezTo>
                <a:lnTo>
                  <a:pt x="277544" y="111357"/>
                </a:lnTo>
                <a:cubicBezTo>
                  <a:pt x="293736" y="114595"/>
                  <a:pt x="308405" y="122501"/>
                  <a:pt x="320025" y="134217"/>
                </a:cubicBezTo>
                <a:lnTo>
                  <a:pt x="322311" y="136503"/>
                </a:lnTo>
                <a:cubicBezTo>
                  <a:pt x="332122" y="146409"/>
                  <a:pt x="339170" y="156981"/>
                  <a:pt x="343076" y="168126"/>
                </a:cubicBezTo>
                <a:cubicBezTo>
                  <a:pt x="344314" y="172031"/>
                  <a:pt x="345457" y="176031"/>
                  <a:pt x="346314" y="180127"/>
                </a:cubicBezTo>
                <a:close/>
                <a:moveTo>
                  <a:pt x="386510" y="139932"/>
                </a:moveTo>
                <a:lnTo>
                  <a:pt x="368984" y="157458"/>
                </a:lnTo>
                <a:cubicBezTo>
                  <a:pt x="357173" y="125358"/>
                  <a:pt x="332312" y="100498"/>
                  <a:pt x="300213" y="88687"/>
                </a:cubicBezTo>
                <a:lnTo>
                  <a:pt x="317739" y="71161"/>
                </a:lnTo>
                <a:cubicBezTo>
                  <a:pt x="352601" y="78210"/>
                  <a:pt x="379461" y="105070"/>
                  <a:pt x="386510" y="139932"/>
                </a:cubicBezTo>
                <a:close/>
              </a:path>
            </a:pathLst>
          </a:custGeom>
          <a:solidFill>
            <a:schemeClr val="bg1"/>
          </a:solidFill>
          <a:ln w="9525" cap="flat">
            <a:noFill/>
            <a:prstDash val="solid"/>
            <a:miter/>
          </a:ln>
        </p:spPr>
        <p:txBody>
          <a:bodyPr rtlCol="0" anchor="ctr"/>
          <a:lstStyle/>
          <a:p>
            <a:endParaRPr lang="en-US"/>
          </a:p>
        </p:txBody>
      </p:sp>
      <p:sp>
        <p:nvSpPr>
          <p:cNvPr id="105" name="Grafik 69">
            <a:extLst>
              <a:ext uri="{FF2B5EF4-FFF2-40B4-BE49-F238E27FC236}">
                <a16:creationId xmlns:a16="http://schemas.microsoft.com/office/drawing/2014/main" id="{C50B6F82-148C-4F09-BCFD-F39A895A4B91}"/>
              </a:ext>
            </a:extLst>
          </p:cNvPr>
          <p:cNvSpPr/>
          <p:nvPr/>
        </p:nvSpPr>
        <p:spPr bwMode="gray">
          <a:xfrm>
            <a:off x="4988787" y="3828236"/>
            <a:ext cx="437673" cy="458533"/>
          </a:xfrm>
          <a:custGeom>
            <a:avLst/>
            <a:gdLst>
              <a:gd name="connsiteX0" fmla="*/ 219075 w 437673"/>
              <a:gd name="connsiteY0" fmla="*/ 0 h 458533"/>
              <a:gd name="connsiteX1" fmla="*/ 0 w 437673"/>
              <a:gd name="connsiteY1" fmla="*/ 214789 h 458533"/>
              <a:gd name="connsiteX2" fmla="*/ 33052 w 437673"/>
              <a:gd name="connsiteY2" fmla="*/ 328422 h 458533"/>
              <a:gd name="connsiteX3" fmla="*/ 0 w 437673"/>
              <a:gd name="connsiteY3" fmla="*/ 458534 h 458533"/>
              <a:gd name="connsiteX4" fmla="*/ 118205 w 437673"/>
              <a:gd name="connsiteY4" fmla="*/ 405670 h 458533"/>
              <a:gd name="connsiteX5" fmla="*/ 219075 w 437673"/>
              <a:gd name="connsiteY5" fmla="*/ 430054 h 458533"/>
              <a:gd name="connsiteX6" fmla="*/ 437674 w 437673"/>
              <a:gd name="connsiteY6" fmla="*/ 214789 h 458533"/>
              <a:gd name="connsiteX7" fmla="*/ 219075 w 437673"/>
              <a:gd name="connsiteY7" fmla="*/ 0 h 458533"/>
              <a:gd name="connsiteX8" fmla="*/ 329756 w 437673"/>
              <a:gd name="connsiteY8" fmla="*/ 286703 h 458533"/>
              <a:gd name="connsiteX9" fmla="*/ 291370 w 437673"/>
              <a:gd name="connsiteY9" fmla="*/ 317183 h 458533"/>
              <a:gd name="connsiteX10" fmla="*/ 175641 w 437673"/>
              <a:gd name="connsiteY10" fmla="*/ 268891 h 458533"/>
              <a:gd name="connsiteX11" fmla="*/ 116491 w 437673"/>
              <a:gd name="connsiteY11" fmla="*/ 160115 h 458533"/>
              <a:gd name="connsiteX12" fmla="*/ 143732 w 437673"/>
              <a:gd name="connsiteY12" fmla="*/ 119444 h 458533"/>
              <a:gd name="connsiteX13" fmla="*/ 157734 w 437673"/>
              <a:gd name="connsiteY13" fmla="*/ 118586 h 458533"/>
              <a:gd name="connsiteX14" fmla="*/ 170117 w 437673"/>
              <a:gd name="connsiteY14" fmla="*/ 122587 h 458533"/>
              <a:gd name="connsiteX15" fmla="*/ 188690 w 437673"/>
              <a:gd name="connsiteY15" fmla="*/ 170117 h 458533"/>
              <a:gd name="connsiteX16" fmla="*/ 183261 w 437673"/>
              <a:gd name="connsiteY16" fmla="*/ 182309 h 458533"/>
              <a:gd name="connsiteX17" fmla="*/ 172117 w 437673"/>
              <a:gd name="connsiteY17" fmla="*/ 195263 h 458533"/>
              <a:gd name="connsiteX18" fmla="*/ 172117 w 437673"/>
              <a:gd name="connsiteY18" fmla="*/ 204216 h 458533"/>
              <a:gd name="connsiteX19" fmla="*/ 201073 w 437673"/>
              <a:gd name="connsiteY19" fmla="*/ 241173 h 458533"/>
              <a:gd name="connsiteX20" fmla="*/ 241173 w 437673"/>
              <a:gd name="connsiteY20" fmla="*/ 266795 h 458533"/>
              <a:gd name="connsiteX21" fmla="*/ 250698 w 437673"/>
              <a:gd name="connsiteY21" fmla="*/ 268034 h 458533"/>
              <a:gd name="connsiteX22" fmla="*/ 258985 w 437673"/>
              <a:gd name="connsiteY22" fmla="*/ 261556 h 458533"/>
              <a:gd name="connsiteX23" fmla="*/ 270986 w 437673"/>
              <a:gd name="connsiteY23" fmla="*/ 246507 h 458533"/>
              <a:gd name="connsiteX24" fmla="*/ 282131 w 437673"/>
              <a:gd name="connsiteY24" fmla="*/ 242506 h 458533"/>
              <a:gd name="connsiteX25" fmla="*/ 324231 w 437673"/>
              <a:gd name="connsiteY25" fmla="*/ 261652 h 458533"/>
              <a:gd name="connsiteX26" fmla="*/ 329184 w 437673"/>
              <a:gd name="connsiteY26" fmla="*/ 272987 h 458533"/>
              <a:gd name="connsiteX27" fmla="*/ 329756 w 437673"/>
              <a:gd name="connsiteY27" fmla="*/ 286703 h 45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673" h="458533">
                <a:moveTo>
                  <a:pt x="219075" y="0"/>
                </a:moveTo>
                <a:cubicBezTo>
                  <a:pt x="97917" y="0"/>
                  <a:pt x="0" y="96203"/>
                  <a:pt x="0" y="214789"/>
                </a:cubicBezTo>
                <a:cubicBezTo>
                  <a:pt x="0" y="256604"/>
                  <a:pt x="12383" y="295561"/>
                  <a:pt x="33052" y="328422"/>
                </a:cubicBezTo>
                <a:lnTo>
                  <a:pt x="0" y="458534"/>
                </a:lnTo>
                <a:lnTo>
                  <a:pt x="118205" y="405670"/>
                </a:lnTo>
                <a:cubicBezTo>
                  <a:pt x="148304" y="421100"/>
                  <a:pt x="182594" y="430054"/>
                  <a:pt x="219075" y="430054"/>
                </a:cubicBezTo>
                <a:cubicBezTo>
                  <a:pt x="339757" y="430054"/>
                  <a:pt x="437674" y="333756"/>
                  <a:pt x="437674" y="214789"/>
                </a:cubicBezTo>
                <a:cubicBezTo>
                  <a:pt x="437579" y="96203"/>
                  <a:pt x="339757" y="0"/>
                  <a:pt x="219075" y="0"/>
                </a:cubicBezTo>
                <a:close/>
                <a:moveTo>
                  <a:pt x="329756" y="286703"/>
                </a:moveTo>
                <a:cubicBezTo>
                  <a:pt x="328041" y="295180"/>
                  <a:pt x="307467" y="313563"/>
                  <a:pt x="291370" y="317183"/>
                </a:cubicBezTo>
                <a:cubicBezTo>
                  <a:pt x="256699" y="324898"/>
                  <a:pt x="207550" y="297656"/>
                  <a:pt x="175641" y="268891"/>
                </a:cubicBezTo>
                <a:cubicBezTo>
                  <a:pt x="143828" y="240411"/>
                  <a:pt x="111919" y="194596"/>
                  <a:pt x="116491" y="160115"/>
                </a:cubicBezTo>
                <a:cubicBezTo>
                  <a:pt x="118586" y="144304"/>
                  <a:pt x="135446" y="122301"/>
                  <a:pt x="143732" y="119444"/>
                </a:cubicBezTo>
                <a:cubicBezTo>
                  <a:pt x="147447" y="118586"/>
                  <a:pt x="152876" y="118586"/>
                  <a:pt x="157734" y="118586"/>
                </a:cubicBezTo>
                <a:cubicBezTo>
                  <a:pt x="163544" y="118967"/>
                  <a:pt x="168497" y="119444"/>
                  <a:pt x="170117" y="122587"/>
                </a:cubicBezTo>
                <a:lnTo>
                  <a:pt x="188690" y="170117"/>
                </a:lnTo>
                <a:cubicBezTo>
                  <a:pt x="189833" y="173736"/>
                  <a:pt x="186976" y="177832"/>
                  <a:pt x="183261" y="182309"/>
                </a:cubicBezTo>
                <a:cubicBezTo>
                  <a:pt x="177832" y="188405"/>
                  <a:pt x="177070" y="188786"/>
                  <a:pt x="172117" y="195263"/>
                </a:cubicBezTo>
                <a:cubicBezTo>
                  <a:pt x="169640" y="198406"/>
                  <a:pt x="171260" y="202597"/>
                  <a:pt x="172117" y="204216"/>
                </a:cubicBezTo>
                <a:cubicBezTo>
                  <a:pt x="177546" y="216884"/>
                  <a:pt x="189929" y="231077"/>
                  <a:pt x="201073" y="241173"/>
                </a:cubicBezTo>
                <a:cubicBezTo>
                  <a:pt x="212598" y="251365"/>
                  <a:pt x="227933" y="262319"/>
                  <a:pt x="241173" y="266795"/>
                </a:cubicBezTo>
                <a:cubicBezTo>
                  <a:pt x="242030" y="266795"/>
                  <a:pt x="246888" y="268796"/>
                  <a:pt x="250698" y="268034"/>
                </a:cubicBezTo>
                <a:cubicBezTo>
                  <a:pt x="254032" y="267653"/>
                  <a:pt x="256032" y="265271"/>
                  <a:pt x="258985" y="261556"/>
                </a:cubicBezTo>
                <a:cubicBezTo>
                  <a:pt x="264414" y="255080"/>
                  <a:pt x="266414" y="252603"/>
                  <a:pt x="270986" y="246507"/>
                </a:cubicBezTo>
                <a:cubicBezTo>
                  <a:pt x="274701" y="242030"/>
                  <a:pt x="278416" y="240316"/>
                  <a:pt x="282131" y="242506"/>
                </a:cubicBezTo>
                <a:lnTo>
                  <a:pt x="324231" y="261652"/>
                </a:lnTo>
                <a:cubicBezTo>
                  <a:pt x="327565" y="263271"/>
                  <a:pt x="328803" y="267367"/>
                  <a:pt x="329184" y="272987"/>
                </a:cubicBezTo>
                <a:cubicBezTo>
                  <a:pt x="330137" y="277749"/>
                  <a:pt x="330613" y="283083"/>
                  <a:pt x="329756" y="286703"/>
                </a:cubicBezTo>
                <a:close/>
              </a:path>
            </a:pathLst>
          </a:custGeom>
          <a:solidFill>
            <a:schemeClr val="bg1"/>
          </a:solidFill>
          <a:ln w="9525" cap="flat">
            <a:noFill/>
            <a:prstDash val="solid"/>
            <a:miter/>
          </a:ln>
        </p:spPr>
        <p:txBody>
          <a:bodyPr rtlCol="0" anchor="ctr"/>
          <a:lstStyle/>
          <a:p>
            <a:endParaRPr lang="en-US"/>
          </a:p>
        </p:txBody>
      </p:sp>
      <p:sp>
        <p:nvSpPr>
          <p:cNvPr id="107" name="Grafik 77">
            <a:extLst>
              <a:ext uri="{FF2B5EF4-FFF2-40B4-BE49-F238E27FC236}">
                <a16:creationId xmlns:a16="http://schemas.microsoft.com/office/drawing/2014/main" id="{5D9C9A07-0D81-4127-93A6-B10981807EA1}"/>
              </a:ext>
            </a:extLst>
          </p:cNvPr>
          <p:cNvSpPr/>
          <p:nvPr/>
        </p:nvSpPr>
        <p:spPr bwMode="gray">
          <a:xfrm>
            <a:off x="9278457" y="3785533"/>
            <a:ext cx="457973" cy="458057"/>
          </a:xfrm>
          <a:custGeom>
            <a:avLst/>
            <a:gdLst>
              <a:gd name="connsiteX0" fmla="*/ 207074 w 457973"/>
              <a:gd name="connsiteY0" fmla="*/ 98012 h 458057"/>
              <a:gd name="connsiteX1" fmla="*/ 207169 w 457973"/>
              <a:gd name="connsiteY1" fmla="*/ 116967 h 458057"/>
              <a:gd name="connsiteX2" fmla="*/ 197453 w 457973"/>
              <a:gd name="connsiteY2" fmla="*/ 121634 h 458057"/>
              <a:gd name="connsiteX3" fmla="*/ 187262 w 457973"/>
              <a:gd name="connsiteY3" fmla="*/ 118015 h 458057"/>
              <a:gd name="connsiteX4" fmla="*/ 97727 w 457973"/>
              <a:gd name="connsiteY4" fmla="*/ 28575 h 458057"/>
              <a:gd name="connsiteX5" fmla="*/ 28480 w 457973"/>
              <a:gd name="connsiteY5" fmla="*/ 97822 h 458057"/>
              <a:gd name="connsiteX6" fmla="*/ 47625 w 457973"/>
              <a:gd name="connsiteY6" fmla="*/ 116967 h 458057"/>
              <a:gd name="connsiteX7" fmla="*/ 70771 w 457973"/>
              <a:gd name="connsiteY7" fmla="*/ 93821 h 458057"/>
              <a:gd name="connsiteX8" fmla="*/ 90773 w 457973"/>
              <a:gd name="connsiteY8" fmla="*/ 93821 h 458057"/>
              <a:gd name="connsiteX9" fmla="*/ 90773 w 457973"/>
              <a:gd name="connsiteY9" fmla="*/ 113824 h 458057"/>
              <a:gd name="connsiteX10" fmla="*/ 67532 w 457973"/>
              <a:gd name="connsiteY10" fmla="*/ 136970 h 458057"/>
              <a:gd name="connsiteX11" fmla="*/ 83153 w 457973"/>
              <a:gd name="connsiteY11" fmla="*/ 152591 h 458057"/>
              <a:gd name="connsiteX12" fmla="*/ 106299 w 457973"/>
              <a:gd name="connsiteY12" fmla="*/ 129445 h 458057"/>
              <a:gd name="connsiteX13" fmla="*/ 126302 w 457973"/>
              <a:gd name="connsiteY13" fmla="*/ 129445 h 458057"/>
              <a:gd name="connsiteX14" fmla="*/ 130493 w 457973"/>
              <a:gd name="connsiteY14" fmla="*/ 139446 h 458057"/>
              <a:gd name="connsiteX15" fmla="*/ 126302 w 457973"/>
              <a:gd name="connsiteY15" fmla="*/ 149447 h 458057"/>
              <a:gd name="connsiteX16" fmla="*/ 103156 w 457973"/>
              <a:gd name="connsiteY16" fmla="*/ 172593 h 458057"/>
              <a:gd name="connsiteX17" fmla="*/ 117824 w 457973"/>
              <a:gd name="connsiteY17" fmla="*/ 187262 h 458057"/>
              <a:gd name="connsiteX18" fmla="*/ 122015 w 457973"/>
              <a:gd name="connsiteY18" fmla="*/ 197263 h 458057"/>
              <a:gd name="connsiteX19" fmla="*/ 107918 w 457973"/>
              <a:gd name="connsiteY19" fmla="*/ 211360 h 458057"/>
              <a:gd name="connsiteX20" fmla="*/ 107918 w 457973"/>
              <a:gd name="connsiteY20" fmla="*/ 211360 h 458057"/>
              <a:gd name="connsiteX21" fmla="*/ 107918 w 457973"/>
              <a:gd name="connsiteY21" fmla="*/ 211360 h 458057"/>
              <a:gd name="connsiteX22" fmla="*/ 98012 w 457973"/>
              <a:gd name="connsiteY22" fmla="*/ 207169 h 458057"/>
              <a:gd name="connsiteX23" fmla="*/ 8001 w 457973"/>
              <a:gd name="connsiteY23" fmla="*/ 117253 h 458057"/>
              <a:gd name="connsiteX24" fmla="*/ 8001 w 457973"/>
              <a:gd name="connsiteY24" fmla="*/ 78581 h 458057"/>
              <a:gd name="connsiteX25" fmla="*/ 78581 w 457973"/>
              <a:gd name="connsiteY25" fmla="*/ 8001 h 458057"/>
              <a:gd name="connsiteX26" fmla="*/ 117253 w 457973"/>
              <a:gd name="connsiteY26" fmla="*/ 8001 h 458057"/>
              <a:gd name="connsiteX27" fmla="*/ 207074 w 457973"/>
              <a:gd name="connsiteY27" fmla="*/ 98012 h 458057"/>
              <a:gd name="connsiteX28" fmla="*/ 449961 w 457973"/>
              <a:gd name="connsiteY28" fmla="*/ 340805 h 458057"/>
              <a:gd name="connsiteX29" fmla="*/ 359950 w 457973"/>
              <a:gd name="connsiteY29" fmla="*/ 250889 h 458057"/>
              <a:gd name="connsiteX30" fmla="*/ 339947 w 457973"/>
              <a:gd name="connsiteY30" fmla="*/ 250889 h 458057"/>
              <a:gd name="connsiteX31" fmla="*/ 335756 w 457973"/>
              <a:gd name="connsiteY31" fmla="*/ 260890 h 458057"/>
              <a:gd name="connsiteX32" fmla="*/ 339947 w 457973"/>
              <a:gd name="connsiteY32" fmla="*/ 270891 h 458057"/>
              <a:gd name="connsiteX33" fmla="*/ 429387 w 457973"/>
              <a:gd name="connsiteY33" fmla="*/ 360236 h 458057"/>
              <a:gd name="connsiteX34" fmla="*/ 360140 w 457973"/>
              <a:gd name="connsiteY34" fmla="*/ 429482 h 458057"/>
              <a:gd name="connsiteX35" fmla="*/ 340995 w 457973"/>
              <a:gd name="connsiteY35" fmla="*/ 410337 h 458057"/>
              <a:gd name="connsiteX36" fmla="*/ 364141 w 457973"/>
              <a:gd name="connsiteY36" fmla="*/ 387191 h 458057"/>
              <a:gd name="connsiteX37" fmla="*/ 364141 w 457973"/>
              <a:gd name="connsiteY37" fmla="*/ 367189 h 458057"/>
              <a:gd name="connsiteX38" fmla="*/ 344138 w 457973"/>
              <a:gd name="connsiteY38" fmla="*/ 367189 h 458057"/>
              <a:gd name="connsiteX39" fmla="*/ 320993 w 457973"/>
              <a:gd name="connsiteY39" fmla="*/ 390335 h 458057"/>
              <a:gd name="connsiteX40" fmla="*/ 305372 w 457973"/>
              <a:gd name="connsiteY40" fmla="*/ 374714 h 458057"/>
              <a:gd name="connsiteX41" fmla="*/ 328517 w 457973"/>
              <a:gd name="connsiteY41" fmla="*/ 351568 h 458057"/>
              <a:gd name="connsiteX42" fmla="*/ 328517 w 457973"/>
              <a:gd name="connsiteY42" fmla="*/ 331565 h 458057"/>
              <a:gd name="connsiteX43" fmla="*/ 308515 w 457973"/>
              <a:gd name="connsiteY43" fmla="*/ 331565 h 458057"/>
              <a:gd name="connsiteX44" fmla="*/ 285369 w 457973"/>
              <a:gd name="connsiteY44" fmla="*/ 354711 h 458057"/>
              <a:gd name="connsiteX45" fmla="*/ 270701 w 457973"/>
              <a:gd name="connsiteY45" fmla="*/ 340043 h 458057"/>
              <a:gd name="connsiteX46" fmla="*/ 260509 w 457973"/>
              <a:gd name="connsiteY46" fmla="*/ 336423 h 458057"/>
              <a:gd name="connsiteX47" fmla="*/ 250793 w 457973"/>
              <a:gd name="connsiteY47" fmla="*/ 341090 h 458057"/>
              <a:gd name="connsiteX48" fmla="*/ 250889 w 457973"/>
              <a:gd name="connsiteY48" fmla="*/ 360045 h 458057"/>
              <a:gd name="connsiteX49" fmla="*/ 340805 w 457973"/>
              <a:gd name="connsiteY49" fmla="*/ 450056 h 458057"/>
              <a:gd name="connsiteX50" fmla="*/ 360140 w 457973"/>
              <a:gd name="connsiteY50" fmla="*/ 458057 h 458057"/>
              <a:gd name="connsiteX51" fmla="*/ 379476 w 457973"/>
              <a:gd name="connsiteY51" fmla="*/ 450056 h 458057"/>
              <a:gd name="connsiteX52" fmla="*/ 450056 w 457973"/>
              <a:gd name="connsiteY52" fmla="*/ 379476 h 458057"/>
              <a:gd name="connsiteX53" fmla="*/ 449961 w 457973"/>
              <a:gd name="connsiteY53" fmla="*/ 340805 h 458057"/>
              <a:gd name="connsiteX54" fmla="*/ 456057 w 457973"/>
              <a:gd name="connsiteY54" fmla="*/ 77438 h 458057"/>
              <a:gd name="connsiteX55" fmla="*/ 432054 w 457973"/>
              <a:gd name="connsiteY55" fmla="*/ 26289 h 458057"/>
              <a:gd name="connsiteX56" fmla="*/ 380905 w 457973"/>
              <a:gd name="connsiteY56" fmla="*/ 2286 h 458057"/>
              <a:gd name="connsiteX57" fmla="*/ 330136 w 457973"/>
              <a:gd name="connsiteY57" fmla="*/ 20193 h 458057"/>
              <a:gd name="connsiteX58" fmla="*/ 37433 w 457973"/>
              <a:gd name="connsiteY58" fmla="*/ 312801 h 458057"/>
              <a:gd name="connsiteX59" fmla="*/ 27051 w 457973"/>
              <a:gd name="connsiteY59" fmla="*/ 332042 h 458057"/>
              <a:gd name="connsiteX60" fmla="*/ 1905 w 457973"/>
              <a:gd name="connsiteY60" fmla="*/ 439484 h 458057"/>
              <a:gd name="connsiteX61" fmla="*/ 3715 w 457973"/>
              <a:gd name="connsiteY61" fmla="*/ 450056 h 458057"/>
              <a:gd name="connsiteX62" fmla="*/ 12382 w 457973"/>
              <a:gd name="connsiteY62" fmla="*/ 456248 h 458057"/>
              <a:gd name="connsiteX63" fmla="*/ 15621 w 457973"/>
              <a:gd name="connsiteY63" fmla="*/ 456629 h 458057"/>
              <a:gd name="connsiteX64" fmla="*/ 18669 w 457973"/>
              <a:gd name="connsiteY64" fmla="*/ 456248 h 458057"/>
              <a:gd name="connsiteX65" fmla="*/ 126111 w 457973"/>
              <a:gd name="connsiteY65" fmla="*/ 431101 h 458057"/>
              <a:gd name="connsiteX66" fmla="*/ 145352 w 457973"/>
              <a:gd name="connsiteY66" fmla="*/ 420624 h 458057"/>
              <a:gd name="connsiteX67" fmla="*/ 438150 w 457973"/>
              <a:gd name="connsiteY67" fmla="*/ 128207 h 458057"/>
              <a:gd name="connsiteX68" fmla="*/ 456057 w 457973"/>
              <a:gd name="connsiteY68" fmla="*/ 77438 h 458057"/>
              <a:gd name="connsiteX69" fmla="*/ 45625 w 457973"/>
              <a:gd name="connsiteY69" fmla="*/ 376238 h 458057"/>
              <a:gd name="connsiteX70" fmla="*/ 54388 w 457973"/>
              <a:gd name="connsiteY70" fmla="*/ 338519 h 458057"/>
              <a:gd name="connsiteX71" fmla="*/ 54674 w 457973"/>
              <a:gd name="connsiteY71" fmla="*/ 337661 h 458057"/>
              <a:gd name="connsiteX72" fmla="*/ 120777 w 457973"/>
              <a:gd name="connsiteY72" fmla="*/ 403955 h 458057"/>
              <a:gd name="connsiteX73" fmla="*/ 120491 w 457973"/>
              <a:gd name="connsiteY73" fmla="*/ 404050 h 458057"/>
              <a:gd name="connsiteX74" fmla="*/ 34385 w 457973"/>
              <a:gd name="connsiteY74" fmla="*/ 423958 h 458057"/>
              <a:gd name="connsiteX75" fmla="*/ 38862 w 457973"/>
              <a:gd name="connsiteY75" fmla="*/ 404622 h 458057"/>
              <a:gd name="connsiteX76" fmla="*/ 38957 w 457973"/>
              <a:gd name="connsiteY76" fmla="*/ 404717 h 458057"/>
              <a:gd name="connsiteX77" fmla="*/ 45625 w 457973"/>
              <a:gd name="connsiteY77" fmla="*/ 376238 h 458057"/>
              <a:gd name="connsiteX78" fmla="*/ 45625 w 457973"/>
              <a:gd name="connsiteY78" fmla="*/ 376238 h 458057"/>
              <a:gd name="connsiteX79" fmla="*/ 345758 w 457973"/>
              <a:gd name="connsiteY79" fmla="*/ 181070 h 458057"/>
              <a:gd name="connsiteX80" fmla="*/ 143732 w 457973"/>
              <a:gd name="connsiteY80" fmla="*/ 383000 h 458057"/>
              <a:gd name="connsiteX81" fmla="*/ 138303 w 457973"/>
              <a:gd name="connsiteY81" fmla="*/ 370523 h 458057"/>
              <a:gd name="connsiteX82" fmla="*/ 116967 w 457973"/>
              <a:gd name="connsiteY82" fmla="*/ 342138 h 458057"/>
              <a:gd name="connsiteX83" fmla="*/ 116205 w 457973"/>
              <a:gd name="connsiteY83" fmla="*/ 341376 h 458057"/>
              <a:gd name="connsiteX84" fmla="*/ 87725 w 457973"/>
              <a:gd name="connsiteY84" fmla="*/ 320040 h 458057"/>
              <a:gd name="connsiteX85" fmla="*/ 75248 w 457973"/>
              <a:gd name="connsiteY85" fmla="*/ 314706 h 458057"/>
              <a:gd name="connsiteX86" fmla="*/ 277178 w 457973"/>
              <a:gd name="connsiteY86" fmla="*/ 112681 h 458057"/>
              <a:gd name="connsiteX87" fmla="*/ 319373 w 457973"/>
              <a:gd name="connsiteY87" fmla="*/ 135446 h 458057"/>
              <a:gd name="connsiteX88" fmla="*/ 321659 w 457973"/>
              <a:gd name="connsiteY88" fmla="*/ 137732 h 458057"/>
              <a:gd name="connsiteX89" fmla="*/ 342329 w 457973"/>
              <a:gd name="connsiteY89" fmla="*/ 169164 h 458057"/>
              <a:gd name="connsiteX90" fmla="*/ 345758 w 457973"/>
              <a:gd name="connsiteY90" fmla="*/ 181070 h 458057"/>
              <a:gd name="connsiteX91" fmla="*/ 385762 w 457973"/>
              <a:gd name="connsiteY91" fmla="*/ 141065 h 458057"/>
              <a:gd name="connsiteX92" fmla="*/ 368332 w 457973"/>
              <a:gd name="connsiteY92" fmla="*/ 158496 h 458057"/>
              <a:gd name="connsiteX93" fmla="*/ 299942 w 457973"/>
              <a:gd name="connsiteY93" fmla="*/ 90107 h 458057"/>
              <a:gd name="connsiteX94" fmla="*/ 317373 w 457973"/>
              <a:gd name="connsiteY94" fmla="*/ 72676 h 458057"/>
              <a:gd name="connsiteX95" fmla="*/ 385762 w 457973"/>
              <a:gd name="connsiteY95" fmla="*/ 141065 h 45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57973" h="458057">
                <a:moveTo>
                  <a:pt x="207074" y="98012"/>
                </a:moveTo>
                <a:cubicBezTo>
                  <a:pt x="211931" y="103442"/>
                  <a:pt x="211931" y="111538"/>
                  <a:pt x="207169" y="116967"/>
                </a:cubicBezTo>
                <a:cubicBezTo>
                  <a:pt x="204692" y="119729"/>
                  <a:pt x="201168" y="121444"/>
                  <a:pt x="197453" y="121634"/>
                </a:cubicBezTo>
                <a:cubicBezTo>
                  <a:pt x="193643" y="121825"/>
                  <a:pt x="190024" y="120587"/>
                  <a:pt x="187262" y="118015"/>
                </a:cubicBezTo>
                <a:lnTo>
                  <a:pt x="97727" y="28575"/>
                </a:lnTo>
                <a:lnTo>
                  <a:pt x="28480" y="97822"/>
                </a:lnTo>
                <a:lnTo>
                  <a:pt x="47625" y="116967"/>
                </a:lnTo>
                <a:lnTo>
                  <a:pt x="70771" y="93821"/>
                </a:lnTo>
                <a:cubicBezTo>
                  <a:pt x="76105" y="88487"/>
                  <a:pt x="85439" y="88487"/>
                  <a:pt x="90773" y="93821"/>
                </a:cubicBezTo>
                <a:cubicBezTo>
                  <a:pt x="96298" y="99346"/>
                  <a:pt x="96298" y="108299"/>
                  <a:pt x="90773" y="113824"/>
                </a:cubicBezTo>
                <a:lnTo>
                  <a:pt x="67532" y="136970"/>
                </a:lnTo>
                <a:lnTo>
                  <a:pt x="83153" y="152591"/>
                </a:lnTo>
                <a:lnTo>
                  <a:pt x="106299" y="129445"/>
                </a:lnTo>
                <a:cubicBezTo>
                  <a:pt x="111824" y="123920"/>
                  <a:pt x="120777" y="123920"/>
                  <a:pt x="126302" y="129445"/>
                </a:cubicBezTo>
                <a:cubicBezTo>
                  <a:pt x="128969" y="132112"/>
                  <a:pt x="130493" y="135636"/>
                  <a:pt x="130493" y="139446"/>
                </a:cubicBezTo>
                <a:cubicBezTo>
                  <a:pt x="130493" y="143256"/>
                  <a:pt x="128969" y="146780"/>
                  <a:pt x="126302" y="149447"/>
                </a:cubicBezTo>
                <a:lnTo>
                  <a:pt x="103156" y="172593"/>
                </a:lnTo>
                <a:lnTo>
                  <a:pt x="117824" y="187262"/>
                </a:lnTo>
                <a:cubicBezTo>
                  <a:pt x="120491" y="189929"/>
                  <a:pt x="122015" y="193548"/>
                  <a:pt x="122015" y="197263"/>
                </a:cubicBezTo>
                <a:cubicBezTo>
                  <a:pt x="122015" y="205073"/>
                  <a:pt x="115634" y="211360"/>
                  <a:pt x="107918" y="211360"/>
                </a:cubicBezTo>
                <a:cubicBezTo>
                  <a:pt x="107918" y="211360"/>
                  <a:pt x="107918" y="211360"/>
                  <a:pt x="107918" y="211360"/>
                </a:cubicBezTo>
                <a:lnTo>
                  <a:pt x="107918" y="211360"/>
                </a:lnTo>
                <a:cubicBezTo>
                  <a:pt x="104108" y="211360"/>
                  <a:pt x="100584" y="209836"/>
                  <a:pt x="98012" y="207169"/>
                </a:cubicBezTo>
                <a:lnTo>
                  <a:pt x="8001" y="117253"/>
                </a:lnTo>
                <a:cubicBezTo>
                  <a:pt x="-2667" y="106585"/>
                  <a:pt x="-2667" y="89249"/>
                  <a:pt x="8001" y="78581"/>
                </a:cubicBezTo>
                <a:lnTo>
                  <a:pt x="78581" y="8001"/>
                </a:lnTo>
                <a:cubicBezTo>
                  <a:pt x="89249" y="-2667"/>
                  <a:pt x="106585" y="-2667"/>
                  <a:pt x="117253" y="8001"/>
                </a:cubicBezTo>
                <a:lnTo>
                  <a:pt x="207074" y="98012"/>
                </a:lnTo>
                <a:close/>
                <a:moveTo>
                  <a:pt x="449961" y="340805"/>
                </a:moveTo>
                <a:lnTo>
                  <a:pt x="359950" y="250889"/>
                </a:lnTo>
                <a:cubicBezTo>
                  <a:pt x="354425" y="245364"/>
                  <a:pt x="345472" y="245364"/>
                  <a:pt x="339947" y="250889"/>
                </a:cubicBezTo>
                <a:cubicBezTo>
                  <a:pt x="337280" y="253556"/>
                  <a:pt x="335756" y="257080"/>
                  <a:pt x="335756" y="260890"/>
                </a:cubicBezTo>
                <a:cubicBezTo>
                  <a:pt x="335756" y="264700"/>
                  <a:pt x="337280" y="268224"/>
                  <a:pt x="339947" y="270891"/>
                </a:cubicBezTo>
                <a:lnTo>
                  <a:pt x="429387" y="360236"/>
                </a:lnTo>
                <a:lnTo>
                  <a:pt x="360140" y="429482"/>
                </a:lnTo>
                <a:lnTo>
                  <a:pt x="340995" y="410337"/>
                </a:lnTo>
                <a:lnTo>
                  <a:pt x="364141" y="387191"/>
                </a:lnTo>
                <a:cubicBezTo>
                  <a:pt x="369665" y="381667"/>
                  <a:pt x="369665" y="372713"/>
                  <a:pt x="364141" y="367189"/>
                </a:cubicBezTo>
                <a:cubicBezTo>
                  <a:pt x="358616" y="361664"/>
                  <a:pt x="349663" y="361664"/>
                  <a:pt x="344138" y="367189"/>
                </a:cubicBezTo>
                <a:lnTo>
                  <a:pt x="320993" y="390335"/>
                </a:lnTo>
                <a:lnTo>
                  <a:pt x="305372" y="374714"/>
                </a:lnTo>
                <a:lnTo>
                  <a:pt x="328517" y="351568"/>
                </a:lnTo>
                <a:cubicBezTo>
                  <a:pt x="334042" y="346043"/>
                  <a:pt x="334042" y="337090"/>
                  <a:pt x="328517" y="331565"/>
                </a:cubicBezTo>
                <a:cubicBezTo>
                  <a:pt x="323183" y="326231"/>
                  <a:pt x="313849" y="326231"/>
                  <a:pt x="308515" y="331565"/>
                </a:cubicBezTo>
                <a:lnTo>
                  <a:pt x="285369" y="354711"/>
                </a:lnTo>
                <a:lnTo>
                  <a:pt x="270701" y="340043"/>
                </a:lnTo>
                <a:cubicBezTo>
                  <a:pt x="267843" y="337566"/>
                  <a:pt x="264224" y="336233"/>
                  <a:pt x="260509" y="336423"/>
                </a:cubicBezTo>
                <a:cubicBezTo>
                  <a:pt x="256699" y="336614"/>
                  <a:pt x="253270" y="338328"/>
                  <a:pt x="250793" y="341090"/>
                </a:cubicBezTo>
                <a:cubicBezTo>
                  <a:pt x="246031" y="346424"/>
                  <a:pt x="246031" y="354521"/>
                  <a:pt x="250889" y="360045"/>
                </a:cubicBezTo>
                <a:lnTo>
                  <a:pt x="340805" y="450056"/>
                </a:lnTo>
                <a:cubicBezTo>
                  <a:pt x="346139" y="455390"/>
                  <a:pt x="353092" y="458057"/>
                  <a:pt x="360140" y="458057"/>
                </a:cubicBezTo>
                <a:cubicBezTo>
                  <a:pt x="367189" y="458057"/>
                  <a:pt x="374142" y="455390"/>
                  <a:pt x="379476" y="450056"/>
                </a:cubicBezTo>
                <a:lnTo>
                  <a:pt x="450056" y="379476"/>
                </a:lnTo>
                <a:cubicBezTo>
                  <a:pt x="460629" y="368808"/>
                  <a:pt x="460629" y="351473"/>
                  <a:pt x="449961" y="340805"/>
                </a:cubicBezTo>
                <a:close/>
                <a:moveTo>
                  <a:pt x="456057" y="77438"/>
                </a:moveTo>
                <a:cubicBezTo>
                  <a:pt x="454438" y="58103"/>
                  <a:pt x="445865" y="39910"/>
                  <a:pt x="432054" y="26289"/>
                </a:cubicBezTo>
                <a:cubicBezTo>
                  <a:pt x="418433" y="12478"/>
                  <a:pt x="400241" y="3905"/>
                  <a:pt x="380905" y="2286"/>
                </a:cubicBezTo>
                <a:cubicBezTo>
                  <a:pt x="362141" y="476"/>
                  <a:pt x="343662" y="6953"/>
                  <a:pt x="330136" y="20193"/>
                </a:cubicBezTo>
                <a:lnTo>
                  <a:pt x="37433" y="312801"/>
                </a:lnTo>
                <a:cubicBezTo>
                  <a:pt x="32195" y="318135"/>
                  <a:pt x="28670" y="324803"/>
                  <a:pt x="27051" y="332042"/>
                </a:cubicBezTo>
                <a:lnTo>
                  <a:pt x="1905" y="439484"/>
                </a:lnTo>
                <a:cubicBezTo>
                  <a:pt x="1048" y="443103"/>
                  <a:pt x="1715" y="446913"/>
                  <a:pt x="3715" y="450056"/>
                </a:cubicBezTo>
                <a:cubicBezTo>
                  <a:pt x="5715" y="453200"/>
                  <a:pt x="8763" y="455390"/>
                  <a:pt x="12382" y="456248"/>
                </a:cubicBezTo>
                <a:cubicBezTo>
                  <a:pt x="13430" y="456533"/>
                  <a:pt x="14669" y="456629"/>
                  <a:pt x="15621" y="456629"/>
                </a:cubicBezTo>
                <a:cubicBezTo>
                  <a:pt x="16669" y="456629"/>
                  <a:pt x="17621" y="456533"/>
                  <a:pt x="18669" y="456248"/>
                </a:cubicBezTo>
                <a:lnTo>
                  <a:pt x="126111" y="431101"/>
                </a:lnTo>
                <a:cubicBezTo>
                  <a:pt x="133350" y="429482"/>
                  <a:pt x="140018" y="425863"/>
                  <a:pt x="145352" y="420624"/>
                </a:cubicBezTo>
                <a:lnTo>
                  <a:pt x="438150" y="128207"/>
                </a:lnTo>
                <a:cubicBezTo>
                  <a:pt x="451295" y="114776"/>
                  <a:pt x="457867" y="96203"/>
                  <a:pt x="456057" y="77438"/>
                </a:cubicBezTo>
                <a:close/>
                <a:moveTo>
                  <a:pt x="45625" y="376238"/>
                </a:moveTo>
                <a:lnTo>
                  <a:pt x="54388" y="338519"/>
                </a:lnTo>
                <a:cubicBezTo>
                  <a:pt x="54483" y="338233"/>
                  <a:pt x="54578" y="337947"/>
                  <a:pt x="54674" y="337661"/>
                </a:cubicBezTo>
                <a:cubicBezTo>
                  <a:pt x="88011" y="344710"/>
                  <a:pt x="113824" y="370618"/>
                  <a:pt x="120777" y="403955"/>
                </a:cubicBezTo>
                <a:cubicBezTo>
                  <a:pt x="120682" y="403955"/>
                  <a:pt x="120587" y="404050"/>
                  <a:pt x="120491" y="404050"/>
                </a:cubicBezTo>
                <a:lnTo>
                  <a:pt x="34385" y="423958"/>
                </a:lnTo>
                <a:lnTo>
                  <a:pt x="38862" y="404622"/>
                </a:lnTo>
                <a:lnTo>
                  <a:pt x="38957" y="404717"/>
                </a:lnTo>
                <a:lnTo>
                  <a:pt x="45625" y="376238"/>
                </a:lnTo>
                <a:lnTo>
                  <a:pt x="45625" y="376238"/>
                </a:lnTo>
                <a:close/>
                <a:moveTo>
                  <a:pt x="345758" y="181070"/>
                </a:moveTo>
                <a:lnTo>
                  <a:pt x="143732" y="383000"/>
                </a:lnTo>
                <a:cubicBezTo>
                  <a:pt x="142208" y="378714"/>
                  <a:pt x="140399" y="374523"/>
                  <a:pt x="138303" y="370523"/>
                </a:cubicBezTo>
                <a:cubicBezTo>
                  <a:pt x="133445" y="360902"/>
                  <a:pt x="126492" y="351568"/>
                  <a:pt x="116967" y="342138"/>
                </a:cubicBezTo>
                <a:lnTo>
                  <a:pt x="116205" y="341376"/>
                </a:lnTo>
                <a:cubicBezTo>
                  <a:pt x="106680" y="331851"/>
                  <a:pt x="97441" y="324898"/>
                  <a:pt x="87725" y="320040"/>
                </a:cubicBezTo>
                <a:cubicBezTo>
                  <a:pt x="83725" y="318040"/>
                  <a:pt x="79534" y="316230"/>
                  <a:pt x="75248" y="314706"/>
                </a:cubicBezTo>
                <a:lnTo>
                  <a:pt x="277178" y="112681"/>
                </a:lnTo>
                <a:cubicBezTo>
                  <a:pt x="293275" y="115919"/>
                  <a:pt x="307848" y="123825"/>
                  <a:pt x="319373" y="135446"/>
                </a:cubicBezTo>
                <a:lnTo>
                  <a:pt x="321659" y="137732"/>
                </a:lnTo>
                <a:cubicBezTo>
                  <a:pt x="331470" y="147542"/>
                  <a:pt x="338328" y="158115"/>
                  <a:pt x="342329" y="169164"/>
                </a:cubicBezTo>
                <a:cubicBezTo>
                  <a:pt x="343853" y="172974"/>
                  <a:pt x="344900" y="176975"/>
                  <a:pt x="345758" y="181070"/>
                </a:cubicBezTo>
                <a:close/>
                <a:moveTo>
                  <a:pt x="385762" y="141065"/>
                </a:moveTo>
                <a:lnTo>
                  <a:pt x="368332" y="158496"/>
                </a:lnTo>
                <a:cubicBezTo>
                  <a:pt x="356616" y="126587"/>
                  <a:pt x="331851" y="101822"/>
                  <a:pt x="299942" y="90107"/>
                </a:cubicBezTo>
                <a:lnTo>
                  <a:pt x="317373" y="72676"/>
                </a:lnTo>
                <a:cubicBezTo>
                  <a:pt x="352044" y="79724"/>
                  <a:pt x="378714" y="106394"/>
                  <a:pt x="385762" y="141065"/>
                </a:cubicBezTo>
                <a:close/>
              </a:path>
            </a:pathLst>
          </a:custGeom>
          <a:solidFill>
            <a:schemeClr val="bg1"/>
          </a:solidFill>
          <a:ln w="9525" cap="flat">
            <a:noFill/>
            <a:prstDash val="solid"/>
            <a:miter/>
          </a:ln>
        </p:spPr>
        <p:txBody>
          <a:bodyPr rtlCol="0" anchor="ctr"/>
          <a:lstStyle/>
          <a:p>
            <a:endParaRPr lang="en-US"/>
          </a:p>
        </p:txBody>
      </p:sp>
      <p:sp>
        <p:nvSpPr>
          <p:cNvPr id="108" name="Grafik 9">
            <a:extLst>
              <a:ext uri="{FF2B5EF4-FFF2-40B4-BE49-F238E27FC236}">
                <a16:creationId xmlns:a16="http://schemas.microsoft.com/office/drawing/2014/main" id="{4359E077-763F-4D50-ADAD-DAA00E810239}"/>
              </a:ext>
            </a:extLst>
          </p:cNvPr>
          <p:cNvSpPr/>
          <p:nvPr/>
        </p:nvSpPr>
        <p:spPr bwMode="gray">
          <a:xfrm>
            <a:off x="6671532" y="1920454"/>
            <a:ext cx="371284" cy="485584"/>
          </a:xfrm>
          <a:custGeom>
            <a:avLst/>
            <a:gdLst>
              <a:gd name="connsiteX0" fmla="*/ 364426 w 371284"/>
              <a:gd name="connsiteY0" fmla="*/ 116777 h 485584"/>
              <a:gd name="connsiteX1" fmla="*/ 256699 w 371284"/>
              <a:gd name="connsiteY1" fmla="*/ 7144 h 485584"/>
              <a:gd name="connsiteX2" fmla="*/ 239744 w 371284"/>
              <a:gd name="connsiteY2" fmla="*/ 0 h 485584"/>
              <a:gd name="connsiteX3" fmla="*/ 23813 w 371284"/>
              <a:gd name="connsiteY3" fmla="*/ 0 h 485584"/>
              <a:gd name="connsiteX4" fmla="*/ 0 w 371284"/>
              <a:gd name="connsiteY4" fmla="*/ 23813 h 485584"/>
              <a:gd name="connsiteX5" fmla="*/ 0 w 371284"/>
              <a:gd name="connsiteY5" fmla="*/ 461772 h 485584"/>
              <a:gd name="connsiteX6" fmla="*/ 23813 w 371284"/>
              <a:gd name="connsiteY6" fmla="*/ 485585 h 485584"/>
              <a:gd name="connsiteX7" fmla="*/ 347472 w 371284"/>
              <a:gd name="connsiteY7" fmla="*/ 485585 h 485584"/>
              <a:gd name="connsiteX8" fmla="*/ 371285 w 371284"/>
              <a:gd name="connsiteY8" fmla="*/ 461772 h 485584"/>
              <a:gd name="connsiteX9" fmla="*/ 371285 w 371284"/>
              <a:gd name="connsiteY9" fmla="*/ 133445 h 485584"/>
              <a:gd name="connsiteX10" fmla="*/ 364426 w 371284"/>
              <a:gd name="connsiteY10" fmla="*/ 116777 h 485584"/>
              <a:gd name="connsiteX11" fmla="*/ 28575 w 371284"/>
              <a:gd name="connsiteY11" fmla="*/ 457010 h 485584"/>
              <a:gd name="connsiteX12" fmla="*/ 28575 w 371284"/>
              <a:gd name="connsiteY12" fmla="*/ 28575 h 485584"/>
              <a:gd name="connsiteX13" fmla="*/ 227838 w 371284"/>
              <a:gd name="connsiteY13" fmla="*/ 28575 h 485584"/>
              <a:gd name="connsiteX14" fmla="*/ 227838 w 371284"/>
              <a:gd name="connsiteY14" fmla="*/ 128492 h 485584"/>
              <a:gd name="connsiteX15" fmla="*/ 242126 w 371284"/>
              <a:gd name="connsiteY15" fmla="*/ 142780 h 485584"/>
              <a:gd name="connsiteX16" fmla="*/ 342614 w 371284"/>
              <a:gd name="connsiteY16" fmla="*/ 142780 h 485584"/>
              <a:gd name="connsiteX17" fmla="*/ 342614 w 371284"/>
              <a:gd name="connsiteY17" fmla="*/ 457010 h 485584"/>
              <a:gd name="connsiteX18" fmla="*/ 28575 w 371284"/>
              <a:gd name="connsiteY18" fmla="*/ 457010 h 485584"/>
              <a:gd name="connsiteX19" fmla="*/ 104013 w 371284"/>
              <a:gd name="connsiteY19" fmla="*/ 336423 h 485584"/>
              <a:gd name="connsiteX20" fmla="*/ 145256 w 371284"/>
              <a:gd name="connsiteY20" fmla="*/ 336423 h 485584"/>
              <a:gd name="connsiteX21" fmla="*/ 145256 w 371284"/>
              <a:gd name="connsiteY21" fmla="*/ 354901 h 485584"/>
              <a:gd name="connsiteX22" fmla="*/ 75533 w 371284"/>
              <a:gd name="connsiteY22" fmla="*/ 354901 h 485584"/>
              <a:gd name="connsiteX23" fmla="*/ 75533 w 371284"/>
              <a:gd name="connsiteY23" fmla="*/ 340614 h 485584"/>
              <a:gd name="connsiteX24" fmla="*/ 116491 w 371284"/>
              <a:gd name="connsiteY24" fmla="*/ 284893 h 485584"/>
              <a:gd name="connsiteX25" fmla="*/ 77915 w 371284"/>
              <a:gd name="connsiteY25" fmla="*/ 284893 h 485584"/>
              <a:gd name="connsiteX26" fmla="*/ 77915 w 371284"/>
              <a:gd name="connsiteY26" fmla="*/ 266414 h 485584"/>
              <a:gd name="connsiteX27" fmla="*/ 143828 w 371284"/>
              <a:gd name="connsiteY27" fmla="*/ 266414 h 485584"/>
              <a:gd name="connsiteX28" fmla="*/ 143828 w 371284"/>
              <a:gd name="connsiteY28" fmla="*/ 282131 h 485584"/>
              <a:gd name="connsiteX29" fmla="*/ 104013 w 371284"/>
              <a:gd name="connsiteY29" fmla="*/ 336423 h 485584"/>
              <a:gd name="connsiteX30" fmla="*/ 162782 w 371284"/>
              <a:gd name="connsiteY30" fmla="*/ 266414 h 485584"/>
              <a:gd name="connsiteX31" fmla="*/ 186881 w 371284"/>
              <a:gd name="connsiteY31" fmla="*/ 266414 h 485584"/>
              <a:gd name="connsiteX32" fmla="*/ 186881 w 371284"/>
              <a:gd name="connsiteY32" fmla="*/ 354806 h 485584"/>
              <a:gd name="connsiteX33" fmla="*/ 162782 w 371284"/>
              <a:gd name="connsiteY33" fmla="*/ 354806 h 485584"/>
              <a:gd name="connsiteX34" fmla="*/ 162782 w 371284"/>
              <a:gd name="connsiteY34" fmla="*/ 266414 h 485584"/>
              <a:gd name="connsiteX35" fmla="*/ 184118 w 371284"/>
              <a:gd name="connsiteY35" fmla="*/ 234315 h 485584"/>
              <a:gd name="connsiteX36" fmla="*/ 188024 w 371284"/>
              <a:gd name="connsiteY36" fmla="*/ 243650 h 485584"/>
              <a:gd name="connsiteX37" fmla="*/ 184118 w 371284"/>
              <a:gd name="connsiteY37" fmla="*/ 252889 h 485584"/>
              <a:gd name="connsiteX38" fmla="*/ 174879 w 371284"/>
              <a:gd name="connsiteY38" fmla="*/ 255461 h 485584"/>
              <a:gd name="connsiteX39" fmla="*/ 165544 w 371284"/>
              <a:gd name="connsiteY39" fmla="*/ 252889 h 485584"/>
              <a:gd name="connsiteX40" fmla="*/ 161735 w 371284"/>
              <a:gd name="connsiteY40" fmla="*/ 243650 h 485584"/>
              <a:gd name="connsiteX41" fmla="*/ 165544 w 371284"/>
              <a:gd name="connsiteY41" fmla="*/ 234315 h 485584"/>
              <a:gd name="connsiteX42" fmla="*/ 174879 w 371284"/>
              <a:gd name="connsiteY42" fmla="*/ 231839 h 485584"/>
              <a:gd name="connsiteX43" fmla="*/ 184118 w 371284"/>
              <a:gd name="connsiteY43" fmla="*/ 234315 h 485584"/>
              <a:gd name="connsiteX44" fmla="*/ 261366 w 371284"/>
              <a:gd name="connsiteY44" fmla="*/ 264795 h 485584"/>
              <a:gd name="connsiteX45" fmla="*/ 245840 w 371284"/>
              <a:gd name="connsiteY45" fmla="*/ 268700 h 485584"/>
              <a:gd name="connsiteX46" fmla="*/ 236315 w 371284"/>
              <a:gd name="connsiteY46" fmla="*/ 277940 h 485584"/>
              <a:gd name="connsiteX47" fmla="*/ 235172 w 371284"/>
              <a:gd name="connsiteY47" fmla="*/ 277940 h 485584"/>
              <a:gd name="connsiteX48" fmla="*/ 231743 w 371284"/>
              <a:gd name="connsiteY48" fmla="*/ 266414 h 485584"/>
              <a:gd name="connsiteX49" fmla="*/ 212122 w 371284"/>
              <a:gd name="connsiteY49" fmla="*/ 266414 h 485584"/>
              <a:gd name="connsiteX50" fmla="*/ 212122 w 371284"/>
              <a:gd name="connsiteY50" fmla="*/ 393668 h 485584"/>
              <a:gd name="connsiteX51" fmla="*/ 236220 w 371284"/>
              <a:gd name="connsiteY51" fmla="*/ 393668 h 485584"/>
              <a:gd name="connsiteX52" fmla="*/ 236220 w 371284"/>
              <a:gd name="connsiteY52" fmla="*/ 358045 h 485584"/>
              <a:gd name="connsiteX53" fmla="*/ 234887 w 371284"/>
              <a:gd name="connsiteY53" fmla="*/ 345091 h 485584"/>
              <a:gd name="connsiteX54" fmla="*/ 236220 w 371284"/>
              <a:gd name="connsiteY54" fmla="*/ 345091 h 485584"/>
              <a:gd name="connsiteX55" fmla="*/ 245459 w 371284"/>
              <a:gd name="connsiteY55" fmla="*/ 352901 h 485584"/>
              <a:gd name="connsiteX56" fmla="*/ 260699 w 371284"/>
              <a:gd name="connsiteY56" fmla="*/ 356425 h 485584"/>
              <a:gd name="connsiteX57" fmla="*/ 285179 w 371284"/>
              <a:gd name="connsiteY57" fmla="*/ 344805 h 485584"/>
              <a:gd name="connsiteX58" fmla="*/ 294704 w 371284"/>
              <a:gd name="connsiteY58" fmla="*/ 310515 h 485584"/>
              <a:gd name="connsiteX59" fmla="*/ 285464 w 371284"/>
              <a:gd name="connsiteY59" fmla="*/ 276416 h 485584"/>
              <a:gd name="connsiteX60" fmla="*/ 261366 w 371284"/>
              <a:gd name="connsiteY60" fmla="*/ 264795 h 485584"/>
              <a:gd name="connsiteX61" fmla="*/ 266129 w 371284"/>
              <a:gd name="connsiteY61" fmla="*/ 330041 h 485584"/>
              <a:gd name="connsiteX62" fmla="*/ 253937 w 371284"/>
              <a:gd name="connsiteY62" fmla="*/ 336899 h 485584"/>
              <a:gd name="connsiteX63" fmla="*/ 240125 w 371284"/>
              <a:gd name="connsiteY63" fmla="*/ 330041 h 485584"/>
              <a:gd name="connsiteX64" fmla="*/ 236315 w 371284"/>
              <a:gd name="connsiteY64" fmla="*/ 310325 h 485584"/>
              <a:gd name="connsiteX65" fmla="*/ 236315 w 371284"/>
              <a:gd name="connsiteY65" fmla="*/ 307753 h 485584"/>
              <a:gd name="connsiteX66" fmla="*/ 240316 w 371284"/>
              <a:gd name="connsiteY66" fmla="*/ 290036 h 485584"/>
              <a:gd name="connsiteX67" fmla="*/ 253556 w 371284"/>
              <a:gd name="connsiteY67" fmla="*/ 284131 h 485584"/>
              <a:gd name="connsiteX68" fmla="*/ 270034 w 371284"/>
              <a:gd name="connsiteY68" fmla="*/ 310229 h 485584"/>
              <a:gd name="connsiteX69" fmla="*/ 266129 w 371284"/>
              <a:gd name="connsiteY69" fmla="*/ 330041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71284" h="485584">
                <a:moveTo>
                  <a:pt x="364426" y="116777"/>
                </a:move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133445"/>
                </a:lnTo>
                <a:cubicBezTo>
                  <a:pt x="371285" y="127159"/>
                  <a:pt x="368808" y="121253"/>
                  <a:pt x="364426" y="116777"/>
                </a:cubicBezTo>
                <a:close/>
                <a:moveTo>
                  <a:pt x="28575" y="457010"/>
                </a:moveTo>
                <a:lnTo>
                  <a:pt x="28575" y="28575"/>
                </a:lnTo>
                <a:lnTo>
                  <a:pt x="227838" y="28575"/>
                </a:lnTo>
                <a:lnTo>
                  <a:pt x="227838" y="128492"/>
                </a:lnTo>
                <a:cubicBezTo>
                  <a:pt x="227838" y="136398"/>
                  <a:pt x="234220" y="142780"/>
                  <a:pt x="242126" y="142780"/>
                </a:cubicBezTo>
                <a:lnTo>
                  <a:pt x="342614" y="142780"/>
                </a:lnTo>
                <a:lnTo>
                  <a:pt x="342614" y="457010"/>
                </a:lnTo>
                <a:lnTo>
                  <a:pt x="28575" y="457010"/>
                </a:lnTo>
                <a:close/>
                <a:moveTo>
                  <a:pt x="104013" y="336423"/>
                </a:moveTo>
                <a:lnTo>
                  <a:pt x="145256" y="336423"/>
                </a:lnTo>
                <a:lnTo>
                  <a:pt x="145256" y="354901"/>
                </a:lnTo>
                <a:lnTo>
                  <a:pt x="75533" y="354901"/>
                </a:lnTo>
                <a:lnTo>
                  <a:pt x="75533" y="340614"/>
                </a:lnTo>
                <a:lnTo>
                  <a:pt x="116491" y="284893"/>
                </a:lnTo>
                <a:lnTo>
                  <a:pt x="77915" y="284893"/>
                </a:lnTo>
                <a:lnTo>
                  <a:pt x="77915" y="266414"/>
                </a:lnTo>
                <a:lnTo>
                  <a:pt x="143828" y="266414"/>
                </a:lnTo>
                <a:lnTo>
                  <a:pt x="143828" y="282131"/>
                </a:lnTo>
                <a:lnTo>
                  <a:pt x="104013" y="336423"/>
                </a:lnTo>
                <a:close/>
                <a:moveTo>
                  <a:pt x="162782" y="266414"/>
                </a:moveTo>
                <a:lnTo>
                  <a:pt x="186881" y="266414"/>
                </a:lnTo>
                <a:lnTo>
                  <a:pt x="186881" y="354806"/>
                </a:lnTo>
                <a:lnTo>
                  <a:pt x="162782" y="354806"/>
                </a:lnTo>
                <a:lnTo>
                  <a:pt x="162782" y="266414"/>
                </a:lnTo>
                <a:close/>
                <a:moveTo>
                  <a:pt x="184118" y="234315"/>
                </a:moveTo>
                <a:cubicBezTo>
                  <a:pt x="186690" y="236030"/>
                  <a:pt x="188024" y="239078"/>
                  <a:pt x="188024" y="243650"/>
                </a:cubicBezTo>
                <a:cubicBezTo>
                  <a:pt x="188024" y="248031"/>
                  <a:pt x="186690" y="251174"/>
                  <a:pt x="184118" y="252889"/>
                </a:cubicBezTo>
                <a:cubicBezTo>
                  <a:pt x="181547" y="254603"/>
                  <a:pt x="178403" y="255461"/>
                  <a:pt x="174879" y="255461"/>
                </a:cubicBezTo>
                <a:cubicBezTo>
                  <a:pt x="171260" y="255461"/>
                  <a:pt x="168116" y="254603"/>
                  <a:pt x="165544" y="252889"/>
                </a:cubicBezTo>
                <a:cubicBezTo>
                  <a:pt x="162973" y="251174"/>
                  <a:pt x="161735" y="248126"/>
                  <a:pt x="161735" y="243650"/>
                </a:cubicBezTo>
                <a:cubicBezTo>
                  <a:pt x="161735" y="239078"/>
                  <a:pt x="162973" y="236030"/>
                  <a:pt x="165544" y="234315"/>
                </a:cubicBezTo>
                <a:cubicBezTo>
                  <a:pt x="168116" y="232601"/>
                  <a:pt x="171164" y="231839"/>
                  <a:pt x="174879" y="231839"/>
                </a:cubicBezTo>
                <a:cubicBezTo>
                  <a:pt x="178499" y="231743"/>
                  <a:pt x="181547" y="232601"/>
                  <a:pt x="184118" y="234315"/>
                </a:cubicBezTo>
                <a:close/>
                <a:moveTo>
                  <a:pt x="261366" y="264795"/>
                </a:moveTo>
                <a:cubicBezTo>
                  <a:pt x="254984" y="264795"/>
                  <a:pt x="249841" y="266129"/>
                  <a:pt x="245840" y="268700"/>
                </a:cubicBezTo>
                <a:cubicBezTo>
                  <a:pt x="241840" y="271272"/>
                  <a:pt x="238697" y="274320"/>
                  <a:pt x="236315" y="277940"/>
                </a:cubicBezTo>
                <a:lnTo>
                  <a:pt x="235172" y="277940"/>
                </a:lnTo>
                <a:lnTo>
                  <a:pt x="231743" y="266414"/>
                </a:lnTo>
                <a:lnTo>
                  <a:pt x="212122" y="266414"/>
                </a:lnTo>
                <a:lnTo>
                  <a:pt x="212122" y="393668"/>
                </a:lnTo>
                <a:lnTo>
                  <a:pt x="236220" y="393668"/>
                </a:lnTo>
                <a:lnTo>
                  <a:pt x="236220" y="358045"/>
                </a:lnTo>
                <a:cubicBezTo>
                  <a:pt x="236220" y="353949"/>
                  <a:pt x="235744" y="349663"/>
                  <a:pt x="234887" y="345091"/>
                </a:cubicBezTo>
                <a:lnTo>
                  <a:pt x="236220" y="345091"/>
                </a:lnTo>
                <a:cubicBezTo>
                  <a:pt x="238601" y="348044"/>
                  <a:pt x="241649" y="350615"/>
                  <a:pt x="245459" y="352901"/>
                </a:cubicBezTo>
                <a:cubicBezTo>
                  <a:pt x="249269" y="355187"/>
                  <a:pt x="254318" y="356425"/>
                  <a:pt x="260699" y="356425"/>
                </a:cubicBezTo>
                <a:cubicBezTo>
                  <a:pt x="270605" y="356425"/>
                  <a:pt x="278797" y="352520"/>
                  <a:pt x="285179" y="344805"/>
                </a:cubicBezTo>
                <a:cubicBezTo>
                  <a:pt x="291560" y="336995"/>
                  <a:pt x="294704" y="325565"/>
                  <a:pt x="294704" y="310515"/>
                </a:cubicBezTo>
                <a:cubicBezTo>
                  <a:pt x="294704" y="295466"/>
                  <a:pt x="291656" y="284131"/>
                  <a:pt x="285464" y="276416"/>
                </a:cubicBezTo>
                <a:cubicBezTo>
                  <a:pt x="279368" y="268700"/>
                  <a:pt x="271272" y="264795"/>
                  <a:pt x="261366" y="264795"/>
                </a:cubicBezTo>
                <a:close/>
                <a:moveTo>
                  <a:pt x="266129" y="330041"/>
                </a:moveTo>
                <a:cubicBezTo>
                  <a:pt x="263462" y="334613"/>
                  <a:pt x="259366" y="336899"/>
                  <a:pt x="253937" y="336899"/>
                </a:cubicBezTo>
                <a:cubicBezTo>
                  <a:pt x="247269" y="336899"/>
                  <a:pt x="242602" y="334613"/>
                  <a:pt x="240125" y="330041"/>
                </a:cubicBezTo>
                <a:cubicBezTo>
                  <a:pt x="237554" y="325469"/>
                  <a:pt x="236315" y="318897"/>
                  <a:pt x="236315" y="310325"/>
                </a:cubicBezTo>
                <a:lnTo>
                  <a:pt x="236315" y="307753"/>
                </a:lnTo>
                <a:cubicBezTo>
                  <a:pt x="236411" y="299847"/>
                  <a:pt x="237744" y="293942"/>
                  <a:pt x="240316" y="290036"/>
                </a:cubicBezTo>
                <a:cubicBezTo>
                  <a:pt x="242888" y="286131"/>
                  <a:pt x="247364" y="284131"/>
                  <a:pt x="253556" y="284131"/>
                </a:cubicBezTo>
                <a:cubicBezTo>
                  <a:pt x="264605" y="284131"/>
                  <a:pt x="270034" y="292799"/>
                  <a:pt x="270034" y="310229"/>
                </a:cubicBezTo>
                <a:cubicBezTo>
                  <a:pt x="270129" y="318802"/>
                  <a:pt x="268796" y="325374"/>
                  <a:pt x="266129" y="330041"/>
                </a:cubicBezTo>
                <a:close/>
              </a:path>
            </a:pathLst>
          </a:custGeom>
          <a:solidFill>
            <a:schemeClr val="bg1"/>
          </a:solidFill>
          <a:ln w="9525" cap="flat">
            <a:noFill/>
            <a:prstDash val="solid"/>
            <a:miter/>
          </a:ln>
        </p:spPr>
        <p:txBody>
          <a:bodyPr rtlCol="0" anchor="ctr"/>
          <a:lstStyle/>
          <a:p>
            <a:endParaRPr lang="en-US"/>
          </a:p>
        </p:txBody>
      </p:sp>
      <p:sp>
        <p:nvSpPr>
          <p:cNvPr id="109" name="Grafik 16">
            <a:extLst>
              <a:ext uri="{FF2B5EF4-FFF2-40B4-BE49-F238E27FC236}">
                <a16:creationId xmlns:a16="http://schemas.microsoft.com/office/drawing/2014/main" id="{395DDD09-E2B1-4CD8-BB58-273F43B58A26}"/>
              </a:ext>
            </a:extLst>
          </p:cNvPr>
          <p:cNvSpPr/>
          <p:nvPr/>
        </p:nvSpPr>
        <p:spPr bwMode="gray">
          <a:xfrm>
            <a:off x="2365824" y="1916832"/>
            <a:ext cx="486441" cy="485584"/>
          </a:xfrm>
          <a:custGeom>
            <a:avLst/>
            <a:gdLst>
              <a:gd name="connsiteX0" fmla="*/ 208502 w 486441"/>
              <a:gd name="connsiteY0" fmla="*/ 157353 h 485584"/>
              <a:gd name="connsiteX1" fmla="*/ 127540 w 486441"/>
              <a:gd name="connsiteY1" fmla="*/ 76391 h 485584"/>
              <a:gd name="connsiteX2" fmla="*/ 46577 w 486441"/>
              <a:gd name="connsiteY2" fmla="*/ 157353 h 485584"/>
              <a:gd name="connsiteX3" fmla="*/ 97346 w 486441"/>
              <a:gd name="connsiteY3" fmla="*/ 232410 h 485584"/>
              <a:gd name="connsiteX4" fmla="*/ 63627 w 486441"/>
              <a:gd name="connsiteY4" fmla="*/ 294513 h 485584"/>
              <a:gd name="connsiteX5" fmla="*/ 79915 w 486441"/>
              <a:gd name="connsiteY5" fmla="*/ 294894 h 485584"/>
              <a:gd name="connsiteX6" fmla="*/ 87821 w 486441"/>
              <a:gd name="connsiteY6" fmla="*/ 309753 h 485584"/>
              <a:gd name="connsiteX7" fmla="*/ 126587 w 486441"/>
              <a:gd name="connsiteY7" fmla="*/ 238220 h 485584"/>
              <a:gd name="connsiteX8" fmla="*/ 127445 w 486441"/>
              <a:gd name="connsiteY8" fmla="*/ 238220 h 485584"/>
              <a:gd name="connsiteX9" fmla="*/ 128302 w 486441"/>
              <a:gd name="connsiteY9" fmla="*/ 238220 h 485584"/>
              <a:gd name="connsiteX10" fmla="*/ 167164 w 486441"/>
              <a:gd name="connsiteY10" fmla="*/ 309753 h 485584"/>
              <a:gd name="connsiteX11" fmla="*/ 174689 w 486441"/>
              <a:gd name="connsiteY11" fmla="*/ 295751 h 485584"/>
              <a:gd name="connsiteX12" fmla="*/ 191357 w 486441"/>
              <a:gd name="connsiteY12" fmla="*/ 294513 h 485584"/>
              <a:gd name="connsiteX13" fmla="*/ 157639 w 486441"/>
              <a:gd name="connsiteY13" fmla="*/ 232410 h 485584"/>
              <a:gd name="connsiteX14" fmla="*/ 208502 w 486441"/>
              <a:gd name="connsiteY14" fmla="*/ 157353 h 485584"/>
              <a:gd name="connsiteX15" fmla="*/ 127540 w 486441"/>
              <a:gd name="connsiteY15" fmla="*/ 209741 h 485584"/>
              <a:gd name="connsiteX16" fmla="*/ 75152 w 486441"/>
              <a:gd name="connsiteY16" fmla="*/ 157353 h 485584"/>
              <a:gd name="connsiteX17" fmla="*/ 127540 w 486441"/>
              <a:gd name="connsiteY17" fmla="*/ 104966 h 485584"/>
              <a:gd name="connsiteX18" fmla="*/ 179927 w 486441"/>
              <a:gd name="connsiteY18" fmla="*/ 157353 h 485584"/>
              <a:gd name="connsiteX19" fmla="*/ 127540 w 486441"/>
              <a:gd name="connsiteY19" fmla="*/ 209741 h 485584"/>
              <a:gd name="connsiteX20" fmla="*/ 98965 w 486441"/>
              <a:gd name="connsiteY20" fmla="*/ 157353 h 485584"/>
              <a:gd name="connsiteX21" fmla="*/ 127540 w 486441"/>
              <a:gd name="connsiteY21" fmla="*/ 128778 h 485584"/>
              <a:gd name="connsiteX22" fmla="*/ 156115 w 486441"/>
              <a:gd name="connsiteY22" fmla="*/ 157353 h 485584"/>
              <a:gd name="connsiteX23" fmla="*/ 127540 w 486441"/>
              <a:gd name="connsiteY23" fmla="*/ 185928 h 485584"/>
              <a:gd name="connsiteX24" fmla="*/ 98965 w 486441"/>
              <a:gd name="connsiteY24" fmla="*/ 157353 h 485584"/>
              <a:gd name="connsiteX25" fmla="*/ 482251 w 486441"/>
              <a:gd name="connsiteY25" fmla="*/ 223266 h 485584"/>
              <a:gd name="connsiteX26" fmla="*/ 439769 w 486441"/>
              <a:gd name="connsiteY26" fmla="*/ 180785 h 485584"/>
              <a:gd name="connsiteX27" fmla="*/ 419576 w 486441"/>
              <a:gd name="connsiteY27" fmla="*/ 180785 h 485584"/>
              <a:gd name="connsiteX28" fmla="*/ 371285 w 486441"/>
              <a:gd name="connsiteY28" fmla="*/ 229076 h 485584"/>
              <a:gd name="connsiteX29" fmla="*/ 371285 w 486441"/>
              <a:gd name="connsiteY29" fmla="*/ 133445 h 485584"/>
              <a:gd name="connsiteX30" fmla="*/ 364426 w 486441"/>
              <a:gd name="connsiteY30" fmla="*/ 116777 h 485584"/>
              <a:gd name="connsiteX31" fmla="*/ 256699 w 486441"/>
              <a:gd name="connsiteY31" fmla="*/ 7144 h 485584"/>
              <a:gd name="connsiteX32" fmla="*/ 239744 w 486441"/>
              <a:gd name="connsiteY32" fmla="*/ 0 h 485584"/>
              <a:gd name="connsiteX33" fmla="*/ 23813 w 486441"/>
              <a:gd name="connsiteY33" fmla="*/ 0 h 485584"/>
              <a:gd name="connsiteX34" fmla="*/ 0 w 486441"/>
              <a:gd name="connsiteY34" fmla="*/ 23813 h 485584"/>
              <a:gd name="connsiteX35" fmla="*/ 0 w 486441"/>
              <a:gd name="connsiteY35" fmla="*/ 461772 h 485584"/>
              <a:gd name="connsiteX36" fmla="*/ 23813 w 486441"/>
              <a:gd name="connsiteY36" fmla="*/ 485585 h 485584"/>
              <a:gd name="connsiteX37" fmla="*/ 347472 w 486441"/>
              <a:gd name="connsiteY37" fmla="*/ 485585 h 485584"/>
              <a:gd name="connsiteX38" fmla="*/ 371285 w 486441"/>
              <a:gd name="connsiteY38" fmla="*/ 461772 h 485584"/>
              <a:gd name="connsiteX39" fmla="*/ 371285 w 486441"/>
              <a:gd name="connsiteY39" fmla="*/ 354425 h 485584"/>
              <a:gd name="connsiteX40" fmla="*/ 482251 w 486441"/>
              <a:gd name="connsiteY40" fmla="*/ 243459 h 485584"/>
              <a:gd name="connsiteX41" fmla="*/ 486442 w 486441"/>
              <a:gd name="connsiteY41" fmla="*/ 233363 h 485584"/>
              <a:gd name="connsiteX42" fmla="*/ 482251 w 486441"/>
              <a:gd name="connsiteY42" fmla="*/ 223266 h 485584"/>
              <a:gd name="connsiteX43" fmla="*/ 342710 w 486441"/>
              <a:gd name="connsiteY43" fmla="*/ 457010 h 485584"/>
              <a:gd name="connsiteX44" fmla="*/ 28575 w 486441"/>
              <a:gd name="connsiteY44" fmla="*/ 457010 h 485584"/>
              <a:gd name="connsiteX45" fmla="*/ 28575 w 486441"/>
              <a:gd name="connsiteY45" fmla="*/ 28575 h 485584"/>
              <a:gd name="connsiteX46" fmla="*/ 227838 w 486441"/>
              <a:gd name="connsiteY46" fmla="*/ 28575 h 485584"/>
              <a:gd name="connsiteX47" fmla="*/ 227838 w 486441"/>
              <a:gd name="connsiteY47" fmla="*/ 128492 h 485584"/>
              <a:gd name="connsiteX48" fmla="*/ 242126 w 486441"/>
              <a:gd name="connsiteY48" fmla="*/ 142780 h 485584"/>
              <a:gd name="connsiteX49" fmla="*/ 342614 w 486441"/>
              <a:gd name="connsiteY49" fmla="*/ 142780 h 485584"/>
              <a:gd name="connsiteX50" fmla="*/ 342614 w 486441"/>
              <a:gd name="connsiteY50" fmla="*/ 257651 h 485584"/>
              <a:gd name="connsiteX51" fmla="*/ 267748 w 486441"/>
              <a:gd name="connsiteY51" fmla="*/ 332518 h 485584"/>
              <a:gd name="connsiteX52" fmla="*/ 263557 w 486441"/>
              <a:gd name="connsiteY52" fmla="*/ 342614 h 485584"/>
              <a:gd name="connsiteX53" fmla="*/ 263557 w 486441"/>
              <a:gd name="connsiteY53" fmla="*/ 384810 h 485584"/>
              <a:gd name="connsiteX54" fmla="*/ 268034 w 486441"/>
              <a:gd name="connsiteY54" fmla="*/ 395192 h 485584"/>
              <a:gd name="connsiteX55" fmla="*/ 278035 w 486441"/>
              <a:gd name="connsiteY55" fmla="*/ 399288 h 485584"/>
              <a:gd name="connsiteX56" fmla="*/ 320231 w 486441"/>
              <a:gd name="connsiteY56" fmla="*/ 399288 h 485584"/>
              <a:gd name="connsiteX57" fmla="*/ 330327 w 486441"/>
              <a:gd name="connsiteY57" fmla="*/ 395097 h 485584"/>
              <a:gd name="connsiteX58" fmla="*/ 342424 w 486441"/>
              <a:gd name="connsiteY58" fmla="*/ 383000 h 485584"/>
              <a:gd name="connsiteX59" fmla="*/ 342424 w 486441"/>
              <a:gd name="connsiteY59" fmla="*/ 457010 h 485584"/>
              <a:gd name="connsiteX60" fmla="*/ 342710 w 486441"/>
              <a:gd name="connsiteY60" fmla="*/ 342614 h 485584"/>
              <a:gd name="connsiteX61" fmla="*/ 342710 w 486441"/>
              <a:gd name="connsiteY61" fmla="*/ 342614 h 485584"/>
              <a:gd name="connsiteX62" fmla="*/ 314516 w 486441"/>
              <a:gd name="connsiteY62" fmla="*/ 370808 h 485584"/>
              <a:gd name="connsiteX63" fmla="*/ 292227 w 486441"/>
              <a:gd name="connsiteY63" fmla="*/ 370808 h 485584"/>
              <a:gd name="connsiteX64" fmla="*/ 292227 w 486441"/>
              <a:gd name="connsiteY64" fmla="*/ 348520 h 485584"/>
              <a:gd name="connsiteX65" fmla="*/ 429673 w 486441"/>
              <a:gd name="connsiteY65" fmla="*/ 211074 h 485584"/>
              <a:gd name="connsiteX66" fmla="*/ 451961 w 486441"/>
              <a:gd name="connsiteY66" fmla="*/ 233363 h 485584"/>
              <a:gd name="connsiteX67" fmla="*/ 342710 w 486441"/>
              <a:gd name="connsiteY67" fmla="*/ 342614 h 485584"/>
              <a:gd name="connsiteX68" fmla="*/ 220694 w 486441"/>
              <a:gd name="connsiteY68" fmla="*/ 399574 h 485584"/>
              <a:gd name="connsiteX69" fmla="*/ 70485 w 486441"/>
              <a:gd name="connsiteY69" fmla="*/ 399574 h 485584"/>
              <a:gd name="connsiteX70" fmla="*/ 56198 w 486441"/>
              <a:gd name="connsiteY70" fmla="*/ 385286 h 485584"/>
              <a:gd name="connsiteX71" fmla="*/ 70485 w 486441"/>
              <a:gd name="connsiteY71" fmla="*/ 370999 h 485584"/>
              <a:gd name="connsiteX72" fmla="*/ 220599 w 486441"/>
              <a:gd name="connsiteY72" fmla="*/ 370999 h 485584"/>
              <a:gd name="connsiteX73" fmla="*/ 234887 w 486441"/>
              <a:gd name="connsiteY73" fmla="*/ 385286 h 485584"/>
              <a:gd name="connsiteX74" fmla="*/ 220694 w 486441"/>
              <a:gd name="connsiteY74" fmla="*/ 399574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6441" h="485584">
                <a:moveTo>
                  <a:pt x="208502" y="157353"/>
                </a:moveTo>
                <a:cubicBezTo>
                  <a:pt x="208502" y="112681"/>
                  <a:pt x="172212" y="76391"/>
                  <a:pt x="127540" y="76391"/>
                </a:cubicBezTo>
                <a:cubicBezTo>
                  <a:pt x="82868" y="76391"/>
                  <a:pt x="46577" y="112681"/>
                  <a:pt x="46577" y="157353"/>
                </a:cubicBezTo>
                <a:cubicBezTo>
                  <a:pt x="46577" y="191357"/>
                  <a:pt x="67628" y="220409"/>
                  <a:pt x="97346" y="232410"/>
                </a:cubicBezTo>
                <a:lnTo>
                  <a:pt x="63627" y="294513"/>
                </a:lnTo>
                <a:lnTo>
                  <a:pt x="79915" y="294894"/>
                </a:lnTo>
                <a:lnTo>
                  <a:pt x="87821" y="309753"/>
                </a:lnTo>
                <a:lnTo>
                  <a:pt x="126587" y="238220"/>
                </a:lnTo>
                <a:cubicBezTo>
                  <a:pt x="126873" y="238220"/>
                  <a:pt x="127159" y="238220"/>
                  <a:pt x="127445" y="238220"/>
                </a:cubicBezTo>
                <a:cubicBezTo>
                  <a:pt x="127730" y="238220"/>
                  <a:pt x="128016" y="238220"/>
                  <a:pt x="128302" y="238220"/>
                </a:cubicBezTo>
                <a:lnTo>
                  <a:pt x="167164" y="309753"/>
                </a:lnTo>
                <a:lnTo>
                  <a:pt x="174689" y="295751"/>
                </a:lnTo>
                <a:lnTo>
                  <a:pt x="191357" y="294513"/>
                </a:lnTo>
                <a:lnTo>
                  <a:pt x="157639" y="232410"/>
                </a:lnTo>
                <a:cubicBezTo>
                  <a:pt x="187452" y="220409"/>
                  <a:pt x="208502" y="191357"/>
                  <a:pt x="208502" y="157353"/>
                </a:cubicBezTo>
                <a:close/>
                <a:moveTo>
                  <a:pt x="127540" y="209741"/>
                </a:moveTo>
                <a:cubicBezTo>
                  <a:pt x="98679" y="209741"/>
                  <a:pt x="75152" y="186214"/>
                  <a:pt x="75152" y="157353"/>
                </a:cubicBezTo>
                <a:cubicBezTo>
                  <a:pt x="75152" y="128492"/>
                  <a:pt x="98679" y="104966"/>
                  <a:pt x="127540" y="104966"/>
                </a:cubicBezTo>
                <a:cubicBezTo>
                  <a:pt x="156401" y="104966"/>
                  <a:pt x="179927" y="128492"/>
                  <a:pt x="179927" y="157353"/>
                </a:cubicBezTo>
                <a:cubicBezTo>
                  <a:pt x="179927" y="186214"/>
                  <a:pt x="156496" y="209741"/>
                  <a:pt x="127540" y="209741"/>
                </a:cubicBezTo>
                <a:close/>
                <a:moveTo>
                  <a:pt x="98965" y="157353"/>
                </a:moveTo>
                <a:cubicBezTo>
                  <a:pt x="98965" y="141542"/>
                  <a:pt x="111728" y="128778"/>
                  <a:pt x="127540" y="128778"/>
                </a:cubicBezTo>
                <a:cubicBezTo>
                  <a:pt x="143351" y="128778"/>
                  <a:pt x="156115" y="141542"/>
                  <a:pt x="156115" y="157353"/>
                </a:cubicBezTo>
                <a:cubicBezTo>
                  <a:pt x="156115" y="173165"/>
                  <a:pt x="143351" y="185928"/>
                  <a:pt x="127540" y="185928"/>
                </a:cubicBezTo>
                <a:cubicBezTo>
                  <a:pt x="111728" y="185928"/>
                  <a:pt x="98965" y="173165"/>
                  <a:pt x="98965" y="157353"/>
                </a:cubicBezTo>
                <a:close/>
                <a:moveTo>
                  <a:pt x="482251" y="223266"/>
                </a:moveTo>
                <a:lnTo>
                  <a:pt x="439769" y="180785"/>
                </a:lnTo>
                <a:cubicBezTo>
                  <a:pt x="434150" y="175165"/>
                  <a:pt x="425101" y="175165"/>
                  <a:pt x="419576" y="180785"/>
                </a:cubicBezTo>
                <a:lnTo>
                  <a:pt x="371285" y="229076"/>
                </a:lnTo>
                <a:lnTo>
                  <a:pt x="371285" y="133445"/>
                </a:lnTo>
                <a:cubicBezTo>
                  <a:pt x="371285" y="127159"/>
                  <a:pt x="368903" y="121253"/>
                  <a:pt x="364426" y="116777"/>
                </a:cubicBez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354425"/>
                </a:lnTo>
                <a:lnTo>
                  <a:pt x="482251" y="243459"/>
                </a:lnTo>
                <a:cubicBezTo>
                  <a:pt x="484918" y="240792"/>
                  <a:pt x="486442" y="237173"/>
                  <a:pt x="486442" y="233363"/>
                </a:cubicBezTo>
                <a:cubicBezTo>
                  <a:pt x="486442" y="229553"/>
                  <a:pt x="484918" y="225933"/>
                  <a:pt x="482251" y="223266"/>
                </a:cubicBezTo>
                <a:close/>
                <a:moveTo>
                  <a:pt x="342710" y="457010"/>
                </a:moveTo>
                <a:lnTo>
                  <a:pt x="28575" y="457010"/>
                </a:lnTo>
                <a:lnTo>
                  <a:pt x="28575" y="28575"/>
                </a:lnTo>
                <a:lnTo>
                  <a:pt x="227838" y="28575"/>
                </a:lnTo>
                <a:lnTo>
                  <a:pt x="227838" y="128492"/>
                </a:lnTo>
                <a:cubicBezTo>
                  <a:pt x="227838" y="136398"/>
                  <a:pt x="234220" y="142780"/>
                  <a:pt x="242126" y="142780"/>
                </a:cubicBezTo>
                <a:lnTo>
                  <a:pt x="342614" y="142780"/>
                </a:lnTo>
                <a:lnTo>
                  <a:pt x="342614" y="257651"/>
                </a:lnTo>
                <a:lnTo>
                  <a:pt x="267748" y="332518"/>
                </a:lnTo>
                <a:cubicBezTo>
                  <a:pt x="265081" y="335185"/>
                  <a:pt x="263557" y="338804"/>
                  <a:pt x="263557" y="342614"/>
                </a:cubicBezTo>
                <a:lnTo>
                  <a:pt x="263557" y="384810"/>
                </a:lnTo>
                <a:cubicBezTo>
                  <a:pt x="263557" y="388906"/>
                  <a:pt x="265271" y="392621"/>
                  <a:pt x="268034" y="395192"/>
                </a:cubicBezTo>
                <a:cubicBezTo>
                  <a:pt x="270605" y="397764"/>
                  <a:pt x="274130" y="399288"/>
                  <a:pt x="278035" y="399288"/>
                </a:cubicBezTo>
                <a:lnTo>
                  <a:pt x="320231" y="399288"/>
                </a:lnTo>
                <a:cubicBezTo>
                  <a:pt x="324041" y="399288"/>
                  <a:pt x="327660" y="397764"/>
                  <a:pt x="330327" y="395097"/>
                </a:cubicBezTo>
                <a:lnTo>
                  <a:pt x="342424" y="383000"/>
                </a:lnTo>
                <a:lnTo>
                  <a:pt x="342424" y="457010"/>
                </a:lnTo>
                <a:close/>
                <a:moveTo>
                  <a:pt x="342710" y="342614"/>
                </a:moveTo>
                <a:lnTo>
                  <a:pt x="342710" y="342614"/>
                </a:lnTo>
                <a:lnTo>
                  <a:pt x="314516" y="370808"/>
                </a:lnTo>
                <a:lnTo>
                  <a:pt x="292227" y="370808"/>
                </a:lnTo>
                <a:lnTo>
                  <a:pt x="292227" y="348520"/>
                </a:lnTo>
                <a:lnTo>
                  <a:pt x="429673" y="211074"/>
                </a:lnTo>
                <a:lnTo>
                  <a:pt x="451961" y="233363"/>
                </a:lnTo>
                <a:lnTo>
                  <a:pt x="342710" y="342614"/>
                </a:lnTo>
                <a:close/>
                <a:moveTo>
                  <a:pt x="220694" y="399574"/>
                </a:moveTo>
                <a:lnTo>
                  <a:pt x="70485" y="399574"/>
                </a:lnTo>
                <a:cubicBezTo>
                  <a:pt x="62579" y="399574"/>
                  <a:pt x="56198" y="393192"/>
                  <a:pt x="56198" y="385286"/>
                </a:cubicBezTo>
                <a:cubicBezTo>
                  <a:pt x="56198" y="377381"/>
                  <a:pt x="62579" y="370999"/>
                  <a:pt x="70485" y="370999"/>
                </a:cubicBezTo>
                <a:lnTo>
                  <a:pt x="220599" y="370999"/>
                </a:lnTo>
                <a:cubicBezTo>
                  <a:pt x="228505" y="370999"/>
                  <a:pt x="234887" y="377381"/>
                  <a:pt x="234887" y="385286"/>
                </a:cubicBezTo>
                <a:cubicBezTo>
                  <a:pt x="234887" y="393192"/>
                  <a:pt x="228505" y="399574"/>
                  <a:pt x="220694" y="399574"/>
                </a:cubicBezTo>
                <a:close/>
              </a:path>
            </a:pathLst>
          </a:custGeom>
          <a:solidFill>
            <a:schemeClr val="bg1"/>
          </a:solidFill>
          <a:ln w="9525" cap="flat">
            <a:noFill/>
            <a:prstDash val="solid"/>
            <a:miter/>
          </a:ln>
        </p:spPr>
        <p:txBody>
          <a:bodyPr rtlCol="0" anchor="ctr"/>
          <a:lstStyle/>
          <a:p>
            <a:endParaRPr lang="en-US"/>
          </a:p>
        </p:txBody>
      </p:sp>
      <p:sp>
        <p:nvSpPr>
          <p:cNvPr id="111" name="Grafik 29">
            <a:extLst>
              <a:ext uri="{FF2B5EF4-FFF2-40B4-BE49-F238E27FC236}">
                <a16:creationId xmlns:a16="http://schemas.microsoft.com/office/drawing/2014/main" id="{3CBB306A-CAB0-4004-A90A-09EBEA5843B0}"/>
              </a:ext>
            </a:extLst>
          </p:cNvPr>
          <p:cNvSpPr/>
          <p:nvPr/>
        </p:nvSpPr>
        <p:spPr bwMode="gray">
          <a:xfrm>
            <a:off x="1425187" y="1916832"/>
            <a:ext cx="485679" cy="485584"/>
          </a:xfrm>
          <a:custGeom>
            <a:avLst/>
            <a:gdLst>
              <a:gd name="connsiteX0" fmla="*/ 57055 w 485679"/>
              <a:gd name="connsiteY0" fmla="*/ 128492 h 485584"/>
              <a:gd name="connsiteX1" fmla="*/ 71342 w 485679"/>
              <a:gd name="connsiteY1" fmla="*/ 114205 h 485584"/>
              <a:gd name="connsiteX2" fmla="*/ 185642 w 485679"/>
              <a:gd name="connsiteY2" fmla="*/ 114205 h 485584"/>
              <a:gd name="connsiteX3" fmla="*/ 199930 w 485679"/>
              <a:gd name="connsiteY3" fmla="*/ 128492 h 485584"/>
              <a:gd name="connsiteX4" fmla="*/ 185642 w 485679"/>
              <a:gd name="connsiteY4" fmla="*/ 142780 h 485584"/>
              <a:gd name="connsiteX5" fmla="*/ 71342 w 485679"/>
              <a:gd name="connsiteY5" fmla="*/ 142780 h 485584"/>
              <a:gd name="connsiteX6" fmla="*/ 57055 w 485679"/>
              <a:gd name="connsiteY6" fmla="*/ 128492 h 485584"/>
              <a:gd name="connsiteX7" fmla="*/ 71342 w 485679"/>
              <a:gd name="connsiteY7" fmla="*/ 199835 h 485584"/>
              <a:gd name="connsiteX8" fmla="*/ 299942 w 485679"/>
              <a:gd name="connsiteY8" fmla="*/ 199835 h 485584"/>
              <a:gd name="connsiteX9" fmla="*/ 314230 w 485679"/>
              <a:gd name="connsiteY9" fmla="*/ 185547 h 485584"/>
              <a:gd name="connsiteX10" fmla="*/ 299942 w 485679"/>
              <a:gd name="connsiteY10" fmla="*/ 171260 h 485584"/>
              <a:gd name="connsiteX11" fmla="*/ 71342 w 485679"/>
              <a:gd name="connsiteY11" fmla="*/ 171260 h 485584"/>
              <a:gd name="connsiteX12" fmla="*/ 57055 w 485679"/>
              <a:gd name="connsiteY12" fmla="*/ 185547 h 485584"/>
              <a:gd name="connsiteX13" fmla="*/ 71342 w 485679"/>
              <a:gd name="connsiteY13" fmla="*/ 199835 h 485584"/>
              <a:gd name="connsiteX14" fmla="*/ 314230 w 485679"/>
              <a:gd name="connsiteY14" fmla="*/ 242792 h 485584"/>
              <a:gd name="connsiteX15" fmla="*/ 299942 w 485679"/>
              <a:gd name="connsiteY15" fmla="*/ 228505 h 485584"/>
              <a:gd name="connsiteX16" fmla="*/ 71342 w 485679"/>
              <a:gd name="connsiteY16" fmla="*/ 228505 h 485584"/>
              <a:gd name="connsiteX17" fmla="*/ 57055 w 485679"/>
              <a:gd name="connsiteY17" fmla="*/ 242792 h 485584"/>
              <a:gd name="connsiteX18" fmla="*/ 71342 w 485679"/>
              <a:gd name="connsiteY18" fmla="*/ 257080 h 485584"/>
              <a:gd name="connsiteX19" fmla="*/ 299942 w 485679"/>
              <a:gd name="connsiteY19" fmla="*/ 257080 h 485584"/>
              <a:gd name="connsiteX20" fmla="*/ 314230 w 485679"/>
              <a:gd name="connsiteY20" fmla="*/ 242792 h 485584"/>
              <a:gd name="connsiteX21" fmla="*/ 485680 w 485679"/>
              <a:gd name="connsiteY21" fmla="*/ 261366 h 485584"/>
              <a:gd name="connsiteX22" fmla="*/ 481489 w 485679"/>
              <a:gd name="connsiteY22" fmla="*/ 271463 h 485584"/>
              <a:gd name="connsiteX23" fmla="*/ 371285 w 485679"/>
              <a:gd name="connsiteY23" fmla="*/ 381762 h 485584"/>
              <a:gd name="connsiteX24" fmla="*/ 371285 w 485679"/>
              <a:gd name="connsiteY24" fmla="*/ 461772 h 485584"/>
              <a:gd name="connsiteX25" fmla="*/ 347472 w 485679"/>
              <a:gd name="connsiteY25" fmla="*/ 485585 h 485584"/>
              <a:gd name="connsiteX26" fmla="*/ 23813 w 485679"/>
              <a:gd name="connsiteY26" fmla="*/ 485585 h 485584"/>
              <a:gd name="connsiteX27" fmla="*/ 0 w 485679"/>
              <a:gd name="connsiteY27" fmla="*/ 461772 h 485584"/>
              <a:gd name="connsiteX28" fmla="*/ 0 w 485679"/>
              <a:gd name="connsiteY28" fmla="*/ 23813 h 485584"/>
              <a:gd name="connsiteX29" fmla="*/ 23813 w 485679"/>
              <a:gd name="connsiteY29" fmla="*/ 0 h 485584"/>
              <a:gd name="connsiteX30" fmla="*/ 239744 w 485679"/>
              <a:gd name="connsiteY30" fmla="*/ 0 h 485584"/>
              <a:gd name="connsiteX31" fmla="*/ 256699 w 485679"/>
              <a:gd name="connsiteY31" fmla="*/ 7144 h 485584"/>
              <a:gd name="connsiteX32" fmla="*/ 364426 w 485679"/>
              <a:gd name="connsiteY32" fmla="*/ 116872 h 485584"/>
              <a:gd name="connsiteX33" fmla="*/ 371285 w 485679"/>
              <a:gd name="connsiteY33" fmla="*/ 133541 h 485584"/>
              <a:gd name="connsiteX34" fmla="*/ 371285 w 485679"/>
              <a:gd name="connsiteY34" fmla="*/ 256413 h 485584"/>
              <a:gd name="connsiteX35" fmla="*/ 418814 w 485679"/>
              <a:gd name="connsiteY35" fmla="*/ 208883 h 485584"/>
              <a:gd name="connsiteX36" fmla="*/ 439007 w 485679"/>
              <a:gd name="connsiteY36" fmla="*/ 208883 h 485584"/>
              <a:gd name="connsiteX37" fmla="*/ 481489 w 485679"/>
              <a:gd name="connsiteY37" fmla="*/ 251365 h 485584"/>
              <a:gd name="connsiteX38" fmla="*/ 485680 w 485679"/>
              <a:gd name="connsiteY38" fmla="*/ 261366 h 485584"/>
              <a:gd name="connsiteX39" fmla="*/ 342710 w 485679"/>
              <a:gd name="connsiteY39" fmla="*/ 410337 h 485584"/>
              <a:gd name="connsiteX40" fmla="*/ 329851 w 485679"/>
              <a:gd name="connsiteY40" fmla="*/ 423196 h 485584"/>
              <a:gd name="connsiteX41" fmla="*/ 319754 w 485679"/>
              <a:gd name="connsiteY41" fmla="*/ 427387 h 485584"/>
              <a:gd name="connsiteX42" fmla="*/ 277559 w 485679"/>
              <a:gd name="connsiteY42" fmla="*/ 427387 h 485584"/>
              <a:gd name="connsiteX43" fmla="*/ 267367 w 485679"/>
              <a:gd name="connsiteY43" fmla="*/ 423100 h 485584"/>
              <a:gd name="connsiteX44" fmla="*/ 263081 w 485679"/>
              <a:gd name="connsiteY44" fmla="*/ 412909 h 485584"/>
              <a:gd name="connsiteX45" fmla="*/ 263081 w 485679"/>
              <a:gd name="connsiteY45" fmla="*/ 370713 h 485584"/>
              <a:gd name="connsiteX46" fmla="*/ 267272 w 485679"/>
              <a:gd name="connsiteY46" fmla="*/ 360617 h 485584"/>
              <a:gd name="connsiteX47" fmla="*/ 342805 w 485679"/>
              <a:gd name="connsiteY47" fmla="*/ 285083 h 485584"/>
              <a:gd name="connsiteX48" fmla="*/ 342805 w 485679"/>
              <a:gd name="connsiteY48" fmla="*/ 142780 h 485584"/>
              <a:gd name="connsiteX49" fmla="*/ 242126 w 485679"/>
              <a:gd name="connsiteY49" fmla="*/ 142780 h 485584"/>
              <a:gd name="connsiteX50" fmla="*/ 227838 w 485679"/>
              <a:gd name="connsiteY50" fmla="*/ 128492 h 485584"/>
              <a:gd name="connsiteX51" fmla="*/ 227838 w 485679"/>
              <a:gd name="connsiteY51" fmla="*/ 28575 h 485584"/>
              <a:gd name="connsiteX52" fmla="*/ 28575 w 485679"/>
              <a:gd name="connsiteY52" fmla="*/ 28575 h 485584"/>
              <a:gd name="connsiteX53" fmla="*/ 28575 w 485679"/>
              <a:gd name="connsiteY53" fmla="*/ 457010 h 485584"/>
              <a:gd name="connsiteX54" fmla="*/ 342710 w 485679"/>
              <a:gd name="connsiteY54" fmla="*/ 457010 h 485584"/>
              <a:gd name="connsiteX55" fmla="*/ 342710 w 485679"/>
              <a:gd name="connsiteY55" fmla="*/ 410337 h 485584"/>
              <a:gd name="connsiteX56" fmla="*/ 451199 w 485679"/>
              <a:gd name="connsiteY56" fmla="*/ 261366 h 485584"/>
              <a:gd name="connsiteX57" fmla="*/ 428911 w 485679"/>
              <a:gd name="connsiteY57" fmla="*/ 239078 h 485584"/>
              <a:gd name="connsiteX58" fmla="*/ 291560 w 485679"/>
              <a:gd name="connsiteY58" fmla="*/ 376523 h 485584"/>
              <a:gd name="connsiteX59" fmla="*/ 291560 w 485679"/>
              <a:gd name="connsiteY59" fmla="*/ 398812 h 485584"/>
              <a:gd name="connsiteX60" fmla="*/ 313849 w 485679"/>
              <a:gd name="connsiteY60" fmla="*/ 398812 h 485584"/>
              <a:gd name="connsiteX61" fmla="*/ 451199 w 485679"/>
              <a:gd name="connsiteY61" fmla="*/ 261366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85679" h="485584">
                <a:moveTo>
                  <a:pt x="57055" y="128492"/>
                </a:moveTo>
                <a:cubicBezTo>
                  <a:pt x="57055" y="120587"/>
                  <a:pt x="63437" y="114205"/>
                  <a:pt x="71342" y="114205"/>
                </a:cubicBezTo>
                <a:lnTo>
                  <a:pt x="185642" y="114205"/>
                </a:lnTo>
                <a:cubicBezTo>
                  <a:pt x="193548" y="114205"/>
                  <a:pt x="199930" y="120587"/>
                  <a:pt x="199930" y="128492"/>
                </a:cubicBezTo>
                <a:cubicBezTo>
                  <a:pt x="199930" y="136398"/>
                  <a:pt x="193548" y="142780"/>
                  <a:pt x="185642" y="142780"/>
                </a:cubicBezTo>
                <a:lnTo>
                  <a:pt x="71342" y="142780"/>
                </a:lnTo>
                <a:cubicBezTo>
                  <a:pt x="63437" y="142780"/>
                  <a:pt x="57055" y="136398"/>
                  <a:pt x="57055" y="128492"/>
                </a:cubicBezTo>
                <a:close/>
                <a:moveTo>
                  <a:pt x="71342" y="199835"/>
                </a:moveTo>
                <a:lnTo>
                  <a:pt x="299942" y="199835"/>
                </a:lnTo>
                <a:cubicBezTo>
                  <a:pt x="307848" y="199835"/>
                  <a:pt x="314230" y="193453"/>
                  <a:pt x="314230" y="185547"/>
                </a:cubicBezTo>
                <a:cubicBezTo>
                  <a:pt x="314230" y="177641"/>
                  <a:pt x="307848" y="171260"/>
                  <a:pt x="299942" y="171260"/>
                </a:cubicBezTo>
                <a:lnTo>
                  <a:pt x="71342" y="171260"/>
                </a:lnTo>
                <a:cubicBezTo>
                  <a:pt x="63437" y="171260"/>
                  <a:pt x="57055" y="177641"/>
                  <a:pt x="57055" y="185547"/>
                </a:cubicBezTo>
                <a:cubicBezTo>
                  <a:pt x="57055" y="193453"/>
                  <a:pt x="63437" y="199835"/>
                  <a:pt x="71342" y="199835"/>
                </a:cubicBezTo>
                <a:close/>
                <a:moveTo>
                  <a:pt x="314230" y="242792"/>
                </a:moveTo>
                <a:cubicBezTo>
                  <a:pt x="314230" y="234887"/>
                  <a:pt x="307848" y="228505"/>
                  <a:pt x="299942" y="228505"/>
                </a:cubicBezTo>
                <a:lnTo>
                  <a:pt x="71342" y="228505"/>
                </a:lnTo>
                <a:cubicBezTo>
                  <a:pt x="63437" y="228505"/>
                  <a:pt x="57055" y="234887"/>
                  <a:pt x="57055" y="242792"/>
                </a:cubicBezTo>
                <a:cubicBezTo>
                  <a:pt x="57055" y="250698"/>
                  <a:pt x="63437" y="257080"/>
                  <a:pt x="71342" y="257080"/>
                </a:cubicBezTo>
                <a:lnTo>
                  <a:pt x="299942" y="257080"/>
                </a:lnTo>
                <a:cubicBezTo>
                  <a:pt x="307848" y="257080"/>
                  <a:pt x="314230" y="250698"/>
                  <a:pt x="314230" y="242792"/>
                </a:cubicBezTo>
                <a:close/>
                <a:moveTo>
                  <a:pt x="485680" y="261366"/>
                </a:moveTo>
                <a:cubicBezTo>
                  <a:pt x="485680" y="265176"/>
                  <a:pt x="484156" y="268796"/>
                  <a:pt x="481489" y="271463"/>
                </a:cubicBezTo>
                <a:lnTo>
                  <a:pt x="371285" y="381762"/>
                </a:lnTo>
                <a:lnTo>
                  <a:pt x="371285" y="461772"/>
                </a:lnTo>
                <a:cubicBezTo>
                  <a:pt x="371285" y="474917"/>
                  <a:pt x="360617" y="485585"/>
                  <a:pt x="347472" y="485585"/>
                </a:cubicBezTo>
                <a:lnTo>
                  <a:pt x="23813" y="485585"/>
                </a:lnTo>
                <a:cubicBezTo>
                  <a:pt x="10668" y="485585"/>
                  <a:pt x="0" y="474917"/>
                  <a:pt x="0" y="461772"/>
                </a:cubicBezTo>
                <a:lnTo>
                  <a:pt x="0" y="23813"/>
                </a:lnTo>
                <a:cubicBezTo>
                  <a:pt x="0" y="10668"/>
                  <a:pt x="10668" y="0"/>
                  <a:pt x="23813" y="0"/>
                </a:cubicBezTo>
                <a:lnTo>
                  <a:pt x="239744" y="0"/>
                </a:lnTo>
                <a:cubicBezTo>
                  <a:pt x="246126" y="0"/>
                  <a:pt x="252317" y="2572"/>
                  <a:pt x="256699" y="7144"/>
                </a:cubicBezTo>
                <a:lnTo>
                  <a:pt x="364426" y="116872"/>
                </a:lnTo>
                <a:cubicBezTo>
                  <a:pt x="368808" y="121349"/>
                  <a:pt x="371285" y="127254"/>
                  <a:pt x="371285" y="133541"/>
                </a:cubicBezTo>
                <a:lnTo>
                  <a:pt x="371285" y="256413"/>
                </a:lnTo>
                <a:lnTo>
                  <a:pt x="418814" y="208883"/>
                </a:lnTo>
                <a:cubicBezTo>
                  <a:pt x="424434" y="203264"/>
                  <a:pt x="433483" y="203264"/>
                  <a:pt x="439007" y="208883"/>
                </a:cubicBezTo>
                <a:lnTo>
                  <a:pt x="481489" y="251365"/>
                </a:lnTo>
                <a:cubicBezTo>
                  <a:pt x="484156" y="254032"/>
                  <a:pt x="485680" y="257651"/>
                  <a:pt x="485680" y="261366"/>
                </a:cubicBezTo>
                <a:close/>
                <a:moveTo>
                  <a:pt x="342710" y="410337"/>
                </a:moveTo>
                <a:lnTo>
                  <a:pt x="329851" y="423196"/>
                </a:lnTo>
                <a:cubicBezTo>
                  <a:pt x="327184" y="425863"/>
                  <a:pt x="323564" y="427387"/>
                  <a:pt x="319754" y="427387"/>
                </a:cubicBezTo>
                <a:lnTo>
                  <a:pt x="277559" y="427387"/>
                </a:lnTo>
                <a:cubicBezTo>
                  <a:pt x="273558" y="427387"/>
                  <a:pt x="269939" y="425768"/>
                  <a:pt x="267367" y="423100"/>
                </a:cubicBezTo>
                <a:cubicBezTo>
                  <a:pt x="264700" y="420529"/>
                  <a:pt x="263081" y="416909"/>
                  <a:pt x="263081" y="412909"/>
                </a:cubicBezTo>
                <a:lnTo>
                  <a:pt x="263081" y="370713"/>
                </a:lnTo>
                <a:cubicBezTo>
                  <a:pt x="263081" y="366903"/>
                  <a:pt x="264605" y="363284"/>
                  <a:pt x="267272" y="360617"/>
                </a:cubicBezTo>
                <a:lnTo>
                  <a:pt x="342805" y="285083"/>
                </a:lnTo>
                <a:lnTo>
                  <a:pt x="342805" y="142780"/>
                </a:lnTo>
                <a:lnTo>
                  <a:pt x="242126" y="142780"/>
                </a:lnTo>
                <a:cubicBezTo>
                  <a:pt x="234220" y="142780"/>
                  <a:pt x="227838" y="136398"/>
                  <a:pt x="227838" y="128492"/>
                </a:cubicBezTo>
                <a:lnTo>
                  <a:pt x="227838" y="28575"/>
                </a:lnTo>
                <a:lnTo>
                  <a:pt x="28575" y="28575"/>
                </a:lnTo>
                <a:lnTo>
                  <a:pt x="28575" y="457010"/>
                </a:lnTo>
                <a:lnTo>
                  <a:pt x="342710" y="457010"/>
                </a:lnTo>
                <a:lnTo>
                  <a:pt x="342710" y="410337"/>
                </a:lnTo>
                <a:close/>
                <a:moveTo>
                  <a:pt x="451199" y="261366"/>
                </a:moveTo>
                <a:lnTo>
                  <a:pt x="428911" y="239078"/>
                </a:lnTo>
                <a:lnTo>
                  <a:pt x="291560" y="376523"/>
                </a:lnTo>
                <a:lnTo>
                  <a:pt x="291560" y="398812"/>
                </a:lnTo>
                <a:lnTo>
                  <a:pt x="313849" y="398812"/>
                </a:lnTo>
                <a:lnTo>
                  <a:pt x="451199" y="261366"/>
                </a:lnTo>
                <a:close/>
              </a:path>
            </a:pathLst>
          </a:custGeom>
          <a:solidFill>
            <a:schemeClr val="bg1"/>
          </a:solidFill>
          <a:ln w="9525" cap="flat">
            <a:noFill/>
            <a:prstDash val="solid"/>
            <a:miter/>
          </a:ln>
        </p:spPr>
        <p:txBody>
          <a:bodyPr rtlCol="0" anchor="ctr"/>
          <a:lstStyle/>
          <a:p>
            <a:endParaRPr lang="en-US" dirty="0"/>
          </a:p>
        </p:txBody>
      </p:sp>
      <p:sp>
        <p:nvSpPr>
          <p:cNvPr id="112" name="Grafik 30">
            <a:extLst>
              <a:ext uri="{FF2B5EF4-FFF2-40B4-BE49-F238E27FC236}">
                <a16:creationId xmlns:a16="http://schemas.microsoft.com/office/drawing/2014/main" id="{75E37CCB-E316-43AC-B669-42C2CFE24391}"/>
              </a:ext>
            </a:extLst>
          </p:cNvPr>
          <p:cNvSpPr/>
          <p:nvPr/>
        </p:nvSpPr>
        <p:spPr bwMode="gray">
          <a:xfrm>
            <a:off x="7497774" y="1921300"/>
            <a:ext cx="371284" cy="485584"/>
          </a:xfrm>
          <a:custGeom>
            <a:avLst/>
            <a:gdLst>
              <a:gd name="connsiteX0" fmla="*/ 364426 w 371284"/>
              <a:gd name="connsiteY0" fmla="*/ 116777 h 485584"/>
              <a:gd name="connsiteX1" fmla="*/ 256699 w 371284"/>
              <a:gd name="connsiteY1" fmla="*/ 7144 h 485584"/>
              <a:gd name="connsiteX2" fmla="*/ 239744 w 371284"/>
              <a:gd name="connsiteY2" fmla="*/ 0 h 485584"/>
              <a:gd name="connsiteX3" fmla="*/ 23813 w 371284"/>
              <a:gd name="connsiteY3" fmla="*/ 0 h 485584"/>
              <a:gd name="connsiteX4" fmla="*/ 0 w 371284"/>
              <a:gd name="connsiteY4" fmla="*/ 23813 h 485584"/>
              <a:gd name="connsiteX5" fmla="*/ 0 w 371284"/>
              <a:gd name="connsiteY5" fmla="*/ 461772 h 485584"/>
              <a:gd name="connsiteX6" fmla="*/ 23813 w 371284"/>
              <a:gd name="connsiteY6" fmla="*/ 485585 h 485584"/>
              <a:gd name="connsiteX7" fmla="*/ 347472 w 371284"/>
              <a:gd name="connsiteY7" fmla="*/ 485585 h 485584"/>
              <a:gd name="connsiteX8" fmla="*/ 371285 w 371284"/>
              <a:gd name="connsiteY8" fmla="*/ 461772 h 485584"/>
              <a:gd name="connsiteX9" fmla="*/ 371285 w 371284"/>
              <a:gd name="connsiteY9" fmla="*/ 133445 h 485584"/>
              <a:gd name="connsiteX10" fmla="*/ 364426 w 371284"/>
              <a:gd name="connsiteY10" fmla="*/ 116777 h 485584"/>
              <a:gd name="connsiteX11" fmla="*/ 28575 w 371284"/>
              <a:gd name="connsiteY11" fmla="*/ 457010 h 485584"/>
              <a:gd name="connsiteX12" fmla="*/ 28575 w 371284"/>
              <a:gd name="connsiteY12" fmla="*/ 28575 h 485584"/>
              <a:gd name="connsiteX13" fmla="*/ 227838 w 371284"/>
              <a:gd name="connsiteY13" fmla="*/ 28575 h 485584"/>
              <a:gd name="connsiteX14" fmla="*/ 227838 w 371284"/>
              <a:gd name="connsiteY14" fmla="*/ 128492 h 485584"/>
              <a:gd name="connsiteX15" fmla="*/ 242126 w 371284"/>
              <a:gd name="connsiteY15" fmla="*/ 142780 h 485584"/>
              <a:gd name="connsiteX16" fmla="*/ 342614 w 371284"/>
              <a:gd name="connsiteY16" fmla="*/ 142780 h 485584"/>
              <a:gd name="connsiteX17" fmla="*/ 342614 w 371284"/>
              <a:gd name="connsiteY17" fmla="*/ 457010 h 485584"/>
              <a:gd name="connsiteX18" fmla="*/ 28575 w 371284"/>
              <a:gd name="connsiteY18" fmla="*/ 457010 h 485584"/>
              <a:gd name="connsiteX19" fmla="*/ 137541 w 371284"/>
              <a:gd name="connsiteY19" fmla="*/ 309658 h 485584"/>
              <a:gd name="connsiteX20" fmla="*/ 167640 w 371284"/>
              <a:gd name="connsiteY20" fmla="*/ 354806 h 485584"/>
              <a:gd name="connsiteX21" fmla="*/ 140303 w 371284"/>
              <a:gd name="connsiteY21" fmla="*/ 354806 h 485584"/>
              <a:gd name="connsiteX22" fmla="*/ 121634 w 371284"/>
              <a:gd name="connsiteY22" fmla="*/ 324517 h 485584"/>
              <a:gd name="connsiteX23" fmla="*/ 102965 w 371284"/>
              <a:gd name="connsiteY23" fmla="*/ 354806 h 485584"/>
              <a:gd name="connsiteX24" fmla="*/ 75629 w 371284"/>
              <a:gd name="connsiteY24" fmla="*/ 354806 h 485584"/>
              <a:gd name="connsiteX25" fmla="*/ 105632 w 371284"/>
              <a:gd name="connsiteY25" fmla="*/ 309658 h 485584"/>
              <a:gd name="connsiteX26" fmla="*/ 77153 w 371284"/>
              <a:gd name="connsiteY26" fmla="*/ 266414 h 485584"/>
              <a:gd name="connsiteX27" fmla="*/ 104489 w 371284"/>
              <a:gd name="connsiteY27" fmla="*/ 266414 h 485584"/>
              <a:gd name="connsiteX28" fmla="*/ 121634 w 371284"/>
              <a:gd name="connsiteY28" fmla="*/ 294608 h 485584"/>
              <a:gd name="connsiteX29" fmla="*/ 138970 w 371284"/>
              <a:gd name="connsiteY29" fmla="*/ 266414 h 485584"/>
              <a:gd name="connsiteX30" fmla="*/ 166306 w 371284"/>
              <a:gd name="connsiteY30" fmla="*/ 266414 h 485584"/>
              <a:gd name="connsiteX31" fmla="*/ 137541 w 371284"/>
              <a:gd name="connsiteY31" fmla="*/ 309658 h 485584"/>
              <a:gd name="connsiteX32" fmla="*/ 181070 w 371284"/>
              <a:gd name="connsiteY32" fmla="*/ 231743 h 485584"/>
              <a:gd name="connsiteX33" fmla="*/ 205169 w 371284"/>
              <a:gd name="connsiteY33" fmla="*/ 231743 h 485584"/>
              <a:gd name="connsiteX34" fmla="*/ 205169 w 371284"/>
              <a:gd name="connsiteY34" fmla="*/ 354806 h 485584"/>
              <a:gd name="connsiteX35" fmla="*/ 181070 w 371284"/>
              <a:gd name="connsiteY35" fmla="*/ 354806 h 485584"/>
              <a:gd name="connsiteX36" fmla="*/ 181070 w 371284"/>
              <a:gd name="connsiteY36" fmla="*/ 231743 h 485584"/>
              <a:gd name="connsiteX37" fmla="*/ 289179 w 371284"/>
              <a:gd name="connsiteY37" fmla="*/ 315849 h 485584"/>
              <a:gd name="connsiteX38" fmla="*/ 292132 w 371284"/>
              <a:gd name="connsiteY38" fmla="*/ 328613 h 485584"/>
              <a:gd name="connsiteX39" fmla="*/ 282702 w 371284"/>
              <a:gd name="connsiteY39" fmla="*/ 349282 h 485584"/>
              <a:gd name="connsiteX40" fmla="*/ 254413 w 371284"/>
              <a:gd name="connsiteY40" fmla="*/ 356521 h 485584"/>
              <a:gd name="connsiteX41" fmla="*/ 238506 w 371284"/>
              <a:gd name="connsiteY41" fmla="*/ 355283 h 485584"/>
              <a:gd name="connsiteX42" fmla="*/ 225266 w 371284"/>
              <a:gd name="connsiteY42" fmla="*/ 351282 h 485584"/>
              <a:gd name="connsiteX43" fmla="*/ 225266 w 371284"/>
              <a:gd name="connsiteY43" fmla="*/ 331375 h 485584"/>
              <a:gd name="connsiteX44" fmla="*/ 240697 w 371284"/>
              <a:gd name="connsiteY44" fmla="*/ 336709 h 485584"/>
              <a:gd name="connsiteX45" fmla="*/ 255270 w 371284"/>
              <a:gd name="connsiteY45" fmla="*/ 338804 h 485584"/>
              <a:gd name="connsiteX46" fmla="*/ 265271 w 371284"/>
              <a:gd name="connsiteY46" fmla="*/ 336709 h 485584"/>
              <a:gd name="connsiteX47" fmla="*/ 268319 w 371284"/>
              <a:gd name="connsiteY47" fmla="*/ 331184 h 485584"/>
              <a:gd name="connsiteX48" fmla="*/ 267081 w 371284"/>
              <a:gd name="connsiteY48" fmla="*/ 327184 h 485584"/>
              <a:gd name="connsiteX49" fmla="*/ 261842 w 371284"/>
              <a:gd name="connsiteY49" fmla="*/ 323183 h 485584"/>
              <a:gd name="connsiteX50" fmla="*/ 249174 w 371284"/>
              <a:gd name="connsiteY50" fmla="*/ 317373 h 485584"/>
              <a:gd name="connsiteX51" fmla="*/ 235458 w 371284"/>
              <a:gd name="connsiteY51" fmla="*/ 310325 h 485584"/>
              <a:gd name="connsiteX52" fmla="*/ 227648 w 371284"/>
              <a:gd name="connsiteY52" fmla="*/ 301943 h 485584"/>
              <a:gd name="connsiteX53" fmla="*/ 225076 w 371284"/>
              <a:gd name="connsiteY53" fmla="*/ 289560 h 485584"/>
              <a:gd name="connsiteX54" fmla="*/ 234601 w 371284"/>
              <a:gd name="connsiteY54" fmla="*/ 271082 h 485584"/>
              <a:gd name="connsiteX55" fmla="*/ 260033 w 371284"/>
              <a:gd name="connsiteY55" fmla="*/ 264890 h 485584"/>
              <a:gd name="connsiteX56" fmla="*/ 275749 w 371284"/>
              <a:gd name="connsiteY56" fmla="*/ 266510 h 485584"/>
              <a:gd name="connsiteX57" fmla="*/ 291179 w 371284"/>
              <a:gd name="connsiteY57" fmla="*/ 271844 h 485584"/>
              <a:gd name="connsiteX58" fmla="*/ 283845 w 371284"/>
              <a:gd name="connsiteY58" fmla="*/ 289179 h 485584"/>
              <a:gd name="connsiteX59" fmla="*/ 271558 w 371284"/>
              <a:gd name="connsiteY59" fmla="*/ 284607 h 485584"/>
              <a:gd name="connsiteX60" fmla="*/ 259747 w 371284"/>
              <a:gd name="connsiteY60" fmla="*/ 282702 h 485584"/>
              <a:gd name="connsiteX61" fmla="*/ 249079 w 371284"/>
              <a:gd name="connsiteY61" fmla="*/ 288512 h 485584"/>
              <a:gd name="connsiteX62" fmla="*/ 250412 w 371284"/>
              <a:gd name="connsiteY62" fmla="*/ 292322 h 485584"/>
              <a:gd name="connsiteX63" fmla="*/ 255746 w 371284"/>
              <a:gd name="connsiteY63" fmla="*/ 295942 h 485584"/>
              <a:gd name="connsiteX64" fmla="*/ 267462 w 371284"/>
              <a:gd name="connsiteY64" fmla="*/ 301085 h 485584"/>
              <a:gd name="connsiteX65" fmla="*/ 280607 w 371284"/>
              <a:gd name="connsiteY65" fmla="*/ 307467 h 485584"/>
              <a:gd name="connsiteX66" fmla="*/ 289179 w 371284"/>
              <a:gd name="connsiteY66" fmla="*/ 315849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71284" h="485584">
                <a:moveTo>
                  <a:pt x="364426" y="116777"/>
                </a:move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133445"/>
                </a:lnTo>
                <a:cubicBezTo>
                  <a:pt x="371285" y="127159"/>
                  <a:pt x="368808" y="121253"/>
                  <a:pt x="364426" y="116777"/>
                </a:cubicBezTo>
                <a:close/>
                <a:moveTo>
                  <a:pt x="28575" y="457010"/>
                </a:moveTo>
                <a:lnTo>
                  <a:pt x="28575" y="28575"/>
                </a:lnTo>
                <a:lnTo>
                  <a:pt x="227838" y="28575"/>
                </a:lnTo>
                <a:lnTo>
                  <a:pt x="227838" y="128492"/>
                </a:lnTo>
                <a:cubicBezTo>
                  <a:pt x="227838" y="136398"/>
                  <a:pt x="234220" y="142780"/>
                  <a:pt x="242126" y="142780"/>
                </a:cubicBezTo>
                <a:lnTo>
                  <a:pt x="342614" y="142780"/>
                </a:lnTo>
                <a:lnTo>
                  <a:pt x="342614" y="457010"/>
                </a:lnTo>
                <a:lnTo>
                  <a:pt x="28575" y="457010"/>
                </a:lnTo>
                <a:close/>
                <a:moveTo>
                  <a:pt x="137541" y="309658"/>
                </a:moveTo>
                <a:lnTo>
                  <a:pt x="167640" y="354806"/>
                </a:lnTo>
                <a:lnTo>
                  <a:pt x="140303" y="354806"/>
                </a:lnTo>
                <a:lnTo>
                  <a:pt x="121634" y="324517"/>
                </a:lnTo>
                <a:lnTo>
                  <a:pt x="102965" y="354806"/>
                </a:lnTo>
                <a:lnTo>
                  <a:pt x="75629" y="354806"/>
                </a:lnTo>
                <a:lnTo>
                  <a:pt x="105632" y="309658"/>
                </a:lnTo>
                <a:lnTo>
                  <a:pt x="77153" y="266414"/>
                </a:lnTo>
                <a:lnTo>
                  <a:pt x="104489" y="266414"/>
                </a:lnTo>
                <a:lnTo>
                  <a:pt x="121634" y="294608"/>
                </a:lnTo>
                <a:lnTo>
                  <a:pt x="138970" y="266414"/>
                </a:lnTo>
                <a:lnTo>
                  <a:pt x="166306" y="266414"/>
                </a:lnTo>
                <a:lnTo>
                  <a:pt x="137541" y="309658"/>
                </a:lnTo>
                <a:close/>
                <a:moveTo>
                  <a:pt x="181070" y="231743"/>
                </a:moveTo>
                <a:lnTo>
                  <a:pt x="205169" y="231743"/>
                </a:lnTo>
                <a:lnTo>
                  <a:pt x="205169" y="354806"/>
                </a:lnTo>
                <a:lnTo>
                  <a:pt x="181070" y="354806"/>
                </a:lnTo>
                <a:lnTo>
                  <a:pt x="181070" y="231743"/>
                </a:lnTo>
                <a:close/>
                <a:moveTo>
                  <a:pt x="289179" y="315849"/>
                </a:moveTo>
                <a:cubicBezTo>
                  <a:pt x="291179" y="319183"/>
                  <a:pt x="292132" y="323469"/>
                  <a:pt x="292132" y="328613"/>
                </a:cubicBezTo>
                <a:cubicBezTo>
                  <a:pt x="292132" y="337566"/>
                  <a:pt x="288989" y="344424"/>
                  <a:pt x="282702" y="349282"/>
                </a:cubicBezTo>
                <a:cubicBezTo>
                  <a:pt x="276416" y="354044"/>
                  <a:pt x="266986" y="356521"/>
                  <a:pt x="254413" y="356521"/>
                </a:cubicBezTo>
                <a:cubicBezTo>
                  <a:pt x="248222" y="356521"/>
                  <a:pt x="242983" y="356140"/>
                  <a:pt x="238506" y="355283"/>
                </a:cubicBezTo>
                <a:cubicBezTo>
                  <a:pt x="234125" y="354425"/>
                  <a:pt x="229648" y="353187"/>
                  <a:pt x="225266" y="351282"/>
                </a:cubicBezTo>
                <a:lnTo>
                  <a:pt x="225266" y="331375"/>
                </a:lnTo>
                <a:cubicBezTo>
                  <a:pt x="230029" y="333566"/>
                  <a:pt x="235172" y="335280"/>
                  <a:pt x="240697" y="336709"/>
                </a:cubicBezTo>
                <a:cubicBezTo>
                  <a:pt x="246221" y="338138"/>
                  <a:pt x="251079" y="338804"/>
                  <a:pt x="255270" y="338804"/>
                </a:cubicBezTo>
                <a:cubicBezTo>
                  <a:pt x="259937" y="338804"/>
                  <a:pt x="263271" y="338138"/>
                  <a:pt x="265271" y="336709"/>
                </a:cubicBezTo>
                <a:cubicBezTo>
                  <a:pt x="267272" y="335280"/>
                  <a:pt x="268319" y="333470"/>
                  <a:pt x="268319" y="331184"/>
                </a:cubicBezTo>
                <a:cubicBezTo>
                  <a:pt x="268319" y="329660"/>
                  <a:pt x="267938" y="328327"/>
                  <a:pt x="267081" y="327184"/>
                </a:cubicBezTo>
                <a:cubicBezTo>
                  <a:pt x="266319" y="326041"/>
                  <a:pt x="264509" y="324612"/>
                  <a:pt x="261842" y="323183"/>
                </a:cubicBezTo>
                <a:cubicBezTo>
                  <a:pt x="259175" y="321659"/>
                  <a:pt x="254889" y="319754"/>
                  <a:pt x="249174" y="317373"/>
                </a:cubicBezTo>
                <a:cubicBezTo>
                  <a:pt x="243554" y="314992"/>
                  <a:pt x="238982" y="312611"/>
                  <a:pt x="235458" y="310325"/>
                </a:cubicBezTo>
                <a:cubicBezTo>
                  <a:pt x="231934" y="308039"/>
                  <a:pt x="229362" y="305181"/>
                  <a:pt x="227648" y="301943"/>
                </a:cubicBezTo>
                <a:cubicBezTo>
                  <a:pt x="225933" y="298609"/>
                  <a:pt x="225076" y="294513"/>
                  <a:pt x="225076" y="289560"/>
                </a:cubicBezTo>
                <a:cubicBezTo>
                  <a:pt x="225076" y="281369"/>
                  <a:pt x="228219" y="275177"/>
                  <a:pt x="234601" y="271082"/>
                </a:cubicBezTo>
                <a:cubicBezTo>
                  <a:pt x="240983" y="266986"/>
                  <a:pt x="249460" y="264890"/>
                  <a:pt x="260033" y="264890"/>
                </a:cubicBezTo>
                <a:cubicBezTo>
                  <a:pt x="265557" y="264890"/>
                  <a:pt x="270796" y="265462"/>
                  <a:pt x="275749" y="266510"/>
                </a:cubicBezTo>
                <a:cubicBezTo>
                  <a:pt x="280702" y="267557"/>
                  <a:pt x="285845" y="269367"/>
                  <a:pt x="291179" y="271844"/>
                </a:cubicBezTo>
                <a:lnTo>
                  <a:pt x="283845" y="289179"/>
                </a:lnTo>
                <a:cubicBezTo>
                  <a:pt x="279559" y="287369"/>
                  <a:pt x="275463" y="285845"/>
                  <a:pt x="271558" y="284607"/>
                </a:cubicBezTo>
                <a:cubicBezTo>
                  <a:pt x="267653" y="283369"/>
                  <a:pt x="263747" y="282702"/>
                  <a:pt x="259747" y="282702"/>
                </a:cubicBezTo>
                <a:cubicBezTo>
                  <a:pt x="252603" y="282702"/>
                  <a:pt x="249079" y="284607"/>
                  <a:pt x="249079" y="288512"/>
                </a:cubicBezTo>
                <a:cubicBezTo>
                  <a:pt x="249079" y="289941"/>
                  <a:pt x="249555" y="291179"/>
                  <a:pt x="250412" y="292322"/>
                </a:cubicBezTo>
                <a:cubicBezTo>
                  <a:pt x="251365" y="293465"/>
                  <a:pt x="253079" y="294704"/>
                  <a:pt x="255746" y="295942"/>
                </a:cubicBezTo>
                <a:cubicBezTo>
                  <a:pt x="258413" y="297275"/>
                  <a:pt x="262319" y="298990"/>
                  <a:pt x="267462" y="301085"/>
                </a:cubicBezTo>
                <a:cubicBezTo>
                  <a:pt x="272510" y="303086"/>
                  <a:pt x="276892" y="305276"/>
                  <a:pt x="280607" y="307467"/>
                </a:cubicBezTo>
                <a:cubicBezTo>
                  <a:pt x="284321" y="309658"/>
                  <a:pt x="287179" y="312515"/>
                  <a:pt x="289179" y="315849"/>
                </a:cubicBezTo>
                <a:close/>
              </a:path>
            </a:pathLst>
          </a:custGeom>
          <a:solidFill>
            <a:schemeClr val="bg1"/>
          </a:solidFill>
          <a:ln w="9525" cap="flat">
            <a:noFill/>
            <a:prstDash val="solid"/>
            <a:miter/>
          </a:ln>
        </p:spPr>
        <p:txBody>
          <a:bodyPr rtlCol="0" anchor="ctr"/>
          <a:lstStyle/>
          <a:p>
            <a:endParaRPr lang="en-US"/>
          </a:p>
        </p:txBody>
      </p:sp>
      <p:sp>
        <p:nvSpPr>
          <p:cNvPr id="113" name="Grafik 31">
            <a:extLst>
              <a:ext uri="{FF2B5EF4-FFF2-40B4-BE49-F238E27FC236}">
                <a16:creationId xmlns:a16="http://schemas.microsoft.com/office/drawing/2014/main" id="{4A411EB7-7305-4B6D-93DE-94ED3F2DBDCA}"/>
              </a:ext>
            </a:extLst>
          </p:cNvPr>
          <p:cNvSpPr/>
          <p:nvPr/>
        </p:nvSpPr>
        <p:spPr bwMode="gray">
          <a:xfrm>
            <a:off x="5845290" y="1920454"/>
            <a:ext cx="371284" cy="485584"/>
          </a:xfrm>
          <a:custGeom>
            <a:avLst/>
            <a:gdLst>
              <a:gd name="connsiteX0" fmla="*/ 364426 w 371284"/>
              <a:gd name="connsiteY0" fmla="*/ 116777 h 485584"/>
              <a:gd name="connsiteX1" fmla="*/ 256699 w 371284"/>
              <a:gd name="connsiteY1" fmla="*/ 7144 h 485584"/>
              <a:gd name="connsiteX2" fmla="*/ 239744 w 371284"/>
              <a:gd name="connsiteY2" fmla="*/ 0 h 485584"/>
              <a:gd name="connsiteX3" fmla="*/ 23813 w 371284"/>
              <a:gd name="connsiteY3" fmla="*/ 0 h 485584"/>
              <a:gd name="connsiteX4" fmla="*/ 0 w 371284"/>
              <a:gd name="connsiteY4" fmla="*/ 23813 h 485584"/>
              <a:gd name="connsiteX5" fmla="*/ 0 w 371284"/>
              <a:gd name="connsiteY5" fmla="*/ 461772 h 485584"/>
              <a:gd name="connsiteX6" fmla="*/ 23813 w 371284"/>
              <a:gd name="connsiteY6" fmla="*/ 485585 h 485584"/>
              <a:gd name="connsiteX7" fmla="*/ 347472 w 371284"/>
              <a:gd name="connsiteY7" fmla="*/ 485585 h 485584"/>
              <a:gd name="connsiteX8" fmla="*/ 371285 w 371284"/>
              <a:gd name="connsiteY8" fmla="*/ 461772 h 485584"/>
              <a:gd name="connsiteX9" fmla="*/ 371285 w 371284"/>
              <a:gd name="connsiteY9" fmla="*/ 133445 h 485584"/>
              <a:gd name="connsiteX10" fmla="*/ 364426 w 371284"/>
              <a:gd name="connsiteY10" fmla="*/ 116777 h 485584"/>
              <a:gd name="connsiteX11" fmla="*/ 28575 w 371284"/>
              <a:gd name="connsiteY11" fmla="*/ 457010 h 485584"/>
              <a:gd name="connsiteX12" fmla="*/ 28575 w 371284"/>
              <a:gd name="connsiteY12" fmla="*/ 28575 h 485584"/>
              <a:gd name="connsiteX13" fmla="*/ 227838 w 371284"/>
              <a:gd name="connsiteY13" fmla="*/ 28575 h 485584"/>
              <a:gd name="connsiteX14" fmla="*/ 227838 w 371284"/>
              <a:gd name="connsiteY14" fmla="*/ 128492 h 485584"/>
              <a:gd name="connsiteX15" fmla="*/ 242126 w 371284"/>
              <a:gd name="connsiteY15" fmla="*/ 142780 h 485584"/>
              <a:gd name="connsiteX16" fmla="*/ 342614 w 371284"/>
              <a:gd name="connsiteY16" fmla="*/ 142780 h 485584"/>
              <a:gd name="connsiteX17" fmla="*/ 342614 w 371284"/>
              <a:gd name="connsiteY17" fmla="*/ 457010 h 485584"/>
              <a:gd name="connsiteX18" fmla="*/ 28575 w 371284"/>
              <a:gd name="connsiteY18" fmla="*/ 457010 h 485584"/>
              <a:gd name="connsiteX19" fmla="*/ 109157 w 371284"/>
              <a:gd name="connsiteY19" fmla="*/ 264795 h 485584"/>
              <a:gd name="connsiteX20" fmla="*/ 93631 w 371284"/>
              <a:gd name="connsiteY20" fmla="*/ 268700 h 485584"/>
              <a:gd name="connsiteX21" fmla="*/ 84106 w 371284"/>
              <a:gd name="connsiteY21" fmla="*/ 277940 h 485584"/>
              <a:gd name="connsiteX22" fmla="*/ 82963 w 371284"/>
              <a:gd name="connsiteY22" fmla="*/ 277940 h 485584"/>
              <a:gd name="connsiteX23" fmla="*/ 79534 w 371284"/>
              <a:gd name="connsiteY23" fmla="*/ 266414 h 485584"/>
              <a:gd name="connsiteX24" fmla="*/ 60008 w 371284"/>
              <a:gd name="connsiteY24" fmla="*/ 266414 h 485584"/>
              <a:gd name="connsiteX25" fmla="*/ 60008 w 371284"/>
              <a:gd name="connsiteY25" fmla="*/ 393668 h 485584"/>
              <a:gd name="connsiteX26" fmla="*/ 84106 w 371284"/>
              <a:gd name="connsiteY26" fmla="*/ 393668 h 485584"/>
              <a:gd name="connsiteX27" fmla="*/ 84106 w 371284"/>
              <a:gd name="connsiteY27" fmla="*/ 358045 h 485584"/>
              <a:gd name="connsiteX28" fmla="*/ 82772 w 371284"/>
              <a:gd name="connsiteY28" fmla="*/ 345091 h 485584"/>
              <a:gd name="connsiteX29" fmla="*/ 84106 w 371284"/>
              <a:gd name="connsiteY29" fmla="*/ 345091 h 485584"/>
              <a:gd name="connsiteX30" fmla="*/ 93345 w 371284"/>
              <a:gd name="connsiteY30" fmla="*/ 352901 h 485584"/>
              <a:gd name="connsiteX31" fmla="*/ 108585 w 371284"/>
              <a:gd name="connsiteY31" fmla="*/ 356425 h 485584"/>
              <a:gd name="connsiteX32" fmla="*/ 133064 w 371284"/>
              <a:gd name="connsiteY32" fmla="*/ 344805 h 485584"/>
              <a:gd name="connsiteX33" fmla="*/ 142589 w 371284"/>
              <a:gd name="connsiteY33" fmla="*/ 310515 h 485584"/>
              <a:gd name="connsiteX34" fmla="*/ 133350 w 371284"/>
              <a:gd name="connsiteY34" fmla="*/ 276416 h 485584"/>
              <a:gd name="connsiteX35" fmla="*/ 109157 w 371284"/>
              <a:gd name="connsiteY35" fmla="*/ 264795 h 485584"/>
              <a:gd name="connsiteX36" fmla="*/ 114014 w 371284"/>
              <a:gd name="connsiteY36" fmla="*/ 330041 h 485584"/>
              <a:gd name="connsiteX37" fmla="*/ 101822 w 371284"/>
              <a:gd name="connsiteY37" fmla="*/ 336899 h 485584"/>
              <a:gd name="connsiteX38" fmla="*/ 88011 w 371284"/>
              <a:gd name="connsiteY38" fmla="*/ 330041 h 485584"/>
              <a:gd name="connsiteX39" fmla="*/ 84201 w 371284"/>
              <a:gd name="connsiteY39" fmla="*/ 310325 h 485584"/>
              <a:gd name="connsiteX40" fmla="*/ 84201 w 371284"/>
              <a:gd name="connsiteY40" fmla="*/ 307753 h 485584"/>
              <a:gd name="connsiteX41" fmla="*/ 88202 w 371284"/>
              <a:gd name="connsiteY41" fmla="*/ 290036 h 485584"/>
              <a:gd name="connsiteX42" fmla="*/ 101441 w 371284"/>
              <a:gd name="connsiteY42" fmla="*/ 284131 h 485584"/>
              <a:gd name="connsiteX43" fmla="*/ 117920 w 371284"/>
              <a:gd name="connsiteY43" fmla="*/ 310229 h 485584"/>
              <a:gd name="connsiteX44" fmla="*/ 114014 w 371284"/>
              <a:gd name="connsiteY44" fmla="*/ 330041 h 485584"/>
              <a:gd name="connsiteX45" fmla="*/ 215551 w 371284"/>
              <a:gd name="connsiteY45" fmla="*/ 260128 h 485584"/>
              <a:gd name="connsiteX46" fmla="*/ 216218 w 371284"/>
              <a:gd name="connsiteY46" fmla="*/ 270224 h 485584"/>
              <a:gd name="connsiteX47" fmla="*/ 217361 w 371284"/>
              <a:gd name="connsiteY47" fmla="*/ 277749 h 485584"/>
              <a:gd name="connsiteX48" fmla="*/ 216599 w 371284"/>
              <a:gd name="connsiteY48" fmla="*/ 277749 h 485584"/>
              <a:gd name="connsiteX49" fmla="*/ 206883 w 371284"/>
              <a:gd name="connsiteY49" fmla="*/ 268510 h 485584"/>
              <a:gd name="connsiteX50" fmla="*/ 191167 w 371284"/>
              <a:gd name="connsiteY50" fmla="*/ 264795 h 485584"/>
              <a:gd name="connsiteX51" fmla="*/ 166592 w 371284"/>
              <a:gd name="connsiteY51" fmla="*/ 276416 h 485584"/>
              <a:gd name="connsiteX52" fmla="*/ 157163 w 371284"/>
              <a:gd name="connsiteY52" fmla="*/ 310706 h 485584"/>
              <a:gd name="connsiteX53" fmla="*/ 166497 w 371284"/>
              <a:gd name="connsiteY53" fmla="*/ 344805 h 485584"/>
              <a:gd name="connsiteX54" fmla="*/ 190500 w 371284"/>
              <a:gd name="connsiteY54" fmla="*/ 356425 h 485584"/>
              <a:gd name="connsiteX55" fmla="*/ 206026 w 371284"/>
              <a:gd name="connsiteY55" fmla="*/ 352616 h 485584"/>
              <a:gd name="connsiteX56" fmla="*/ 215551 w 371284"/>
              <a:gd name="connsiteY56" fmla="*/ 343281 h 485584"/>
              <a:gd name="connsiteX57" fmla="*/ 216503 w 371284"/>
              <a:gd name="connsiteY57" fmla="*/ 343281 h 485584"/>
              <a:gd name="connsiteX58" fmla="*/ 221171 w 371284"/>
              <a:gd name="connsiteY58" fmla="*/ 354806 h 485584"/>
              <a:gd name="connsiteX59" fmla="*/ 239649 w 371284"/>
              <a:gd name="connsiteY59" fmla="*/ 354806 h 485584"/>
              <a:gd name="connsiteX60" fmla="*/ 239649 w 371284"/>
              <a:gd name="connsiteY60" fmla="*/ 231743 h 485584"/>
              <a:gd name="connsiteX61" fmla="*/ 215551 w 371284"/>
              <a:gd name="connsiteY61" fmla="*/ 231743 h 485584"/>
              <a:gd name="connsiteX62" fmla="*/ 215551 w 371284"/>
              <a:gd name="connsiteY62" fmla="*/ 260128 h 485584"/>
              <a:gd name="connsiteX63" fmla="*/ 217170 w 371284"/>
              <a:gd name="connsiteY63" fmla="*/ 313563 h 485584"/>
              <a:gd name="connsiteX64" fmla="*/ 212789 w 371284"/>
              <a:gd name="connsiteY64" fmla="*/ 331280 h 485584"/>
              <a:gd name="connsiteX65" fmla="*/ 198882 w 371284"/>
              <a:gd name="connsiteY65" fmla="*/ 337185 h 485584"/>
              <a:gd name="connsiteX66" fmla="*/ 186119 w 371284"/>
              <a:gd name="connsiteY66" fmla="*/ 330613 h 485584"/>
              <a:gd name="connsiteX67" fmla="*/ 181547 w 371284"/>
              <a:gd name="connsiteY67" fmla="*/ 311087 h 485584"/>
              <a:gd name="connsiteX68" fmla="*/ 186119 w 371284"/>
              <a:gd name="connsiteY68" fmla="*/ 291275 h 485584"/>
              <a:gd name="connsiteX69" fmla="*/ 198596 w 371284"/>
              <a:gd name="connsiteY69" fmla="*/ 284417 h 485584"/>
              <a:gd name="connsiteX70" fmla="*/ 213265 w 371284"/>
              <a:gd name="connsiteY70" fmla="*/ 291275 h 485584"/>
              <a:gd name="connsiteX71" fmla="*/ 217265 w 371284"/>
              <a:gd name="connsiteY71" fmla="*/ 310991 h 485584"/>
              <a:gd name="connsiteX72" fmla="*/ 217265 w 371284"/>
              <a:gd name="connsiteY72" fmla="*/ 313563 h 485584"/>
              <a:gd name="connsiteX73" fmla="*/ 312896 w 371284"/>
              <a:gd name="connsiteY73" fmla="*/ 232124 h 485584"/>
              <a:gd name="connsiteX74" fmla="*/ 322326 w 371284"/>
              <a:gd name="connsiteY74" fmla="*/ 234696 h 485584"/>
              <a:gd name="connsiteX75" fmla="*/ 316135 w 371284"/>
              <a:gd name="connsiteY75" fmla="*/ 252317 h 485584"/>
              <a:gd name="connsiteX76" fmla="*/ 310039 w 371284"/>
              <a:gd name="connsiteY76" fmla="*/ 250793 h 485584"/>
              <a:gd name="connsiteX77" fmla="*/ 302705 w 371284"/>
              <a:gd name="connsiteY77" fmla="*/ 250031 h 485584"/>
              <a:gd name="connsiteX78" fmla="*/ 295370 w 371284"/>
              <a:gd name="connsiteY78" fmla="*/ 253079 h 485584"/>
              <a:gd name="connsiteX79" fmla="*/ 292989 w 371284"/>
              <a:gd name="connsiteY79" fmla="*/ 260890 h 485584"/>
              <a:gd name="connsiteX80" fmla="*/ 292989 w 371284"/>
              <a:gd name="connsiteY80" fmla="*/ 266414 h 485584"/>
              <a:gd name="connsiteX81" fmla="*/ 313849 w 371284"/>
              <a:gd name="connsiteY81" fmla="*/ 266414 h 485584"/>
              <a:gd name="connsiteX82" fmla="*/ 313849 w 371284"/>
              <a:gd name="connsiteY82" fmla="*/ 284512 h 485584"/>
              <a:gd name="connsiteX83" fmla="*/ 292989 w 371284"/>
              <a:gd name="connsiteY83" fmla="*/ 284512 h 485584"/>
              <a:gd name="connsiteX84" fmla="*/ 292989 w 371284"/>
              <a:gd name="connsiteY84" fmla="*/ 354806 h 485584"/>
              <a:gd name="connsiteX85" fmla="*/ 268891 w 371284"/>
              <a:gd name="connsiteY85" fmla="*/ 354806 h 485584"/>
              <a:gd name="connsiteX86" fmla="*/ 268891 w 371284"/>
              <a:gd name="connsiteY86" fmla="*/ 284512 h 485584"/>
              <a:gd name="connsiteX87" fmla="*/ 255651 w 371284"/>
              <a:gd name="connsiteY87" fmla="*/ 284512 h 485584"/>
              <a:gd name="connsiteX88" fmla="*/ 255651 w 371284"/>
              <a:gd name="connsiteY88" fmla="*/ 272891 h 485584"/>
              <a:gd name="connsiteX89" fmla="*/ 268891 w 371284"/>
              <a:gd name="connsiteY89" fmla="*/ 266414 h 485584"/>
              <a:gd name="connsiteX90" fmla="*/ 268891 w 371284"/>
              <a:gd name="connsiteY90" fmla="*/ 259937 h 485584"/>
              <a:gd name="connsiteX91" fmla="*/ 272701 w 371284"/>
              <a:gd name="connsiteY91" fmla="*/ 242411 h 485584"/>
              <a:gd name="connsiteX92" fmla="*/ 283559 w 371284"/>
              <a:gd name="connsiteY92" fmla="*/ 233553 h 485584"/>
              <a:gd name="connsiteX93" fmla="*/ 300133 w 371284"/>
              <a:gd name="connsiteY93" fmla="*/ 230981 h 485584"/>
              <a:gd name="connsiteX94" fmla="*/ 312896 w 371284"/>
              <a:gd name="connsiteY94" fmla="*/ 232124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71284" h="485584">
                <a:moveTo>
                  <a:pt x="364426" y="116777"/>
                </a:moveTo>
                <a:lnTo>
                  <a:pt x="256699" y="7144"/>
                </a:lnTo>
                <a:cubicBezTo>
                  <a:pt x="252222" y="2572"/>
                  <a:pt x="246031" y="0"/>
                  <a:pt x="239744" y="0"/>
                </a:cubicBezTo>
                <a:lnTo>
                  <a:pt x="23813" y="0"/>
                </a:lnTo>
                <a:cubicBezTo>
                  <a:pt x="10668" y="0"/>
                  <a:pt x="0" y="10668"/>
                  <a:pt x="0" y="23813"/>
                </a:cubicBezTo>
                <a:lnTo>
                  <a:pt x="0" y="461772"/>
                </a:lnTo>
                <a:cubicBezTo>
                  <a:pt x="0" y="474917"/>
                  <a:pt x="10668" y="485585"/>
                  <a:pt x="23813" y="485585"/>
                </a:cubicBezTo>
                <a:lnTo>
                  <a:pt x="347472" y="485585"/>
                </a:lnTo>
                <a:cubicBezTo>
                  <a:pt x="360617" y="485585"/>
                  <a:pt x="371285" y="474917"/>
                  <a:pt x="371285" y="461772"/>
                </a:cubicBezTo>
                <a:lnTo>
                  <a:pt x="371285" y="133445"/>
                </a:lnTo>
                <a:cubicBezTo>
                  <a:pt x="371285" y="127159"/>
                  <a:pt x="368808" y="121253"/>
                  <a:pt x="364426" y="116777"/>
                </a:cubicBezTo>
                <a:close/>
                <a:moveTo>
                  <a:pt x="28575" y="457010"/>
                </a:moveTo>
                <a:lnTo>
                  <a:pt x="28575" y="28575"/>
                </a:lnTo>
                <a:lnTo>
                  <a:pt x="227838" y="28575"/>
                </a:lnTo>
                <a:lnTo>
                  <a:pt x="227838" y="128492"/>
                </a:lnTo>
                <a:cubicBezTo>
                  <a:pt x="227838" y="136398"/>
                  <a:pt x="234220" y="142780"/>
                  <a:pt x="242126" y="142780"/>
                </a:cubicBezTo>
                <a:lnTo>
                  <a:pt x="342614" y="142780"/>
                </a:lnTo>
                <a:lnTo>
                  <a:pt x="342614" y="457010"/>
                </a:lnTo>
                <a:lnTo>
                  <a:pt x="28575" y="457010"/>
                </a:lnTo>
                <a:close/>
                <a:moveTo>
                  <a:pt x="109157" y="264795"/>
                </a:moveTo>
                <a:cubicBezTo>
                  <a:pt x="102775" y="264795"/>
                  <a:pt x="97631" y="266129"/>
                  <a:pt x="93631" y="268700"/>
                </a:cubicBezTo>
                <a:cubicBezTo>
                  <a:pt x="89630" y="271272"/>
                  <a:pt x="86487" y="274320"/>
                  <a:pt x="84106" y="277940"/>
                </a:cubicBezTo>
                <a:lnTo>
                  <a:pt x="82963" y="277940"/>
                </a:lnTo>
                <a:lnTo>
                  <a:pt x="79534" y="266414"/>
                </a:lnTo>
                <a:lnTo>
                  <a:pt x="60008" y="266414"/>
                </a:lnTo>
                <a:lnTo>
                  <a:pt x="60008" y="393668"/>
                </a:lnTo>
                <a:lnTo>
                  <a:pt x="84106" y="393668"/>
                </a:lnTo>
                <a:lnTo>
                  <a:pt x="84106" y="358045"/>
                </a:lnTo>
                <a:cubicBezTo>
                  <a:pt x="84106" y="353949"/>
                  <a:pt x="83630" y="349663"/>
                  <a:pt x="82772" y="345091"/>
                </a:cubicBezTo>
                <a:lnTo>
                  <a:pt x="84106" y="345091"/>
                </a:lnTo>
                <a:cubicBezTo>
                  <a:pt x="86487" y="348044"/>
                  <a:pt x="89535" y="350615"/>
                  <a:pt x="93345" y="352901"/>
                </a:cubicBezTo>
                <a:cubicBezTo>
                  <a:pt x="97155" y="355187"/>
                  <a:pt x="102203" y="356425"/>
                  <a:pt x="108585" y="356425"/>
                </a:cubicBezTo>
                <a:cubicBezTo>
                  <a:pt x="118491" y="356425"/>
                  <a:pt x="126683" y="352520"/>
                  <a:pt x="133064" y="344805"/>
                </a:cubicBezTo>
                <a:cubicBezTo>
                  <a:pt x="139446" y="336995"/>
                  <a:pt x="142589" y="325565"/>
                  <a:pt x="142589" y="310515"/>
                </a:cubicBezTo>
                <a:cubicBezTo>
                  <a:pt x="142589" y="295466"/>
                  <a:pt x="139541" y="284131"/>
                  <a:pt x="133350" y="276416"/>
                </a:cubicBezTo>
                <a:cubicBezTo>
                  <a:pt x="127159" y="268700"/>
                  <a:pt x="119158" y="264795"/>
                  <a:pt x="109157" y="264795"/>
                </a:cubicBezTo>
                <a:close/>
                <a:moveTo>
                  <a:pt x="114014" y="330041"/>
                </a:moveTo>
                <a:cubicBezTo>
                  <a:pt x="111347" y="334613"/>
                  <a:pt x="107252" y="336899"/>
                  <a:pt x="101822" y="336899"/>
                </a:cubicBezTo>
                <a:cubicBezTo>
                  <a:pt x="95155" y="336899"/>
                  <a:pt x="90488" y="334613"/>
                  <a:pt x="88011" y="330041"/>
                </a:cubicBezTo>
                <a:cubicBezTo>
                  <a:pt x="85439" y="325469"/>
                  <a:pt x="84201" y="318897"/>
                  <a:pt x="84201" y="310325"/>
                </a:cubicBezTo>
                <a:lnTo>
                  <a:pt x="84201" y="307753"/>
                </a:lnTo>
                <a:cubicBezTo>
                  <a:pt x="84296" y="299847"/>
                  <a:pt x="85630" y="293942"/>
                  <a:pt x="88202" y="290036"/>
                </a:cubicBezTo>
                <a:cubicBezTo>
                  <a:pt x="90773" y="286131"/>
                  <a:pt x="95250" y="284131"/>
                  <a:pt x="101441" y="284131"/>
                </a:cubicBezTo>
                <a:cubicBezTo>
                  <a:pt x="112490" y="284131"/>
                  <a:pt x="117920" y="292799"/>
                  <a:pt x="117920" y="310229"/>
                </a:cubicBezTo>
                <a:cubicBezTo>
                  <a:pt x="117920" y="318802"/>
                  <a:pt x="116586" y="325374"/>
                  <a:pt x="114014" y="330041"/>
                </a:cubicBezTo>
                <a:close/>
                <a:moveTo>
                  <a:pt x="215551" y="260128"/>
                </a:moveTo>
                <a:cubicBezTo>
                  <a:pt x="215551" y="263557"/>
                  <a:pt x="215741" y="266986"/>
                  <a:pt x="216218" y="270224"/>
                </a:cubicBezTo>
                <a:cubicBezTo>
                  <a:pt x="216694" y="273558"/>
                  <a:pt x="216980" y="276035"/>
                  <a:pt x="217361" y="277749"/>
                </a:cubicBezTo>
                <a:lnTo>
                  <a:pt x="216599" y="277749"/>
                </a:lnTo>
                <a:cubicBezTo>
                  <a:pt x="214217" y="274034"/>
                  <a:pt x="210979" y="270986"/>
                  <a:pt x="206883" y="268510"/>
                </a:cubicBezTo>
                <a:cubicBezTo>
                  <a:pt x="202787" y="266033"/>
                  <a:pt x="197549" y="264795"/>
                  <a:pt x="191167" y="264795"/>
                </a:cubicBezTo>
                <a:cubicBezTo>
                  <a:pt x="180975" y="264795"/>
                  <a:pt x="172784" y="268700"/>
                  <a:pt x="166592" y="276416"/>
                </a:cubicBezTo>
                <a:cubicBezTo>
                  <a:pt x="160306" y="284226"/>
                  <a:pt x="157163" y="295656"/>
                  <a:pt x="157163" y="310706"/>
                </a:cubicBezTo>
                <a:cubicBezTo>
                  <a:pt x="157163" y="325755"/>
                  <a:pt x="160306" y="337090"/>
                  <a:pt x="166497" y="344805"/>
                </a:cubicBezTo>
                <a:cubicBezTo>
                  <a:pt x="172688" y="352520"/>
                  <a:pt x="180689" y="356425"/>
                  <a:pt x="190500" y="356425"/>
                </a:cubicBezTo>
                <a:cubicBezTo>
                  <a:pt x="196882" y="356425"/>
                  <a:pt x="202025" y="355187"/>
                  <a:pt x="206026" y="352616"/>
                </a:cubicBezTo>
                <a:cubicBezTo>
                  <a:pt x="210026" y="350044"/>
                  <a:pt x="213169" y="346996"/>
                  <a:pt x="215551" y="343281"/>
                </a:cubicBezTo>
                <a:lnTo>
                  <a:pt x="216503" y="343281"/>
                </a:lnTo>
                <a:lnTo>
                  <a:pt x="221171" y="354806"/>
                </a:lnTo>
                <a:lnTo>
                  <a:pt x="239649" y="354806"/>
                </a:lnTo>
                <a:lnTo>
                  <a:pt x="239649" y="231743"/>
                </a:lnTo>
                <a:lnTo>
                  <a:pt x="215551" y="231743"/>
                </a:lnTo>
                <a:lnTo>
                  <a:pt x="215551" y="260128"/>
                </a:lnTo>
                <a:close/>
                <a:moveTo>
                  <a:pt x="217170" y="313563"/>
                </a:moveTo>
                <a:cubicBezTo>
                  <a:pt x="216980" y="321469"/>
                  <a:pt x="215456" y="327374"/>
                  <a:pt x="212789" y="331280"/>
                </a:cubicBezTo>
                <a:cubicBezTo>
                  <a:pt x="210122" y="335185"/>
                  <a:pt x="205454" y="337185"/>
                  <a:pt x="198882" y="337185"/>
                </a:cubicBezTo>
                <a:cubicBezTo>
                  <a:pt x="193358" y="337185"/>
                  <a:pt x="189071" y="334994"/>
                  <a:pt x="186119" y="330613"/>
                </a:cubicBezTo>
                <a:cubicBezTo>
                  <a:pt x="183071" y="326231"/>
                  <a:pt x="181547" y="319754"/>
                  <a:pt x="181547" y="311087"/>
                </a:cubicBezTo>
                <a:cubicBezTo>
                  <a:pt x="181547" y="302419"/>
                  <a:pt x="183071" y="295847"/>
                  <a:pt x="186119" y="291275"/>
                </a:cubicBezTo>
                <a:cubicBezTo>
                  <a:pt x="189167" y="286703"/>
                  <a:pt x="193262" y="284417"/>
                  <a:pt x="198596" y="284417"/>
                </a:cubicBezTo>
                <a:cubicBezTo>
                  <a:pt x="205740" y="284417"/>
                  <a:pt x="210598" y="286703"/>
                  <a:pt x="213265" y="291275"/>
                </a:cubicBezTo>
                <a:cubicBezTo>
                  <a:pt x="215932" y="295847"/>
                  <a:pt x="217265" y="302419"/>
                  <a:pt x="217265" y="310991"/>
                </a:cubicBezTo>
                <a:lnTo>
                  <a:pt x="217265" y="313563"/>
                </a:lnTo>
                <a:close/>
                <a:moveTo>
                  <a:pt x="312896" y="232124"/>
                </a:moveTo>
                <a:cubicBezTo>
                  <a:pt x="316801" y="232886"/>
                  <a:pt x="319945" y="233744"/>
                  <a:pt x="322326" y="234696"/>
                </a:cubicBezTo>
                <a:lnTo>
                  <a:pt x="316135" y="252317"/>
                </a:lnTo>
                <a:cubicBezTo>
                  <a:pt x="314325" y="251746"/>
                  <a:pt x="312230" y="251269"/>
                  <a:pt x="310039" y="250793"/>
                </a:cubicBezTo>
                <a:cubicBezTo>
                  <a:pt x="307848" y="250317"/>
                  <a:pt x="305372" y="250031"/>
                  <a:pt x="302705" y="250031"/>
                </a:cubicBezTo>
                <a:cubicBezTo>
                  <a:pt x="299371" y="250031"/>
                  <a:pt x="296894" y="251079"/>
                  <a:pt x="295370" y="253079"/>
                </a:cubicBezTo>
                <a:cubicBezTo>
                  <a:pt x="293751" y="255080"/>
                  <a:pt x="292989" y="257747"/>
                  <a:pt x="292989" y="260890"/>
                </a:cubicBezTo>
                <a:lnTo>
                  <a:pt x="292989" y="266414"/>
                </a:lnTo>
                <a:lnTo>
                  <a:pt x="313849" y="266414"/>
                </a:lnTo>
                <a:lnTo>
                  <a:pt x="313849" y="284512"/>
                </a:lnTo>
                <a:lnTo>
                  <a:pt x="292989" y="284512"/>
                </a:lnTo>
                <a:lnTo>
                  <a:pt x="292989" y="354806"/>
                </a:lnTo>
                <a:lnTo>
                  <a:pt x="268891" y="354806"/>
                </a:lnTo>
                <a:lnTo>
                  <a:pt x="268891" y="284512"/>
                </a:lnTo>
                <a:lnTo>
                  <a:pt x="255651" y="284512"/>
                </a:lnTo>
                <a:lnTo>
                  <a:pt x="255651" y="272891"/>
                </a:lnTo>
                <a:lnTo>
                  <a:pt x="268891" y="266414"/>
                </a:lnTo>
                <a:lnTo>
                  <a:pt x="268891" y="259937"/>
                </a:lnTo>
                <a:cubicBezTo>
                  <a:pt x="268891" y="252413"/>
                  <a:pt x="270129" y="246507"/>
                  <a:pt x="272701" y="242411"/>
                </a:cubicBezTo>
                <a:cubicBezTo>
                  <a:pt x="275273" y="238220"/>
                  <a:pt x="278892" y="235268"/>
                  <a:pt x="283559" y="233553"/>
                </a:cubicBezTo>
                <a:cubicBezTo>
                  <a:pt x="288227" y="231839"/>
                  <a:pt x="293751" y="230981"/>
                  <a:pt x="300133" y="230981"/>
                </a:cubicBezTo>
                <a:cubicBezTo>
                  <a:pt x="304705" y="230981"/>
                  <a:pt x="308991" y="231362"/>
                  <a:pt x="312896" y="232124"/>
                </a:cubicBezTo>
                <a:close/>
              </a:path>
            </a:pathLst>
          </a:custGeom>
          <a:solidFill>
            <a:schemeClr val="bg1"/>
          </a:solidFill>
          <a:ln w="9525" cap="flat">
            <a:noFill/>
            <a:prstDash val="solid"/>
            <a:miter/>
          </a:ln>
        </p:spPr>
        <p:txBody>
          <a:bodyPr rtlCol="0" anchor="ctr"/>
          <a:lstStyle/>
          <a:p>
            <a:endParaRPr lang="en-US" dirty="0"/>
          </a:p>
        </p:txBody>
      </p:sp>
      <p:sp>
        <p:nvSpPr>
          <p:cNvPr id="115" name="Grafik 37">
            <a:extLst>
              <a:ext uri="{FF2B5EF4-FFF2-40B4-BE49-F238E27FC236}">
                <a16:creationId xmlns:a16="http://schemas.microsoft.com/office/drawing/2014/main" id="{19EF2D1C-EC81-4714-8FC1-64EA0DAD801C}"/>
              </a:ext>
            </a:extLst>
          </p:cNvPr>
          <p:cNvSpPr/>
          <p:nvPr/>
        </p:nvSpPr>
        <p:spPr bwMode="gray">
          <a:xfrm>
            <a:off x="8324016" y="2006507"/>
            <a:ext cx="485584" cy="314229"/>
          </a:xfrm>
          <a:custGeom>
            <a:avLst/>
            <a:gdLst>
              <a:gd name="connsiteX0" fmla="*/ 461772 w 485584"/>
              <a:gd name="connsiteY0" fmla="*/ 0 h 314229"/>
              <a:gd name="connsiteX1" fmla="*/ 23813 w 485584"/>
              <a:gd name="connsiteY1" fmla="*/ 0 h 314229"/>
              <a:gd name="connsiteX2" fmla="*/ 0 w 485584"/>
              <a:gd name="connsiteY2" fmla="*/ 23813 h 314229"/>
              <a:gd name="connsiteX3" fmla="*/ 0 w 485584"/>
              <a:gd name="connsiteY3" fmla="*/ 290417 h 314229"/>
              <a:gd name="connsiteX4" fmla="*/ 23813 w 485584"/>
              <a:gd name="connsiteY4" fmla="*/ 314230 h 314229"/>
              <a:gd name="connsiteX5" fmla="*/ 461772 w 485584"/>
              <a:gd name="connsiteY5" fmla="*/ 314230 h 314229"/>
              <a:gd name="connsiteX6" fmla="*/ 485585 w 485584"/>
              <a:gd name="connsiteY6" fmla="*/ 290417 h 314229"/>
              <a:gd name="connsiteX7" fmla="*/ 485585 w 485584"/>
              <a:gd name="connsiteY7" fmla="*/ 23813 h 314229"/>
              <a:gd name="connsiteX8" fmla="*/ 461772 w 485584"/>
              <a:gd name="connsiteY8" fmla="*/ 0 h 314229"/>
              <a:gd name="connsiteX9" fmla="*/ 242792 w 485584"/>
              <a:gd name="connsiteY9" fmla="*/ 169355 h 314229"/>
              <a:gd name="connsiteX10" fmla="*/ 64865 w 485584"/>
              <a:gd name="connsiteY10" fmla="*/ 28575 h 314229"/>
              <a:gd name="connsiteX11" fmla="*/ 420624 w 485584"/>
              <a:gd name="connsiteY11" fmla="*/ 28575 h 314229"/>
              <a:gd name="connsiteX12" fmla="*/ 242792 w 485584"/>
              <a:gd name="connsiteY12" fmla="*/ 169355 h 314229"/>
              <a:gd name="connsiteX13" fmla="*/ 28575 w 485584"/>
              <a:gd name="connsiteY13" fmla="*/ 36290 h 314229"/>
              <a:gd name="connsiteX14" fmla="*/ 159163 w 485584"/>
              <a:gd name="connsiteY14" fmla="*/ 139637 h 314229"/>
              <a:gd name="connsiteX15" fmla="*/ 28575 w 485584"/>
              <a:gd name="connsiteY15" fmla="*/ 270224 h 314229"/>
              <a:gd name="connsiteX16" fmla="*/ 28575 w 485584"/>
              <a:gd name="connsiteY16" fmla="*/ 36290 h 314229"/>
              <a:gd name="connsiteX17" fmla="*/ 181642 w 485584"/>
              <a:gd name="connsiteY17" fmla="*/ 157448 h 314229"/>
              <a:gd name="connsiteX18" fmla="*/ 233839 w 485584"/>
              <a:gd name="connsiteY18" fmla="*/ 198787 h 314229"/>
              <a:gd name="connsiteX19" fmla="*/ 242697 w 485584"/>
              <a:gd name="connsiteY19" fmla="*/ 201835 h 314229"/>
              <a:gd name="connsiteX20" fmla="*/ 251555 w 485584"/>
              <a:gd name="connsiteY20" fmla="*/ 198787 h 314229"/>
              <a:gd name="connsiteX21" fmla="*/ 303276 w 485584"/>
              <a:gd name="connsiteY21" fmla="*/ 157829 h 314229"/>
              <a:gd name="connsiteX22" fmla="*/ 431101 w 485584"/>
              <a:gd name="connsiteY22" fmla="*/ 285655 h 314229"/>
              <a:gd name="connsiteX23" fmla="*/ 53435 w 485584"/>
              <a:gd name="connsiteY23" fmla="*/ 285655 h 314229"/>
              <a:gd name="connsiteX24" fmla="*/ 181642 w 485584"/>
              <a:gd name="connsiteY24" fmla="*/ 157448 h 314229"/>
              <a:gd name="connsiteX25" fmla="*/ 325946 w 485584"/>
              <a:gd name="connsiteY25" fmla="*/ 140018 h 314229"/>
              <a:gd name="connsiteX26" fmla="*/ 457010 w 485584"/>
              <a:gd name="connsiteY26" fmla="*/ 36290 h 314229"/>
              <a:gd name="connsiteX27" fmla="*/ 457010 w 485584"/>
              <a:gd name="connsiteY27" fmla="*/ 271082 h 314229"/>
              <a:gd name="connsiteX28" fmla="*/ 325946 w 485584"/>
              <a:gd name="connsiteY28" fmla="*/ 140018 h 31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5584" h="314229">
                <a:moveTo>
                  <a:pt x="461772" y="0"/>
                </a:moveTo>
                <a:lnTo>
                  <a:pt x="23813" y="0"/>
                </a:lnTo>
                <a:cubicBezTo>
                  <a:pt x="10668" y="0"/>
                  <a:pt x="0" y="10668"/>
                  <a:pt x="0" y="23813"/>
                </a:cubicBezTo>
                <a:lnTo>
                  <a:pt x="0" y="290417"/>
                </a:lnTo>
                <a:cubicBezTo>
                  <a:pt x="0" y="303562"/>
                  <a:pt x="10668" y="314230"/>
                  <a:pt x="23813" y="314230"/>
                </a:cubicBezTo>
                <a:lnTo>
                  <a:pt x="461772" y="314230"/>
                </a:lnTo>
                <a:cubicBezTo>
                  <a:pt x="474917" y="314230"/>
                  <a:pt x="485585" y="303562"/>
                  <a:pt x="485585" y="290417"/>
                </a:cubicBezTo>
                <a:lnTo>
                  <a:pt x="485585" y="23813"/>
                </a:lnTo>
                <a:cubicBezTo>
                  <a:pt x="485585" y="10668"/>
                  <a:pt x="474917" y="0"/>
                  <a:pt x="461772" y="0"/>
                </a:cubicBezTo>
                <a:close/>
                <a:moveTo>
                  <a:pt x="242792" y="169355"/>
                </a:moveTo>
                <a:lnTo>
                  <a:pt x="64865" y="28575"/>
                </a:lnTo>
                <a:lnTo>
                  <a:pt x="420624" y="28575"/>
                </a:lnTo>
                <a:lnTo>
                  <a:pt x="242792" y="169355"/>
                </a:lnTo>
                <a:close/>
                <a:moveTo>
                  <a:pt x="28575" y="36290"/>
                </a:moveTo>
                <a:lnTo>
                  <a:pt x="159163" y="139637"/>
                </a:lnTo>
                <a:lnTo>
                  <a:pt x="28575" y="270224"/>
                </a:lnTo>
                <a:lnTo>
                  <a:pt x="28575" y="36290"/>
                </a:lnTo>
                <a:close/>
                <a:moveTo>
                  <a:pt x="181642" y="157448"/>
                </a:moveTo>
                <a:lnTo>
                  <a:pt x="233839" y="198787"/>
                </a:lnTo>
                <a:cubicBezTo>
                  <a:pt x="236411" y="200882"/>
                  <a:pt x="239554" y="201835"/>
                  <a:pt x="242697" y="201835"/>
                </a:cubicBezTo>
                <a:cubicBezTo>
                  <a:pt x="245840" y="201835"/>
                  <a:pt x="248984" y="200787"/>
                  <a:pt x="251555" y="198787"/>
                </a:cubicBezTo>
                <a:lnTo>
                  <a:pt x="303276" y="157829"/>
                </a:lnTo>
                <a:lnTo>
                  <a:pt x="431101" y="285655"/>
                </a:lnTo>
                <a:lnTo>
                  <a:pt x="53435" y="285655"/>
                </a:lnTo>
                <a:lnTo>
                  <a:pt x="181642" y="157448"/>
                </a:lnTo>
                <a:close/>
                <a:moveTo>
                  <a:pt x="325946" y="140018"/>
                </a:moveTo>
                <a:lnTo>
                  <a:pt x="457010" y="36290"/>
                </a:lnTo>
                <a:lnTo>
                  <a:pt x="457010" y="271082"/>
                </a:lnTo>
                <a:lnTo>
                  <a:pt x="325946" y="140018"/>
                </a:lnTo>
                <a:close/>
              </a:path>
            </a:pathLst>
          </a:custGeom>
          <a:solidFill>
            <a:schemeClr val="bg1"/>
          </a:solidFill>
          <a:ln w="9525" cap="flat">
            <a:noFill/>
            <a:prstDash val="solid"/>
            <a:miter/>
          </a:ln>
        </p:spPr>
        <p:txBody>
          <a:bodyPr rtlCol="0" anchor="ctr"/>
          <a:lstStyle/>
          <a:p>
            <a:endParaRPr lang="en-US"/>
          </a:p>
        </p:txBody>
      </p:sp>
      <p:sp>
        <p:nvSpPr>
          <p:cNvPr id="116" name="Grafik 50">
            <a:extLst>
              <a:ext uri="{FF2B5EF4-FFF2-40B4-BE49-F238E27FC236}">
                <a16:creationId xmlns:a16="http://schemas.microsoft.com/office/drawing/2014/main" id="{E7B25031-FE4D-4305-ADAD-7144D370B7D1}"/>
              </a:ext>
            </a:extLst>
          </p:cNvPr>
          <p:cNvSpPr/>
          <p:nvPr/>
        </p:nvSpPr>
        <p:spPr bwMode="gray">
          <a:xfrm>
            <a:off x="5018667" y="1920146"/>
            <a:ext cx="371665" cy="485775"/>
          </a:xfrm>
          <a:custGeom>
            <a:avLst/>
            <a:gdLst>
              <a:gd name="connsiteX0" fmla="*/ 304895 w 371665"/>
              <a:gd name="connsiteY0" fmla="*/ 382429 h 485775"/>
              <a:gd name="connsiteX1" fmla="*/ 290608 w 371665"/>
              <a:gd name="connsiteY1" fmla="*/ 396716 h 485775"/>
              <a:gd name="connsiteX2" fmla="*/ 224314 w 371665"/>
              <a:gd name="connsiteY2" fmla="*/ 396716 h 485775"/>
              <a:gd name="connsiteX3" fmla="*/ 210026 w 371665"/>
              <a:gd name="connsiteY3" fmla="*/ 382429 h 485775"/>
              <a:gd name="connsiteX4" fmla="*/ 224314 w 371665"/>
              <a:gd name="connsiteY4" fmla="*/ 368141 h 485775"/>
              <a:gd name="connsiteX5" fmla="*/ 290608 w 371665"/>
              <a:gd name="connsiteY5" fmla="*/ 368141 h 485775"/>
              <a:gd name="connsiteX6" fmla="*/ 304895 w 371665"/>
              <a:gd name="connsiteY6" fmla="*/ 382429 h 485775"/>
              <a:gd name="connsiteX7" fmla="*/ 135160 w 371665"/>
              <a:gd name="connsiteY7" fmla="*/ 361379 h 485775"/>
              <a:gd name="connsiteX8" fmla="*/ 148114 w 371665"/>
              <a:gd name="connsiteY8" fmla="*/ 348425 h 485775"/>
              <a:gd name="connsiteX9" fmla="*/ 148114 w 371665"/>
              <a:gd name="connsiteY9" fmla="*/ 328232 h 485775"/>
              <a:gd name="connsiteX10" fmla="*/ 127921 w 371665"/>
              <a:gd name="connsiteY10" fmla="*/ 328232 h 485775"/>
              <a:gd name="connsiteX11" fmla="*/ 114967 w 371665"/>
              <a:gd name="connsiteY11" fmla="*/ 341186 h 485775"/>
              <a:gd name="connsiteX12" fmla="*/ 101441 w 371665"/>
              <a:gd name="connsiteY12" fmla="*/ 327660 h 485775"/>
              <a:gd name="connsiteX13" fmla="*/ 81248 w 371665"/>
              <a:gd name="connsiteY13" fmla="*/ 327660 h 485775"/>
              <a:gd name="connsiteX14" fmla="*/ 81248 w 371665"/>
              <a:gd name="connsiteY14" fmla="*/ 347853 h 485775"/>
              <a:gd name="connsiteX15" fmla="*/ 94774 w 371665"/>
              <a:gd name="connsiteY15" fmla="*/ 361379 h 485775"/>
              <a:gd name="connsiteX16" fmla="*/ 80772 w 371665"/>
              <a:gd name="connsiteY16" fmla="*/ 375380 h 485775"/>
              <a:gd name="connsiteX17" fmla="*/ 80772 w 371665"/>
              <a:gd name="connsiteY17" fmla="*/ 395573 h 485775"/>
              <a:gd name="connsiteX18" fmla="*/ 90869 w 371665"/>
              <a:gd name="connsiteY18" fmla="*/ 399764 h 485775"/>
              <a:gd name="connsiteX19" fmla="*/ 100965 w 371665"/>
              <a:gd name="connsiteY19" fmla="*/ 395573 h 485775"/>
              <a:gd name="connsiteX20" fmla="*/ 114967 w 371665"/>
              <a:gd name="connsiteY20" fmla="*/ 381572 h 485775"/>
              <a:gd name="connsiteX21" fmla="*/ 128492 w 371665"/>
              <a:gd name="connsiteY21" fmla="*/ 395097 h 485775"/>
              <a:gd name="connsiteX22" fmla="*/ 138589 w 371665"/>
              <a:gd name="connsiteY22" fmla="*/ 399288 h 485775"/>
              <a:gd name="connsiteX23" fmla="*/ 148685 w 371665"/>
              <a:gd name="connsiteY23" fmla="*/ 395097 h 485775"/>
              <a:gd name="connsiteX24" fmla="*/ 148685 w 371665"/>
              <a:gd name="connsiteY24" fmla="*/ 374904 h 485775"/>
              <a:gd name="connsiteX25" fmla="*/ 135160 w 371665"/>
              <a:gd name="connsiteY25" fmla="*/ 361379 h 485775"/>
              <a:gd name="connsiteX26" fmla="*/ 224028 w 371665"/>
              <a:gd name="connsiteY26" fmla="*/ 235458 h 485775"/>
              <a:gd name="connsiteX27" fmla="*/ 290513 w 371665"/>
              <a:gd name="connsiteY27" fmla="*/ 235458 h 485775"/>
              <a:gd name="connsiteX28" fmla="*/ 304800 w 371665"/>
              <a:gd name="connsiteY28" fmla="*/ 221171 h 485775"/>
              <a:gd name="connsiteX29" fmla="*/ 290513 w 371665"/>
              <a:gd name="connsiteY29" fmla="*/ 206883 h 485775"/>
              <a:gd name="connsiteX30" fmla="*/ 224028 w 371665"/>
              <a:gd name="connsiteY30" fmla="*/ 206883 h 485775"/>
              <a:gd name="connsiteX31" fmla="*/ 209741 w 371665"/>
              <a:gd name="connsiteY31" fmla="*/ 221171 h 485775"/>
              <a:gd name="connsiteX32" fmla="*/ 224028 w 371665"/>
              <a:gd name="connsiteY32" fmla="*/ 235458 h 485775"/>
              <a:gd name="connsiteX33" fmla="*/ 371666 w 371665"/>
              <a:gd name="connsiteY33" fmla="*/ 23813 h 485775"/>
              <a:gd name="connsiteX34" fmla="*/ 371666 w 371665"/>
              <a:gd name="connsiteY34" fmla="*/ 461963 h 485775"/>
              <a:gd name="connsiteX35" fmla="*/ 347853 w 371665"/>
              <a:gd name="connsiteY35" fmla="*/ 485775 h 485775"/>
              <a:gd name="connsiteX36" fmla="*/ 23813 w 371665"/>
              <a:gd name="connsiteY36" fmla="*/ 485775 h 485775"/>
              <a:gd name="connsiteX37" fmla="*/ 0 w 371665"/>
              <a:gd name="connsiteY37" fmla="*/ 461963 h 485775"/>
              <a:gd name="connsiteX38" fmla="*/ 0 w 371665"/>
              <a:gd name="connsiteY38" fmla="*/ 23813 h 485775"/>
              <a:gd name="connsiteX39" fmla="*/ 23813 w 371665"/>
              <a:gd name="connsiteY39" fmla="*/ 0 h 485775"/>
              <a:gd name="connsiteX40" fmla="*/ 347758 w 371665"/>
              <a:gd name="connsiteY40" fmla="*/ 0 h 485775"/>
              <a:gd name="connsiteX41" fmla="*/ 371666 w 371665"/>
              <a:gd name="connsiteY41" fmla="*/ 23813 h 485775"/>
              <a:gd name="connsiteX42" fmla="*/ 343091 w 371665"/>
              <a:gd name="connsiteY42" fmla="*/ 28575 h 485775"/>
              <a:gd name="connsiteX43" fmla="*/ 28575 w 371665"/>
              <a:gd name="connsiteY43" fmla="*/ 28575 h 485775"/>
              <a:gd name="connsiteX44" fmla="*/ 28575 w 371665"/>
              <a:gd name="connsiteY44" fmla="*/ 457200 h 485775"/>
              <a:gd name="connsiteX45" fmla="*/ 343091 w 371665"/>
              <a:gd name="connsiteY45" fmla="*/ 457200 h 485775"/>
              <a:gd name="connsiteX46" fmla="*/ 343091 w 371665"/>
              <a:gd name="connsiteY46" fmla="*/ 28575 h 485775"/>
              <a:gd name="connsiteX47" fmla="*/ 290608 w 371665"/>
              <a:gd name="connsiteY47" fmla="*/ 326041 h 485775"/>
              <a:gd name="connsiteX48" fmla="*/ 224314 w 371665"/>
              <a:gd name="connsiteY48" fmla="*/ 326041 h 485775"/>
              <a:gd name="connsiteX49" fmla="*/ 210026 w 371665"/>
              <a:gd name="connsiteY49" fmla="*/ 340328 h 485775"/>
              <a:gd name="connsiteX50" fmla="*/ 224314 w 371665"/>
              <a:gd name="connsiteY50" fmla="*/ 354616 h 485775"/>
              <a:gd name="connsiteX51" fmla="*/ 290608 w 371665"/>
              <a:gd name="connsiteY51" fmla="*/ 354616 h 485775"/>
              <a:gd name="connsiteX52" fmla="*/ 304895 w 371665"/>
              <a:gd name="connsiteY52" fmla="*/ 340328 h 485775"/>
              <a:gd name="connsiteX53" fmla="*/ 290608 w 371665"/>
              <a:gd name="connsiteY53" fmla="*/ 326041 h 485775"/>
              <a:gd name="connsiteX54" fmla="*/ 85534 w 371665"/>
              <a:gd name="connsiteY54" fmla="*/ 128588 h 485775"/>
              <a:gd name="connsiteX55" fmla="*/ 286036 w 371665"/>
              <a:gd name="connsiteY55" fmla="*/ 128588 h 485775"/>
              <a:gd name="connsiteX56" fmla="*/ 314611 w 371665"/>
              <a:gd name="connsiteY56" fmla="*/ 100013 h 485775"/>
              <a:gd name="connsiteX57" fmla="*/ 286036 w 371665"/>
              <a:gd name="connsiteY57" fmla="*/ 71438 h 485775"/>
              <a:gd name="connsiteX58" fmla="*/ 85534 w 371665"/>
              <a:gd name="connsiteY58" fmla="*/ 71438 h 485775"/>
              <a:gd name="connsiteX59" fmla="*/ 56960 w 371665"/>
              <a:gd name="connsiteY59" fmla="*/ 100013 h 485775"/>
              <a:gd name="connsiteX60" fmla="*/ 85534 w 371665"/>
              <a:gd name="connsiteY60" fmla="*/ 128588 h 485775"/>
              <a:gd name="connsiteX61" fmla="*/ 147733 w 371665"/>
              <a:gd name="connsiteY61" fmla="*/ 206883 h 485775"/>
              <a:gd name="connsiteX62" fmla="*/ 129540 w 371665"/>
              <a:gd name="connsiteY62" fmla="*/ 206883 h 485775"/>
              <a:gd name="connsiteX63" fmla="*/ 129540 w 371665"/>
              <a:gd name="connsiteY63" fmla="*/ 187738 h 485775"/>
              <a:gd name="connsiteX64" fmla="*/ 115253 w 371665"/>
              <a:gd name="connsiteY64" fmla="*/ 173450 h 485775"/>
              <a:gd name="connsiteX65" fmla="*/ 100965 w 371665"/>
              <a:gd name="connsiteY65" fmla="*/ 187738 h 485775"/>
              <a:gd name="connsiteX66" fmla="*/ 100965 w 371665"/>
              <a:gd name="connsiteY66" fmla="*/ 206883 h 485775"/>
              <a:gd name="connsiteX67" fmla="*/ 81153 w 371665"/>
              <a:gd name="connsiteY67" fmla="*/ 206883 h 485775"/>
              <a:gd name="connsiteX68" fmla="*/ 66866 w 371665"/>
              <a:gd name="connsiteY68" fmla="*/ 221171 h 485775"/>
              <a:gd name="connsiteX69" fmla="*/ 81153 w 371665"/>
              <a:gd name="connsiteY69" fmla="*/ 235458 h 485775"/>
              <a:gd name="connsiteX70" fmla="*/ 100965 w 371665"/>
              <a:gd name="connsiteY70" fmla="*/ 235458 h 485775"/>
              <a:gd name="connsiteX71" fmla="*/ 100965 w 371665"/>
              <a:gd name="connsiteY71" fmla="*/ 254603 h 485775"/>
              <a:gd name="connsiteX72" fmla="*/ 115253 w 371665"/>
              <a:gd name="connsiteY72" fmla="*/ 268891 h 485775"/>
              <a:gd name="connsiteX73" fmla="*/ 129540 w 371665"/>
              <a:gd name="connsiteY73" fmla="*/ 254603 h 485775"/>
              <a:gd name="connsiteX74" fmla="*/ 129540 w 371665"/>
              <a:gd name="connsiteY74" fmla="*/ 235458 h 485775"/>
              <a:gd name="connsiteX75" fmla="*/ 147828 w 371665"/>
              <a:gd name="connsiteY75" fmla="*/ 235458 h 485775"/>
              <a:gd name="connsiteX76" fmla="*/ 162116 w 371665"/>
              <a:gd name="connsiteY76" fmla="*/ 221171 h 485775"/>
              <a:gd name="connsiteX77" fmla="*/ 147733 w 371665"/>
              <a:gd name="connsiteY77" fmla="*/ 20688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1665" h="485775">
                <a:moveTo>
                  <a:pt x="304895" y="382429"/>
                </a:moveTo>
                <a:cubicBezTo>
                  <a:pt x="304895" y="390335"/>
                  <a:pt x="298514" y="396716"/>
                  <a:pt x="290608" y="396716"/>
                </a:cubicBezTo>
                <a:lnTo>
                  <a:pt x="224314" y="396716"/>
                </a:lnTo>
                <a:cubicBezTo>
                  <a:pt x="216408" y="396716"/>
                  <a:pt x="210026" y="390335"/>
                  <a:pt x="210026" y="382429"/>
                </a:cubicBezTo>
                <a:cubicBezTo>
                  <a:pt x="210026" y="374523"/>
                  <a:pt x="216408" y="368141"/>
                  <a:pt x="224314" y="368141"/>
                </a:cubicBezTo>
                <a:lnTo>
                  <a:pt x="290608" y="368141"/>
                </a:lnTo>
                <a:cubicBezTo>
                  <a:pt x="298514" y="368141"/>
                  <a:pt x="304895" y="374523"/>
                  <a:pt x="304895" y="382429"/>
                </a:cubicBezTo>
                <a:close/>
                <a:moveTo>
                  <a:pt x="135160" y="361379"/>
                </a:moveTo>
                <a:lnTo>
                  <a:pt x="148114" y="348425"/>
                </a:lnTo>
                <a:cubicBezTo>
                  <a:pt x="153734" y="342805"/>
                  <a:pt x="153734" y="333756"/>
                  <a:pt x="148114" y="328232"/>
                </a:cubicBezTo>
                <a:cubicBezTo>
                  <a:pt x="142494" y="322707"/>
                  <a:pt x="133445" y="322612"/>
                  <a:pt x="127921" y="328232"/>
                </a:cubicBezTo>
                <a:lnTo>
                  <a:pt x="114967" y="341186"/>
                </a:lnTo>
                <a:lnTo>
                  <a:pt x="101441" y="327660"/>
                </a:lnTo>
                <a:cubicBezTo>
                  <a:pt x="95822" y="322040"/>
                  <a:pt x="86773" y="322040"/>
                  <a:pt x="81248" y="327660"/>
                </a:cubicBezTo>
                <a:cubicBezTo>
                  <a:pt x="75724" y="333280"/>
                  <a:pt x="75629" y="342329"/>
                  <a:pt x="81248" y="347853"/>
                </a:cubicBezTo>
                <a:lnTo>
                  <a:pt x="94774" y="361379"/>
                </a:lnTo>
                <a:lnTo>
                  <a:pt x="80772" y="375380"/>
                </a:lnTo>
                <a:cubicBezTo>
                  <a:pt x="75152" y="381000"/>
                  <a:pt x="75152" y="390049"/>
                  <a:pt x="80772" y="395573"/>
                </a:cubicBezTo>
                <a:cubicBezTo>
                  <a:pt x="83534" y="398336"/>
                  <a:pt x="87249" y="399764"/>
                  <a:pt x="90869" y="399764"/>
                </a:cubicBezTo>
                <a:cubicBezTo>
                  <a:pt x="94488" y="399764"/>
                  <a:pt x="98203" y="398336"/>
                  <a:pt x="100965" y="395573"/>
                </a:cubicBezTo>
                <a:lnTo>
                  <a:pt x="114967" y="381572"/>
                </a:lnTo>
                <a:lnTo>
                  <a:pt x="128492" y="395097"/>
                </a:lnTo>
                <a:cubicBezTo>
                  <a:pt x="131255" y="397859"/>
                  <a:pt x="134969" y="399288"/>
                  <a:pt x="138589" y="399288"/>
                </a:cubicBezTo>
                <a:cubicBezTo>
                  <a:pt x="142208" y="399288"/>
                  <a:pt x="145923" y="397859"/>
                  <a:pt x="148685" y="395097"/>
                </a:cubicBezTo>
                <a:cubicBezTo>
                  <a:pt x="154305" y="389477"/>
                  <a:pt x="154305" y="380429"/>
                  <a:pt x="148685" y="374904"/>
                </a:cubicBezTo>
                <a:lnTo>
                  <a:pt x="135160" y="361379"/>
                </a:lnTo>
                <a:close/>
                <a:moveTo>
                  <a:pt x="224028" y="235458"/>
                </a:moveTo>
                <a:lnTo>
                  <a:pt x="290513" y="235458"/>
                </a:lnTo>
                <a:cubicBezTo>
                  <a:pt x="298418" y="235458"/>
                  <a:pt x="304800" y="229076"/>
                  <a:pt x="304800" y="221171"/>
                </a:cubicBezTo>
                <a:cubicBezTo>
                  <a:pt x="304800" y="213265"/>
                  <a:pt x="298418" y="206883"/>
                  <a:pt x="290513" y="206883"/>
                </a:cubicBezTo>
                <a:lnTo>
                  <a:pt x="224028" y="206883"/>
                </a:lnTo>
                <a:cubicBezTo>
                  <a:pt x="216122" y="206883"/>
                  <a:pt x="209741" y="213265"/>
                  <a:pt x="209741" y="221171"/>
                </a:cubicBezTo>
                <a:cubicBezTo>
                  <a:pt x="209741" y="229076"/>
                  <a:pt x="216122" y="235458"/>
                  <a:pt x="224028" y="235458"/>
                </a:cubicBezTo>
                <a:close/>
                <a:moveTo>
                  <a:pt x="371666" y="23813"/>
                </a:moveTo>
                <a:lnTo>
                  <a:pt x="371666" y="461963"/>
                </a:lnTo>
                <a:cubicBezTo>
                  <a:pt x="371666" y="475107"/>
                  <a:pt x="360998" y="485775"/>
                  <a:pt x="347853" y="485775"/>
                </a:cubicBezTo>
                <a:lnTo>
                  <a:pt x="23813" y="485775"/>
                </a:lnTo>
                <a:cubicBezTo>
                  <a:pt x="10668" y="485775"/>
                  <a:pt x="0" y="475107"/>
                  <a:pt x="0" y="461963"/>
                </a:cubicBezTo>
                <a:lnTo>
                  <a:pt x="0" y="23813"/>
                </a:lnTo>
                <a:cubicBezTo>
                  <a:pt x="0" y="10668"/>
                  <a:pt x="10668" y="0"/>
                  <a:pt x="23813" y="0"/>
                </a:cubicBezTo>
                <a:lnTo>
                  <a:pt x="347758" y="0"/>
                </a:lnTo>
                <a:cubicBezTo>
                  <a:pt x="360902" y="0"/>
                  <a:pt x="371666" y="10668"/>
                  <a:pt x="371666" y="23813"/>
                </a:cubicBezTo>
                <a:close/>
                <a:moveTo>
                  <a:pt x="343091" y="28575"/>
                </a:moveTo>
                <a:lnTo>
                  <a:pt x="28575" y="28575"/>
                </a:lnTo>
                <a:lnTo>
                  <a:pt x="28575" y="457200"/>
                </a:lnTo>
                <a:lnTo>
                  <a:pt x="343091" y="457200"/>
                </a:lnTo>
                <a:lnTo>
                  <a:pt x="343091" y="28575"/>
                </a:lnTo>
                <a:close/>
                <a:moveTo>
                  <a:pt x="290608" y="326041"/>
                </a:moveTo>
                <a:lnTo>
                  <a:pt x="224314" y="326041"/>
                </a:lnTo>
                <a:cubicBezTo>
                  <a:pt x="216408" y="326041"/>
                  <a:pt x="210026" y="332423"/>
                  <a:pt x="210026" y="340328"/>
                </a:cubicBezTo>
                <a:cubicBezTo>
                  <a:pt x="210026" y="348234"/>
                  <a:pt x="216408" y="354616"/>
                  <a:pt x="224314" y="354616"/>
                </a:cubicBezTo>
                <a:lnTo>
                  <a:pt x="290608" y="354616"/>
                </a:lnTo>
                <a:cubicBezTo>
                  <a:pt x="298514" y="354616"/>
                  <a:pt x="304895" y="348234"/>
                  <a:pt x="304895" y="340328"/>
                </a:cubicBezTo>
                <a:cubicBezTo>
                  <a:pt x="304895" y="332423"/>
                  <a:pt x="298514" y="326041"/>
                  <a:pt x="290608" y="326041"/>
                </a:cubicBezTo>
                <a:close/>
                <a:moveTo>
                  <a:pt x="85534" y="128588"/>
                </a:moveTo>
                <a:lnTo>
                  <a:pt x="286036" y="128588"/>
                </a:lnTo>
                <a:cubicBezTo>
                  <a:pt x="301847" y="128588"/>
                  <a:pt x="314611" y="115824"/>
                  <a:pt x="314611" y="100013"/>
                </a:cubicBezTo>
                <a:cubicBezTo>
                  <a:pt x="314611" y="84201"/>
                  <a:pt x="301847" y="71438"/>
                  <a:pt x="286036" y="71438"/>
                </a:cubicBezTo>
                <a:lnTo>
                  <a:pt x="85534" y="71438"/>
                </a:lnTo>
                <a:cubicBezTo>
                  <a:pt x="69723" y="71438"/>
                  <a:pt x="56960" y="84201"/>
                  <a:pt x="56960" y="100013"/>
                </a:cubicBezTo>
                <a:cubicBezTo>
                  <a:pt x="56960" y="115824"/>
                  <a:pt x="69818" y="128588"/>
                  <a:pt x="85534" y="128588"/>
                </a:cubicBezTo>
                <a:close/>
                <a:moveTo>
                  <a:pt x="147733" y="206883"/>
                </a:moveTo>
                <a:lnTo>
                  <a:pt x="129540" y="206883"/>
                </a:lnTo>
                <a:lnTo>
                  <a:pt x="129540" y="187738"/>
                </a:lnTo>
                <a:cubicBezTo>
                  <a:pt x="129540" y="179832"/>
                  <a:pt x="123158" y="173450"/>
                  <a:pt x="115253" y="173450"/>
                </a:cubicBezTo>
                <a:cubicBezTo>
                  <a:pt x="107347" y="173450"/>
                  <a:pt x="100965" y="179832"/>
                  <a:pt x="100965" y="187738"/>
                </a:cubicBezTo>
                <a:lnTo>
                  <a:pt x="100965" y="206883"/>
                </a:lnTo>
                <a:lnTo>
                  <a:pt x="81153" y="206883"/>
                </a:lnTo>
                <a:cubicBezTo>
                  <a:pt x="73247" y="206883"/>
                  <a:pt x="66866" y="213265"/>
                  <a:pt x="66866" y="221171"/>
                </a:cubicBezTo>
                <a:cubicBezTo>
                  <a:pt x="66866" y="229076"/>
                  <a:pt x="73247" y="235458"/>
                  <a:pt x="81153" y="235458"/>
                </a:cubicBezTo>
                <a:lnTo>
                  <a:pt x="100965" y="235458"/>
                </a:lnTo>
                <a:lnTo>
                  <a:pt x="100965" y="254603"/>
                </a:lnTo>
                <a:cubicBezTo>
                  <a:pt x="100965" y="262509"/>
                  <a:pt x="107347" y="268891"/>
                  <a:pt x="115253" y="268891"/>
                </a:cubicBezTo>
                <a:cubicBezTo>
                  <a:pt x="123158" y="268891"/>
                  <a:pt x="129540" y="262509"/>
                  <a:pt x="129540" y="254603"/>
                </a:cubicBezTo>
                <a:lnTo>
                  <a:pt x="129540" y="235458"/>
                </a:lnTo>
                <a:lnTo>
                  <a:pt x="147828" y="235458"/>
                </a:lnTo>
                <a:cubicBezTo>
                  <a:pt x="155734" y="235458"/>
                  <a:pt x="162116" y="229076"/>
                  <a:pt x="162116" y="221171"/>
                </a:cubicBezTo>
                <a:cubicBezTo>
                  <a:pt x="162116" y="213265"/>
                  <a:pt x="155639" y="206883"/>
                  <a:pt x="147733" y="206883"/>
                </a:cubicBezTo>
                <a:close/>
              </a:path>
            </a:pathLst>
          </a:custGeom>
          <a:solidFill>
            <a:schemeClr val="bg1"/>
          </a:solidFill>
          <a:ln w="9525" cap="flat">
            <a:noFill/>
            <a:prstDash val="solid"/>
            <a:miter/>
          </a:ln>
        </p:spPr>
        <p:txBody>
          <a:bodyPr rtlCol="0" anchor="ctr"/>
          <a:lstStyle/>
          <a:p>
            <a:endParaRPr lang="en-US"/>
          </a:p>
        </p:txBody>
      </p:sp>
      <p:sp>
        <p:nvSpPr>
          <p:cNvPr id="117" name="Grafik 62">
            <a:extLst>
              <a:ext uri="{FF2B5EF4-FFF2-40B4-BE49-F238E27FC236}">
                <a16:creationId xmlns:a16="http://schemas.microsoft.com/office/drawing/2014/main" id="{5A767A70-66BE-427E-8E2F-D03510922210}"/>
              </a:ext>
            </a:extLst>
          </p:cNvPr>
          <p:cNvSpPr/>
          <p:nvPr/>
        </p:nvSpPr>
        <p:spPr bwMode="gray">
          <a:xfrm>
            <a:off x="11116736" y="1920050"/>
            <a:ext cx="485584" cy="485584"/>
          </a:xfrm>
          <a:custGeom>
            <a:avLst/>
            <a:gdLst>
              <a:gd name="connsiteX0" fmla="*/ 461772 w 485584"/>
              <a:gd name="connsiteY0" fmla="*/ 114205 h 485584"/>
              <a:gd name="connsiteX1" fmla="*/ 428339 w 485584"/>
              <a:gd name="connsiteY1" fmla="*/ 114205 h 485584"/>
              <a:gd name="connsiteX2" fmla="*/ 428339 w 485584"/>
              <a:gd name="connsiteY2" fmla="*/ 23813 h 485584"/>
              <a:gd name="connsiteX3" fmla="*/ 404527 w 485584"/>
              <a:gd name="connsiteY3" fmla="*/ 0 h 485584"/>
              <a:gd name="connsiteX4" fmla="*/ 80867 w 485584"/>
              <a:gd name="connsiteY4" fmla="*/ 0 h 485584"/>
              <a:gd name="connsiteX5" fmla="*/ 57055 w 485584"/>
              <a:gd name="connsiteY5" fmla="*/ 23813 h 485584"/>
              <a:gd name="connsiteX6" fmla="*/ 57055 w 485584"/>
              <a:gd name="connsiteY6" fmla="*/ 114205 h 485584"/>
              <a:gd name="connsiteX7" fmla="*/ 23813 w 485584"/>
              <a:gd name="connsiteY7" fmla="*/ 114205 h 485584"/>
              <a:gd name="connsiteX8" fmla="*/ 0 w 485584"/>
              <a:gd name="connsiteY8" fmla="*/ 138017 h 485584"/>
              <a:gd name="connsiteX9" fmla="*/ 0 w 485584"/>
              <a:gd name="connsiteY9" fmla="*/ 404336 h 485584"/>
              <a:gd name="connsiteX10" fmla="*/ 23813 w 485584"/>
              <a:gd name="connsiteY10" fmla="*/ 428149 h 485584"/>
              <a:gd name="connsiteX11" fmla="*/ 57055 w 485584"/>
              <a:gd name="connsiteY11" fmla="*/ 428149 h 485584"/>
              <a:gd name="connsiteX12" fmla="*/ 57055 w 485584"/>
              <a:gd name="connsiteY12" fmla="*/ 461772 h 485584"/>
              <a:gd name="connsiteX13" fmla="*/ 80867 w 485584"/>
              <a:gd name="connsiteY13" fmla="*/ 485585 h 485584"/>
              <a:gd name="connsiteX14" fmla="*/ 404717 w 485584"/>
              <a:gd name="connsiteY14" fmla="*/ 485585 h 485584"/>
              <a:gd name="connsiteX15" fmla="*/ 428530 w 485584"/>
              <a:gd name="connsiteY15" fmla="*/ 461772 h 485584"/>
              <a:gd name="connsiteX16" fmla="*/ 428530 w 485584"/>
              <a:gd name="connsiteY16" fmla="*/ 428149 h 485584"/>
              <a:gd name="connsiteX17" fmla="*/ 461772 w 485584"/>
              <a:gd name="connsiteY17" fmla="*/ 428149 h 485584"/>
              <a:gd name="connsiteX18" fmla="*/ 485585 w 485584"/>
              <a:gd name="connsiteY18" fmla="*/ 404336 h 485584"/>
              <a:gd name="connsiteX19" fmla="*/ 485585 w 485584"/>
              <a:gd name="connsiteY19" fmla="*/ 138017 h 485584"/>
              <a:gd name="connsiteX20" fmla="*/ 461772 w 485584"/>
              <a:gd name="connsiteY20" fmla="*/ 114205 h 485584"/>
              <a:gd name="connsiteX21" fmla="*/ 85630 w 485584"/>
              <a:gd name="connsiteY21" fmla="*/ 28575 h 485584"/>
              <a:gd name="connsiteX22" fmla="*/ 399764 w 485584"/>
              <a:gd name="connsiteY22" fmla="*/ 28575 h 485584"/>
              <a:gd name="connsiteX23" fmla="*/ 399764 w 485584"/>
              <a:gd name="connsiteY23" fmla="*/ 114205 h 485584"/>
              <a:gd name="connsiteX24" fmla="*/ 85630 w 485584"/>
              <a:gd name="connsiteY24" fmla="*/ 114205 h 485584"/>
              <a:gd name="connsiteX25" fmla="*/ 85630 w 485584"/>
              <a:gd name="connsiteY25" fmla="*/ 28575 h 485584"/>
              <a:gd name="connsiteX26" fmla="*/ 399955 w 485584"/>
              <a:gd name="connsiteY26" fmla="*/ 457010 h 485584"/>
              <a:gd name="connsiteX27" fmla="*/ 85630 w 485584"/>
              <a:gd name="connsiteY27" fmla="*/ 457010 h 485584"/>
              <a:gd name="connsiteX28" fmla="*/ 85630 w 485584"/>
              <a:gd name="connsiteY28" fmla="*/ 313944 h 485584"/>
              <a:gd name="connsiteX29" fmla="*/ 399955 w 485584"/>
              <a:gd name="connsiteY29" fmla="*/ 313944 h 485584"/>
              <a:gd name="connsiteX30" fmla="*/ 399955 w 485584"/>
              <a:gd name="connsiteY30" fmla="*/ 457010 h 485584"/>
              <a:gd name="connsiteX31" fmla="*/ 457010 w 485584"/>
              <a:gd name="connsiteY31" fmla="*/ 399574 h 485584"/>
              <a:gd name="connsiteX32" fmla="*/ 428530 w 485584"/>
              <a:gd name="connsiteY32" fmla="*/ 399574 h 485584"/>
              <a:gd name="connsiteX33" fmla="*/ 428530 w 485584"/>
              <a:gd name="connsiteY33" fmla="*/ 309182 h 485584"/>
              <a:gd name="connsiteX34" fmla="*/ 404717 w 485584"/>
              <a:gd name="connsiteY34" fmla="*/ 285369 h 485584"/>
              <a:gd name="connsiteX35" fmla="*/ 80867 w 485584"/>
              <a:gd name="connsiteY35" fmla="*/ 285369 h 485584"/>
              <a:gd name="connsiteX36" fmla="*/ 57055 w 485584"/>
              <a:gd name="connsiteY36" fmla="*/ 309182 h 485584"/>
              <a:gd name="connsiteX37" fmla="*/ 57055 w 485584"/>
              <a:gd name="connsiteY37" fmla="*/ 399574 h 485584"/>
              <a:gd name="connsiteX38" fmla="*/ 28575 w 485584"/>
              <a:gd name="connsiteY38" fmla="*/ 399574 h 485584"/>
              <a:gd name="connsiteX39" fmla="*/ 28575 w 485584"/>
              <a:gd name="connsiteY39" fmla="*/ 142780 h 485584"/>
              <a:gd name="connsiteX40" fmla="*/ 457010 w 485584"/>
              <a:gd name="connsiteY40" fmla="*/ 142780 h 485584"/>
              <a:gd name="connsiteX41" fmla="*/ 457010 w 485584"/>
              <a:gd name="connsiteY41" fmla="*/ 399574 h 485584"/>
              <a:gd name="connsiteX42" fmla="*/ 399098 w 485584"/>
              <a:gd name="connsiteY42" fmla="*/ 228314 h 485584"/>
              <a:gd name="connsiteX43" fmla="*/ 314706 w 485584"/>
              <a:gd name="connsiteY43" fmla="*/ 228314 h 485584"/>
              <a:gd name="connsiteX44" fmla="*/ 300419 w 485584"/>
              <a:gd name="connsiteY44" fmla="*/ 214027 h 485584"/>
              <a:gd name="connsiteX45" fmla="*/ 314706 w 485584"/>
              <a:gd name="connsiteY45" fmla="*/ 199739 h 485584"/>
              <a:gd name="connsiteX46" fmla="*/ 399098 w 485584"/>
              <a:gd name="connsiteY46" fmla="*/ 199739 h 485584"/>
              <a:gd name="connsiteX47" fmla="*/ 413385 w 485584"/>
              <a:gd name="connsiteY47" fmla="*/ 214027 h 485584"/>
              <a:gd name="connsiteX48" fmla="*/ 399098 w 485584"/>
              <a:gd name="connsiteY48" fmla="*/ 228314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85584" h="485584">
                <a:moveTo>
                  <a:pt x="461772" y="114205"/>
                </a:moveTo>
                <a:lnTo>
                  <a:pt x="428339" y="114205"/>
                </a:lnTo>
                <a:lnTo>
                  <a:pt x="428339" y="23813"/>
                </a:lnTo>
                <a:cubicBezTo>
                  <a:pt x="428339" y="10668"/>
                  <a:pt x="417671" y="0"/>
                  <a:pt x="404527" y="0"/>
                </a:cubicBezTo>
                <a:lnTo>
                  <a:pt x="80867" y="0"/>
                </a:lnTo>
                <a:cubicBezTo>
                  <a:pt x="67723" y="0"/>
                  <a:pt x="57055" y="10668"/>
                  <a:pt x="57055" y="23813"/>
                </a:cubicBezTo>
                <a:lnTo>
                  <a:pt x="57055" y="114205"/>
                </a:lnTo>
                <a:lnTo>
                  <a:pt x="23813" y="114205"/>
                </a:lnTo>
                <a:cubicBezTo>
                  <a:pt x="10668" y="114205"/>
                  <a:pt x="0" y="124873"/>
                  <a:pt x="0" y="138017"/>
                </a:cubicBezTo>
                <a:lnTo>
                  <a:pt x="0" y="404336"/>
                </a:lnTo>
                <a:cubicBezTo>
                  <a:pt x="0" y="417481"/>
                  <a:pt x="10668" y="428149"/>
                  <a:pt x="23813" y="428149"/>
                </a:cubicBezTo>
                <a:lnTo>
                  <a:pt x="57055" y="428149"/>
                </a:lnTo>
                <a:lnTo>
                  <a:pt x="57055" y="461772"/>
                </a:lnTo>
                <a:cubicBezTo>
                  <a:pt x="57055" y="474917"/>
                  <a:pt x="67723" y="485585"/>
                  <a:pt x="80867" y="485585"/>
                </a:cubicBezTo>
                <a:lnTo>
                  <a:pt x="404717" y="485585"/>
                </a:lnTo>
                <a:cubicBezTo>
                  <a:pt x="417862" y="485585"/>
                  <a:pt x="428530" y="474917"/>
                  <a:pt x="428530" y="461772"/>
                </a:cubicBezTo>
                <a:lnTo>
                  <a:pt x="428530" y="428149"/>
                </a:lnTo>
                <a:lnTo>
                  <a:pt x="461772" y="428149"/>
                </a:lnTo>
                <a:cubicBezTo>
                  <a:pt x="474917" y="428149"/>
                  <a:pt x="485585" y="417481"/>
                  <a:pt x="485585" y="404336"/>
                </a:cubicBezTo>
                <a:lnTo>
                  <a:pt x="485585" y="138017"/>
                </a:lnTo>
                <a:cubicBezTo>
                  <a:pt x="485585" y="124968"/>
                  <a:pt x="474917" y="114205"/>
                  <a:pt x="461772" y="114205"/>
                </a:cubicBezTo>
                <a:close/>
                <a:moveTo>
                  <a:pt x="85630" y="28575"/>
                </a:moveTo>
                <a:lnTo>
                  <a:pt x="399764" y="28575"/>
                </a:lnTo>
                <a:lnTo>
                  <a:pt x="399764" y="114205"/>
                </a:lnTo>
                <a:lnTo>
                  <a:pt x="85630" y="114205"/>
                </a:lnTo>
                <a:lnTo>
                  <a:pt x="85630" y="28575"/>
                </a:lnTo>
                <a:close/>
                <a:moveTo>
                  <a:pt x="399955" y="457010"/>
                </a:moveTo>
                <a:lnTo>
                  <a:pt x="85630" y="457010"/>
                </a:lnTo>
                <a:lnTo>
                  <a:pt x="85630" y="313944"/>
                </a:lnTo>
                <a:lnTo>
                  <a:pt x="399955" y="313944"/>
                </a:lnTo>
                <a:lnTo>
                  <a:pt x="399955" y="457010"/>
                </a:lnTo>
                <a:close/>
                <a:moveTo>
                  <a:pt x="457010" y="399574"/>
                </a:moveTo>
                <a:lnTo>
                  <a:pt x="428530" y="399574"/>
                </a:lnTo>
                <a:lnTo>
                  <a:pt x="428530" y="309182"/>
                </a:lnTo>
                <a:cubicBezTo>
                  <a:pt x="428530" y="296037"/>
                  <a:pt x="417862" y="285369"/>
                  <a:pt x="404717" y="285369"/>
                </a:cubicBezTo>
                <a:lnTo>
                  <a:pt x="80867" y="285369"/>
                </a:lnTo>
                <a:cubicBezTo>
                  <a:pt x="67723" y="285369"/>
                  <a:pt x="57055" y="296037"/>
                  <a:pt x="57055" y="309182"/>
                </a:cubicBezTo>
                <a:lnTo>
                  <a:pt x="57055" y="399574"/>
                </a:lnTo>
                <a:lnTo>
                  <a:pt x="28575" y="399574"/>
                </a:lnTo>
                <a:lnTo>
                  <a:pt x="28575" y="142780"/>
                </a:lnTo>
                <a:lnTo>
                  <a:pt x="457010" y="142780"/>
                </a:lnTo>
                <a:lnTo>
                  <a:pt x="457010" y="399574"/>
                </a:lnTo>
                <a:close/>
                <a:moveTo>
                  <a:pt x="399098" y="228314"/>
                </a:moveTo>
                <a:lnTo>
                  <a:pt x="314706" y="228314"/>
                </a:lnTo>
                <a:cubicBezTo>
                  <a:pt x="306800" y="228314"/>
                  <a:pt x="300419" y="221933"/>
                  <a:pt x="300419" y="214027"/>
                </a:cubicBezTo>
                <a:cubicBezTo>
                  <a:pt x="300419" y="206121"/>
                  <a:pt x="306800" y="199739"/>
                  <a:pt x="314706" y="199739"/>
                </a:cubicBezTo>
                <a:lnTo>
                  <a:pt x="399098" y="199739"/>
                </a:lnTo>
                <a:cubicBezTo>
                  <a:pt x="407003" y="199739"/>
                  <a:pt x="413385" y="206121"/>
                  <a:pt x="413385" y="214027"/>
                </a:cubicBezTo>
                <a:cubicBezTo>
                  <a:pt x="413385" y="221933"/>
                  <a:pt x="407003" y="228314"/>
                  <a:pt x="399098" y="228314"/>
                </a:cubicBezTo>
                <a:close/>
              </a:path>
            </a:pathLst>
          </a:custGeom>
          <a:solidFill>
            <a:schemeClr val="bg1"/>
          </a:solidFill>
          <a:ln w="9525" cap="flat">
            <a:noFill/>
            <a:prstDash val="solid"/>
            <a:miter/>
          </a:ln>
        </p:spPr>
        <p:txBody>
          <a:bodyPr rtlCol="0" anchor="ctr"/>
          <a:lstStyle/>
          <a:p>
            <a:endParaRPr lang="en-US"/>
          </a:p>
        </p:txBody>
      </p:sp>
      <p:sp>
        <p:nvSpPr>
          <p:cNvPr id="119" name="Grafik 63">
            <a:extLst>
              <a:ext uri="{FF2B5EF4-FFF2-40B4-BE49-F238E27FC236}">
                <a16:creationId xmlns:a16="http://schemas.microsoft.com/office/drawing/2014/main" id="{D25F612A-61F7-4960-A191-A17110858F4D}"/>
              </a:ext>
            </a:extLst>
          </p:cNvPr>
          <p:cNvSpPr/>
          <p:nvPr/>
        </p:nvSpPr>
        <p:spPr bwMode="gray">
          <a:xfrm>
            <a:off x="10205291" y="1920050"/>
            <a:ext cx="485584" cy="485775"/>
          </a:xfrm>
          <a:custGeom>
            <a:avLst/>
            <a:gdLst>
              <a:gd name="connsiteX0" fmla="*/ 114300 w 485584"/>
              <a:gd name="connsiteY0" fmla="*/ 71438 h 485775"/>
              <a:gd name="connsiteX1" fmla="*/ 128588 w 485584"/>
              <a:gd name="connsiteY1" fmla="*/ 57150 h 485775"/>
              <a:gd name="connsiteX2" fmla="*/ 357092 w 485584"/>
              <a:gd name="connsiteY2" fmla="*/ 57150 h 485775"/>
              <a:gd name="connsiteX3" fmla="*/ 371380 w 485584"/>
              <a:gd name="connsiteY3" fmla="*/ 71438 h 485775"/>
              <a:gd name="connsiteX4" fmla="*/ 357092 w 485584"/>
              <a:gd name="connsiteY4" fmla="*/ 85725 h 485775"/>
              <a:gd name="connsiteX5" fmla="*/ 128588 w 485584"/>
              <a:gd name="connsiteY5" fmla="*/ 85725 h 485775"/>
              <a:gd name="connsiteX6" fmla="*/ 114300 w 485584"/>
              <a:gd name="connsiteY6" fmla="*/ 71438 h 485775"/>
              <a:gd name="connsiteX7" fmla="*/ 128588 w 485584"/>
              <a:gd name="connsiteY7" fmla="*/ 142875 h 485775"/>
              <a:gd name="connsiteX8" fmla="*/ 357092 w 485584"/>
              <a:gd name="connsiteY8" fmla="*/ 142875 h 485775"/>
              <a:gd name="connsiteX9" fmla="*/ 371380 w 485584"/>
              <a:gd name="connsiteY9" fmla="*/ 128588 h 485775"/>
              <a:gd name="connsiteX10" fmla="*/ 357092 w 485584"/>
              <a:gd name="connsiteY10" fmla="*/ 114300 h 485775"/>
              <a:gd name="connsiteX11" fmla="*/ 128588 w 485584"/>
              <a:gd name="connsiteY11" fmla="*/ 114300 h 485775"/>
              <a:gd name="connsiteX12" fmla="*/ 114300 w 485584"/>
              <a:gd name="connsiteY12" fmla="*/ 128588 h 485775"/>
              <a:gd name="connsiteX13" fmla="*/ 128588 w 485584"/>
              <a:gd name="connsiteY13" fmla="*/ 142875 h 485775"/>
              <a:gd name="connsiteX14" fmla="*/ 357092 w 485584"/>
              <a:gd name="connsiteY14" fmla="*/ 200120 h 485775"/>
              <a:gd name="connsiteX15" fmla="*/ 371380 w 485584"/>
              <a:gd name="connsiteY15" fmla="*/ 185833 h 485775"/>
              <a:gd name="connsiteX16" fmla="*/ 357092 w 485584"/>
              <a:gd name="connsiteY16" fmla="*/ 171545 h 485775"/>
              <a:gd name="connsiteX17" fmla="*/ 128588 w 485584"/>
              <a:gd name="connsiteY17" fmla="*/ 171545 h 485775"/>
              <a:gd name="connsiteX18" fmla="*/ 114300 w 485584"/>
              <a:gd name="connsiteY18" fmla="*/ 185833 h 485775"/>
              <a:gd name="connsiteX19" fmla="*/ 128588 w 485584"/>
              <a:gd name="connsiteY19" fmla="*/ 200120 h 485775"/>
              <a:gd name="connsiteX20" fmla="*/ 357092 w 485584"/>
              <a:gd name="connsiteY20" fmla="*/ 200120 h 485775"/>
              <a:gd name="connsiteX21" fmla="*/ 485585 w 485584"/>
              <a:gd name="connsiteY21" fmla="*/ 195358 h 485775"/>
              <a:gd name="connsiteX22" fmla="*/ 485585 w 485584"/>
              <a:gd name="connsiteY22" fmla="*/ 461963 h 485775"/>
              <a:gd name="connsiteX23" fmla="*/ 461772 w 485584"/>
              <a:gd name="connsiteY23" fmla="*/ 485775 h 485775"/>
              <a:gd name="connsiteX24" fmla="*/ 23813 w 485584"/>
              <a:gd name="connsiteY24" fmla="*/ 485775 h 485775"/>
              <a:gd name="connsiteX25" fmla="*/ 0 w 485584"/>
              <a:gd name="connsiteY25" fmla="*/ 461963 h 485775"/>
              <a:gd name="connsiteX26" fmla="*/ 0 w 485584"/>
              <a:gd name="connsiteY26" fmla="*/ 195358 h 485775"/>
              <a:gd name="connsiteX27" fmla="*/ 23813 w 485584"/>
              <a:gd name="connsiteY27" fmla="*/ 171545 h 485775"/>
              <a:gd name="connsiteX28" fmla="*/ 33147 w 485584"/>
              <a:gd name="connsiteY28" fmla="*/ 175069 h 485775"/>
              <a:gd name="connsiteX29" fmla="*/ 57150 w 485584"/>
              <a:gd name="connsiteY29" fmla="*/ 195834 h 485775"/>
              <a:gd name="connsiteX30" fmla="*/ 57150 w 485584"/>
              <a:gd name="connsiteY30" fmla="*/ 14288 h 485775"/>
              <a:gd name="connsiteX31" fmla="*/ 61341 w 485584"/>
              <a:gd name="connsiteY31" fmla="*/ 4191 h 485775"/>
              <a:gd name="connsiteX32" fmla="*/ 71438 w 485584"/>
              <a:gd name="connsiteY32" fmla="*/ 0 h 485775"/>
              <a:gd name="connsiteX33" fmla="*/ 71438 w 485584"/>
              <a:gd name="connsiteY33" fmla="*/ 0 h 485775"/>
              <a:gd name="connsiteX34" fmla="*/ 414338 w 485584"/>
              <a:gd name="connsiteY34" fmla="*/ 191 h 485775"/>
              <a:gd name="connsiteX35" fmla="*/ 428625 w 485584"/>
              <a:gd name="connsiteY35" fmla="*/ 14478 h 485775"/>
              <a:gd name="connsiteX36" fmla="*/ 428720 w 485584"/>
              <a:gd name="connsiteY36" fmla="*/ 195453 h 485775"/>
              <a:gd name="connsiteX37" fmla="*/ 452438 w 485584"/>
              <a:gd name="connsiteY37" fmla="*/ 174974 h 485775"/>
              <a:gd name="connsiteX38" fmla="*/ 453009 w 485584"/>
              <a:gd name="connsiteY38" fmla="*/ 174498 h 485775"/>
              <a:gd name="connsiteX39" fmla="*/ 454343 w 485584"/>
              <a:gd name="connsiteY39" fmla="*/ 173546 h 485775"/>
              <a:gd name="connsiteX40" fmla="*/ 455486 w 485584"/>
              <a:gd name="connsiteY40" fmla="*/ 172974 h 485775"/>
              <a:gd name="connsiteX41" fmla="*/ 456819 w 485584"/>
              <a:gd name="connsiteY41" fmla="*/ 172403 h 485775"/>
              <a:gd name="connsiteX42" fmla="*/ 458057 w 485584"/>
              <a:gd name="connsiteY42" fmla="*/ 172022 h 485775"/>
              <a:gd name="connsiteX43" fmla="*/ 459486 w 485584"/>
              <a:gd name="connsiteY43" fmla="*/ 171736 h 485775"/>
              <a:gd name="connsiteX44" fmla="*/ 460915 w 485584"/>
              <a:gd name="connsiteY44" fmla="*/ 171545 h 485775"/>
              <a:gd name="connsiteX45" fmla="*/ 461772 w 485584"/>
              <a:gd name="connsiteY45" fmla="*/ 171450 h 485775"/>
              <a:gd name="connsiteX46" fmla="*/ 462344 w 485584"/>
              <a:gd name="connsiteY46" fmla="*/ 171545 h 485775"/>
              <a:gd name="connsiteX47" fmla="*/ 463772 w 485584"/>
              <a:gd name="connsiteY47" fmla="*/ 171736 h 485775"/>
              <a:gd name="connsiteX48" fmla="*/ 485585 w 485584"/>
              <a:gd name="connsiteY48" fmla="*/ 195358 h 485775"/>
              <a:gd name="connsiteX49" fmla="*/ 48863 w 485584"/>
              <a:gd name="connsiteY49" fmla="*/ 457200 h 485775"/>
              <a:gd name="connsiteX50" fmla="*/ 437007 w 485584"/>
              <a:gd name="connsiteY50" fmla="*/ 457200 h 485775"/>
              <a:gd name="connsiteX51" fmla="*/ 303657 w 485584"/>
              <a:gd name="connsiteY51" fmla="*/ 323850 h 485775"/>
              <a:gd name="connsiteX52" fmla="*/ 242697 w 485584"/>
              <a:gd name="connsiteY52" fmla="*/ 263081 h 485775"/>
              <a:gd name="connsiteX53" fmla="*/ 182404 w 485584"/>
              <a:gd name="connsiteY53" fmla="*/ 323469 h 485775"/>
              <a:gd name="connsiteX54" fmla="*/ 182309 w 485584"/>
              <a:gd name="connsiteY54" fmla="*/ 323564 h 485775"/>
              <a:gd name="connsiteX55" fmla="*/ 181832 w 485584"/>
              <a:gd name="connsiteY55" fmla="*/ 323945 h 485775"/>
              <a:gd name="connsiteX56" fmla="*/ 48863 w 485584"/>
              <a:gd name="connsiteY56" fmla="*/ 457200 h 485775"/>
              <a:gd name="connsiteX57" fmla="*/ 457010 w 485584"/>
              <a:gd name="connsiteY57" fmla="*/ 436721 h 485775"/>
              <a:gd name="connsiteX58" fmla="*/ 457010 w 485584"/>
              <a:gd name="connsiteY58" fmla="*/ 208788 h 485775"/>
              <a:gd name="connsiteX59" fmla="*/ 334709 w 485584"/>
              <a:gd name="connsiteY59" fmla="*/ 314420 h 485775"/>
              <a:gd name="connsiteX60" fmla="*/ 457010 w 485584"/>
              <a:gd name="connsiteY60" fmla="*/ 436721 h 485775"/>
              <a:gd name="connsiteX61" fmla="*/ 85725 w 485584"/>
              <a:gd name="connsiteY61" fmla="*/ 220694 h 485775"/>
              <a:gd name="connsiteX62" fmla="*/ 170783 w 485584"/>
              <a:gd name="connsiteY62" fmla="*/ 294608 h 485775"/>
              <a:gd name="connsiteX63" fmla="*/ 232601 w 485584"/>
              <a:gd name="connsiteY63" fmla="*/ 232791 h 485775"/>
              <a:gd name="connsiteX64" fmla="*/ 252794 w 485584"/>
              <a:gd name="connsiteY64" fmla="*/ 232791 h 485775"/>
              <a:gd name="connsiteX65" fmla="*/ 314420 w 485584"/>
              <a:gd name="connsiteY65" fmla="*/ 294227 h 485775"/>
              <a:gd name="connsiteX66" fmla="*/ 400050 w 485584"/>
              <a:gd name="connsiteY66" fmla="*/ 220218 h 485775"/>
              <a:gd name="connsiteX67" fmla="*/ 400050 w 485584"/>
              <a:gd name="connsiteY67" fmla="*/ 28766 h 485775"/>
              <a:gd name="connsiteX68" fmla="*/ 85725 w 485584"/>
              <a:gd name="connsiteY68" fmla="*/ 28575 h 485775"/>
              <a:gd name="connsiteX69" fmla="*/ 85725 w 485584"/>
              <a:gd name="connsiteY69" fmla="*/ 220694 h 485775"/>
              <a:gd name="connsiteX70" fmla="*/ 28575 w 485584"/>
              <a:gd name="connsiteY70" fmla="*/ 208883 h 485775"/>
              <a:gd name="connsiteX71" fmla="*/ 28575 w 485584"/>
              <a:gd name="connsiteY71" fmla="*/ 437102 h 485775"/>
              <a:gd name="connsiteX72" fmla="*/ 150590 w 485584"/>
              <a:gd name="connsiteY72" fmla="*/ 314992 h 485775"/>
              <a:gd name="connsiteX73" fmla="*/ 28575 w 485584"/>
              <a:gd name="connsiteY73" fmla="*/ 20888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85584" h="485775">
                <a:moveTo>
                  <a:pt x="114300" y="71438"/>
                </a:moveTo>
                <a:cubicBezTo>
                  <a:pt x="114300" y="63532"/>
                  <a:pt x="120777" y="57150"/>
                  <a:pt x="128588" y="57150"/>
                </a:cubicBezTo>
                <a:lnTo>
                  <a:pt x="357092" y="57150"/>
                </a:lnTo>
                <a:cubicBezTo>
                  <a:pt x="364998" y="57150"/>
                  <a:pt x="371380" y="63532"/>
                  <a:pt x="371380" y="71438"/>
                </a:cubicBezTo>
                <a:cubicBezTo>
                  <a:pt x="371380" y="79343"/>
                  <a:pt x="364998" y="85725"/>
                  <a:pt x="357092" y="85725"/>
                </a:cubicBezTo>
                <a:lnTo>
                  <a:pt x="128588" y="85725"/>
                </a:lnTo>
                <a:cubicBezTo>
                  <a:pt x="120777" y="85725"/>
                  <a:pt x="114300" y="79343"/>
                  <a:pt x="114300" y="71438"/>
                </a:cubicBezTo>
                <a:close/>
                <a:moveTo>
                  <a:pt x="128588" y="142875"/>
                </a:moveTo>
                <a:lnTo>
                  <a:pt x="357092" y="142875"/>
                </a:lnTo>
                <a:cubicBezTo>
                  <a:pt x="364998" y="142875"/>
                  <a:pt x="371380" y="136493"/>
                  <a:pt x="371380" y="128588"/>
                </a:cubicBezTo>
                <a:cubicBezTo>
                  <a:pt x="371380" y="120682"/>
                  <a:pt x="364998" y="114300"/>
                  <a:pt x="357092" y="114300"/>
                </a:cubicBezTo>
                <a:lnTo>
                  <a:pt x="128588" y="114300"/>
                </a:lnTo>
                <a:cubicBezTo>
                  <a:pt x="120682" y="114300"/>
                  <a:pt x="114300" y="120682"/>
                  <a:pt x="114300" y="128588"/>
                </a:cubicBezTo>
                <a:cubicBezTo>
                  <a:pt x="114300" y="136493"/>
                  <a:pt x="120777" y="142875"/>
                  <a:pt x="128588" y="142875"/>
                </a:cubicBezTo>
                <a:close/>
                <a:moveTo>
                  <a:pt x="357092" y="200120"/>
                </a:moveTo>
                <a:cubicBezTo>
                  <a:pt x="364998" y="200120"/>
                  <a:pt x="371380" y="193739"/>
                  <a:pt x="371380" y="185833"/>
                </a:cubicBezTo>
                <a:cubicBezTo>
                  <a:pt x="371380" y="177927"/>
                  <a:pt x="364998" y="171545"/>
                  <a:pt x="357092" y="171545"/>
                </a:cubicBezTo>
                <a:lnTo>
                  <a:pt x="128588" y="171545"/>
                </a:lnTo>
                <a:cubicBezTo>
                  <a:pt x="120682" y="171545"/>
                  <a:pt x="114300" y="177927"/>
                  <a:pt x="114300" y="185833"/>
                </a:cubicBezTo>
                <a:cubicBezTo>
                  <a:pt x="114300" y="193739"/>
                  <a:pt x="120682" y="200120"/>
                  <a:pt x="128588" y="200120"/>
                </a:cubicBezTo>
                <a:lnTo>
                  <a:pt x="357092" y="200120"/>
                </a:lnTo>
                <a:close/>
                <a:moveTo>
                  <a:pt x="485585" y="195358"/>
                </a:moveTo>
                <a:lnTo>
                  <a:pt x="485585" y="461963"/>
                </a:lnTo>
                <a:cubicBezTo>
                  <a:pt x="485585" y="475107"/>
                  <a:pt x="474917" y="485775"/>
                  <a:pt x="461772" y="485775"/>
                </a:cubicBezTo>
                <a:lnTo>
                  <a:pt x="23813" y="485775"/>
                </a:lnTo>
                <a:cubicBezTo>
                  <a:pt x="10668" y="485775"/>
                  <a:pt x="0" y="475107"/>
                  <a:pt x="0" y="461963"/>
                </a:cubicBezTo>
                <a:lnTo>
                  <a:pt x="0" y="195358"/>
                </a:lnTo>
                <a:cubicBezTo>
                  <a:pt x="0" y="182213"/>
                  <a:pt x="10668" y="171545"/>
                  <a:pt x="23813" y="171545"/>
                </a:cubicBezTo>
                <a:cubicBezTo>
                  <a:pt x="27241" y="171545"/>
                  <a:pt x="30575" y="172784"/>
                  <a:pt x="33147" y="175069"/>
                </a:cubicBezTo>
                <a:lnTo>
                  <a:pt x="57150" y="195834"/>
                </a:lnTo>
                <a:lnTo>
                  <a:pt x="57150" y="14288"/>
                </a:lnTo>
                <a:cubicBezTo>
                  <a:pt x="57150" y="10478"/>
                  <a:pt x="58674" y="6858"/>
                  <a:pt x="61341" y="4191"/>
                </a:cubicBezTo>
                <a:cubicBezTo>
                  <a:pt x="64008" y="1524"/>
                  <a:pt x="67628" y="0"/>
                  <a:pt x="71438" y="0"/>
                </a:cubicBezTo>
                <a:lnTo>
                  <a:pt x="71438" y="0"/>
                </a:lnTo>
                <a:lnTo>
                  <a:pt x="414338" y="191"/>
                </a:lnTo>
                <a:cubicBezTo>
                  <a:pt x="422243" y="191"/>
                  <a:pt x="428625" y="6572"/>
                  <a:pt x="428625" y="14478"/>
                </a:cubicBezTo>
                <a:lnTo>
                  <a:pt x="428720" y="195453"/>
                </a:lnTo>
                <a:lnTo>
                  <a:pt x="452438" y="174974"/>
                </a:lnTo>
                <a:cubicBezTo>
                  <a:pt x="452628" y="174784"/>
                  <a:pt x="452819" y="174689"/>
                  <a:pt x="453009" y="174498"/>
                </a:cubicBezTo>
                <a:cubicBezTo>
                  <a:pt x="453390" y="174212"/>
                  <a:pt x="453866" y="173831"/>
                  <a:pt x="454343" y="173546"/>
                </a:cubicBezTo>
                <a:cubicBezTo>
                  <a:pt x="454724" y="173355"/>
                  <a:pt x="455105" y="173165"/>
                  <a:pt x="455486" y="172974"/>
                </a:cubicBezTo>
                <a:cubicBezTo>
                  <a:pt x="455962" y="172784"/>
                  <a:pt x="456343" y="172593"/>
                  <a:pt x="456819" y="172403"/>
                </a:cubicBezTo>
                <a:cubicBezTo>
                  <a:pt x="457200" y="172212"/>
                  <a:pt x="457676" y="172117"/>
                  <a:pt x="458057" y="172022"/>
                </a:cubicBezTo>
                <a:cubicBezTo>
                  <a:pt x="458534" y="171926"/>
                  <a:pt x="459010" y="171831"/>
                  <a:pt x="459486" y="171736"/>
                </a:cubicBezTo>
                <a:cubicBezTo>
                  <a:pt x="459962" y="171641"/>
                  <a:pt x="460439" y="171641"/>
                  <a:pt x="460915" y="171545"/>
                </a:cubicBezTo>
                <a:cubicBezTo>
                  <a:pt x="461200" y="171545"/>
                  <a:pt x="461486" y="171450"/>
                  <a:pt x="461772" y="171450"/>
                </a:cubicBezTo>
                <a:cubicBezTo>
                  <a:pt x="461963" y="171450"/>
                  <a:pt x="462153" y="171545"/>
                  <a:pt x="462344" y="171545"/>
                </a:cubicBezTo>
                <a:cubicBezTo>
                  <a:pt x="462820" y="171545"/>
                  <a:pt x="463296" y="171641"/>
                  <a:pt x="463772" y="171736"/>
                </a:cubicBezTo>
                <a:cubicBezTo>
                  <a:pt x="475869" y="172688"/>
                  <a:pt x="485585" y="182880"/>
                  <a:pt x="485585" y="195358"/>
                </a:cubicBezTo>
                <a:close/>
                <a:moveTo>
                  <a:pt x="48863" y="457200"/>
                </a:moveTo>
                <a:lnTo>
                  <a:pt x="437007" y="457200"/>
                </a:lnTo>
                <a:lnTo>
                  <a:pt x="303657" y="323850"/>
                </a:lnTo>
                <a:lnTo>
                  <a:pt x="242697" y="263081"/>
                </a:lnTo>
                <a:lnTo>
                  <a:pt x="182404" y="323469"/>
                </a:lnTo>
                <a:cubicBezTo>
                  <a:pt x="182404" y="323469"/>
                  <a:pt x="182404" y="323564"/>
                  <a:pt x="182309" y="323564"/>
                </a:cubicBezTo>
                <a:cubicBezTo>
                  <a:pt x="182213" y="323755"/>
                  <a:pt x="182023" y="323850"/>
                  <a:pt x="181832" y="323945"/>
                </a:cubicBezTo>
                <a:lnTo>
                  <a:pt x="48863" y="457200"/>
                </a:lnTo>
                <a:close/>
                <a:moveTo>
                  <a:pt x="457010" y="436721"/>
                </a:moveTo>
                <a:lnTo>
                  <a:pt x="457010" y="208788"/>
                </a:lnTo>
                <a:lnTo>
                  <a:pt x="334709" y="314420"/>
                </a:lnTo>
                <a:lnTo>
                  <a:pt x="457010" y="436721"/>
                </a:lnTo>
                <a:close/>
                <a:moveTo>
                  <a:pt x="85725" y="220694"/>
                </a:moveTo>
                <a:lnTo>
                  <a:pt x="170783" y="294608"/>
                </a:lnTo>
                <a:lnTo>
                  <a:pt x="232601" y="232791"/>
                </a:lnTo>
                <a:cubicBezTo>
                  <a:pt x="238125" y="227171"/>
                  <a:pt x="247269" y="227171"/>
                  <a:pt x="252794" y="232791"/>
                </a:cubicBezTo>
                <a:lnTo>
                  <a:pt x="314420" y="294227"/>
                </a:lnTo>
                <a:lnTo>
                  <a:pt x="400050" y="220218"/>
                </a:lnTo>
                <a:lnTo>
                  <a:pt x="400050" y="28766"/>
                </a:lnTo>
                <a:lnTo>
                  <a:pt x="85725" y="28575"/>
                </a:lnTo>
                <a:lnTo>
                  <a:pt x="85725" y="220694"/>
                </a:lnTo>
                <a:close/>
                <a:moveTo>
                  <a:pt x="28575" y="208883"/>
                </a:moveTo>
                <a:lnTo>
                  <a:pt x="28575" y="437102"/>
                </a:lnTo>
                <a:lnTo>
                  <a:pt x="150590" y="314992"/>
                </a:lnTo>
                <a:lnTo>
                  <a:pt x="28575" y="208883"/>
                </a:lnTo>
                <a:close/>
              </a:path>
            </a:pathLst>
          </a:custGeom>
          <a:solidFill>
            <a:schemeClr val="bg1"/>
          </a:solidFill>
          <a:ln w="9525" cap="flat">
            <a:noFill/>
            <a:prstDash val="solid"/>
            <a:miter/>
          </a:ln>
        </p:spPr>
        <p:txBody>
          <a:bodyPr rtlCol="0" anchor="ctr"/>
          <a:lstStyle/>
          <a:p>
            <a:endParaRPr lang="en-US"/>
          </a:p>
        </p:txBody>
      </p:sp>
      <p:sp>
        <p:nvSpPr>
          <p:cNvPr id="120" name="Grafik 64">
            <a:extLst>
              <a:ext uri="{FF2B5EF4-FFF2-40B4-BE49-F238E27FC236}">
                <a16:creationId xmlns:a16="http://schemas.microsoft.com/office/drawing/2014/main" id="{0EE3E3DB-D089-49BF-AC52-33C408510932}"/>
              </a:ext>
            </a:extLst>
          </p:cNvPr>
          <p:cNvSpPr/>
          <p:nvPr/>
        </p:nvSpPr>
        <p:spPr bwMode="gray">
          <a:xfrm>
            <a:off x="3307223" y="1920454"/>
            <a:ext cx="429958" cy="485679"/>
          </a:xfrm>
          <a:custGeom>
            <a:avLst/>
            <a:gdLst>
              <a:gd name="connsiteX0" fmla="*/ 57055 w 429958"/>
              <a:gd name="connsiteY0" fmla="*/ 225362 h 485679"/>
              <a:gd name="connsiteX1" fmla="*/ 57055 w 429958"/>
              <a:gd name="connsiteY1" fmla="*/ 146780 h 485679"/>
              <a:gd name="connsiteX2" fmla="*/ 74962 w 429958"/>
              <a:gd name="connsiteY2" fmla="*/ 128873 h 485679"/>
              <a:gd name="connsiteX3" fmla="*/ 153543 w 429958"/>
              <a:gd name="connsiteY3" fmla="*/ 128873 h 485679"/>
              <a:gd name="connsiteX4" fmla="*/ 171450 w 429958"/>
              <a:gd name="connsiteY4" fmla="*/ 146780 h 485679"/>
              <a:gd name="connsiteX5" fmla="*/ 171450 w 429958"/>
              <a:gd name="connsiteY5" fmla="*/ 225362 h 485679"/>
              <a:gd name="connsiteX6" fmla="*/ 153543 w 429958"/>
              <a:gd name="connsiteY6" fmla="*/ 243269 h 485679"/>
              <a:gd name="connsiteX7" fmla="*/ 74962 w 429958"/>
              <a:gd name="connsiteY7" fmla="*/ 243269 h 485679"/>
              <a:gd name="connsiteX8" fmla="*/ 57055 w 429958"/>
              <a:gd name="connsiteY8" fmla="*/ 225362 h 485679"/>
              <a:gd name="connsiteX9" fmla="*/ 226314 w 429958"/>
              <a:gd name="connsiteY9" fmla="*/ 171641 h 485679"/>
              <a:gd name="connsiteX10" fmla="*/ 300133 w 429958"/>
              <a:gd name="connsiteY10" fmla="*/ 171641 h 485679"/>
              <a:gd name="connsiteX11" fmla="*/ 314420 w 429958"/>
              <a:gd name="connsiteY11" fmla="*/ 157353 h 485679"/>
              <a:gd name="connsiteX12" fmla="*/ 300133 w 429958"/>
              <a:gd name="connsiteY12" fmla="*/ 143066 h 485679"/>
              <a:gd name="connsiteX13" fmla="*/ 226314 w 429958"/>
              <a:gd name="connsiteY13" fmla="*/ 143066 h 485679"/>
              <a:gd name="connsiteX14" fmla="*/ 212027 w 429958"/>
              <a:gd name="connsiteY14" fmla="*/ 157353 h 485679"/>
              <a:gd name="connsiteX15" fmla="*/ 226314 w 429958"/>
              <a:gd name="connsiteY15" fmla="*/ 171641 h 485679"/>
              <a:gd name="connsiteX16" fmla="*/ 226314 w 429958"/>
              <a:gd name="connsiteY16" fmla="*/ 229076 h 485679"/>
              <a:gd name="connsiteX17" fmla="*/ 300038 w 429958"/>
              <a:gd name="connsiteY17" fmla="*/ 229076 h 485679"/>
              <a:gd name="connsiteX18" fmla="*/ 314325 w 429958"/>
              <a:gd name="connsiteY18" fmla="*/ 214789 h 485679"/>
              <a:gd name="connsiteX19" fmla="*/ 300038 w 429958"/>
              <a:gd name="connsiteY19" fmla="*/ 200501 h 485679"/>
              <a:gd name="connsiteX20" fmla="*/ 226314 w 429958"/>
              <a:gd name="connsiteY20" fmla="*/ 200501 h 485679"/>
              <a:gd name="connsiteX21" fmla="*/ 212027 w 429958"/>
              <a:gd name="connsiteY21" fmla="*/ 214789 h 485679"/>
              <a:gd name="connsiteX22" fmla="*/ 226314 w 429958"/>
              <a:gd name="connsiteY22" fmla="*/ 229076 h 485679"/>
              <a:gd name="connsiteX23" fmla="*/ 299942 w 429958"/>
              <a:gd name="connsiteY23" fmla="*/ 271082 h 485679"/>
              <a:gd name="connsiteX24" fmla="*/ 71438 w 429958"/>
              <a:gd name="connsiteY24" fmla="*/ 271082 h 485679"/>
              <a:gd name="connsiteX25" fmla="*/ 57150 w 429958"/>
              <a:gd name="connsiteY25" fmla="*/ 285369 h 485679"/>
              <a:gd name="connsiteX26" fmla="*/ 71438 w 429958"/>
              <a:gd name="connsiteY26" fmla="*/ 299657 h 485679"/>
              <a:gd name="connsiteX27" fmla="*/ 299942 w 429958"/>
              <a:gd name="connsiteY27" fmla="*/ 299657 h 485679"/>
              <a:gd name="connsiteX28" fmla="*/ 314230 w 429958"/>
              <a:gd name="connsiteY28" fmla="*/ 285369 h 485679"/>
              <a:gd name="connsiteX29" fmla="*/ 299942 w 429958"/>
              <a:gd name="connsiteY29" fmla="*/ 271082 h 485679"/>
              <a:gd name="connsiteX30" fmla="*/ 299942 w 429958"/>
              <a:gd name="connsiteY30" fmla="*/ 328708 h 485679"/>
              <a:gd name="connsiteX31" fmla="*/ 71438 w 429958"/>
              <a:gd name="connsiteY31" fmla="*/ 328708 h 485679"/>
              <a:gd name="connsiteX32" fmla="*/ 57150 w 429958"/>
              <a:gd name="connsiteY32" fmla="*/ 342995 h 485679"/>
              <a:gd name="connsiteX33" fmla="*/ 71438 w 429958"/>
              <a:gd name="connsiteY33" fmla="*/ 357283 h 485679"/>
              <a:gd name="connsiteX34" fmla="*/ 299942 w 429958"/>
              <a:gd name="connsiteY34" fmla="*/ 357283 h 485679"/>
              <a:gd name="connsiteX35" fmla="*/ 314230 w 429958"/>
              <a:gd name="connsiteY35" fmla="*/ 342995 h 485679"/>
              <a:gd name="connsiteX36" fmla="*/ 299942 w 429958"/>
              <a:gd name="connsiteY36" fmla="*/ 328708 h 485679"/>
              <a:gd name="connsiteX37" fmla="*/ 299942 w 429958"/>
              <a:gd name="connsiteY37" fmla="*/ 385572 h 485679"/>
              <a:gd name="connsiteX38" fmla="*/ 71438 w 429958"/>
              <a:gd name="connsiteY38" fmla="*/ 385572 h 485679"/>
              <a:gd name="connsiteX39" fmla="*/ 57150 w 429958"/>
              <a:gd name="connsiteY39" fmla="*/ 399860 h 485679"/>
              <a:gd name="connsiteX40" fmla="*/ 71438 w 429958"/>
              <a:gd name="connsiteY40" fmla="*/ 414147 h 485679"/>
              <a:gd name="connsiteX41" fmla="*/ 299942 w 429958"/>
              <a:gd name="connsiteY41" fmla="*/ 414147 h 485679"/>
              <a:gd name="connsiteX42" fmla="*/ 314230 w 429958"/>
              <a:gd name="connsiteY42" fmla="*/ 399860 h 485679"/>
              <a:gd name="connsiteX43" fmla="*/ 299942 w 429958"/>
              <a:gd name="connsiteY43" fmla="*/ 385572 h 485679"/>
              <a:gd name="connsiteX44" fmla="*/ 429959 w 429958"/>
              <a:gd name="connsiteY44" fmla="*/ 23813 h 485679"/>
              <a:gd name="connsiteX45" fmla="*/ 429959 w 429958"/>
              <a:gd name="connsiteY45" fmla="*/ 428149 h 485679"/>
              <a:gd name="connsiteX46" fmla="*/ 401384 w 429958"/>
              <a:gd name="connsiteY46" fmla="*/ 428149 h 485679"/>
              <a:gd name="connsiteX47" fmla="*/ 401384 w 429958"/>
              <a:gd name="connsiteY47" fmla="*/ 28575 h 485679"/>
              <a:gd name="connsiteX48" fmla="*/ 84963 w 429958"/>
              <a:gd name="connsiteY48" fmla="*/ 28575 h 485679"/>
              <a:gd name="connsiteX49" fmla="*/ 84963 w 429958"/>
              <a:gd name="connsiteY49" fmla="*/ 56769 h 485679"/>
              <a:gd name="connsiteX50" fmla="*/ 346710 w 429958"/>
              <a:gd name="connsiteY50" fmla="*/ 56769 h 485679"/>
              <a:gd name="connsiteX51" fmla="*/ 370523 w 429958"/>
              <a:gd name="connsiteY51" fmla="*/ 80582 h 485679"/>
              <a:gd name="connsiteX52" fmla="*/ 371285 w 429958"/>
              <a:gd name="connsiteY52" fmla="*/ 461867 h 485679"/>
              <a:gd name="connsiteX53" fmla="*/ 364331 w 429958"/>
              <a:gd name="connsiteY53" fmla="*/ 478726 h 485679"/>
              <a:gd name="connsiteX54" fmla="*/ 347472 w 429958"/>
              <a:gd name="connsiteY54" fmla="*/ 485680 h 485679"/>
              <a:gd name="connsiteX55" fmla="*/ 23813 w 429958"/>
              <a:gd name="connsiteY55" fmla="*/ 485680 h 485679"/>
              <a:gd name="connsiteX56" fmla="*/ 0 w 429958"/>
              <a:gd name="connsiteY56" fmla="*/ 461867 h 485679"/>
              <a:gd name="connsiteX57" fmla="*/ 0 w 429958"/>
              <a:gd name="connsiteY57" fmla="*/ 80582 h 485679"/>
              <a:gd name="connsiteX58" fmla="*/ 23813 w 429958"/>
              <a:gd name="connsiteY58" fmla="*/ 56769 h 485679"/>
              <a:gd name="connsiteX59" fmla="*/ 56388 w 429958"/>
              <a:gd name="connsiteY59" fmla="*/ 56769 h 485679"/>
              <a:gd name="connsiteX60" fmla="*/ 56388 w 429958"/>
              <a:gd name="connsiteY60" fmla="*/ 23813 h 485679"/>
              <a:gd name="connsiteX61" fmla="*/ 80201 w 429958"/>
              <a:gd name="connsiteY61" fmla="*/ 0 h 485679"/>
              <a:gd name="connsiteX62" fmla="*/ 406146 w 429958"/>
              <a:gd name="connsiteY62" fmla="*/ 0 h 485679"/>
              <a:gd name="connsiteX63" fmla="*/ 429959 w 429958"/>
              <a:gd name="connsiteY63" fmla="*/ 23813 h 485679"/>
              <a:gd name="connsiteX64" fmla="*/ 341852 w 429958"/>
              <a:gd name="connsiteY64" fmla="*/ 85344 h 485679"/>
              <a:gd name="connsiteX65" fmla="*/ 28575 w 429958"/>
              <a:gd name="connsiteY65" fmla="*/ 85344 h 485679"/>
              <a:gd name="connsiteX66" fmla="*/ 28575 w 429958"/>
              <a:gd name="connsiteY66" fmla="*/ 457105 h 485679"/>
              <a:gd name="connsiteX67" fmla="*/ 342614 w 429958"/>
              <a:gd name="connsiteY67" fmla="*/ 457105 h 485679"/>
              <a:gd name="connsiteX68" fmla="*/ 341852 w 429958"/>
              <a:gd name="connsiteY68" fmla="*/ 85344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29958" h="485679">
                <a:moveTo>
                  <a:pt x="57055" y="225362"/>
                </a:moveTo>
                <a:lnTo>
                  <a:pt x="57055" y="146780"/>
                </a:lnTo>
                <a:cubicBezTo>
                  <a:pt x="57055" y="136874"/>
                  <a:pt x="65056" y="128873"/>
                  <a:pt x="74962" y="128873"/>
                </a:cubicBezTo>
                <a:lnTo>
                  <a:pt x="153543" y="128873"/>
                </a:lnTo>
                <a:cubicBezTo>
                  <a:pt x="163449" y="128873"/>
                  <a:pt x="171450" y="136874"/>
                  <a:pt x="171450" y="146780"/>
                </a:cubicBezTo>
                <a:lnTo>
                  <a:pt x="171450" y="225362"/>
                </a:lnTo>
                <a:cubicBezTo>
                  <a:pt x="171450" y="235268"/>
                  <a:pt x="163449" y="243269"/>
                  <a:pt x="153543" y="243269"/>
                </a:cubicBezTo>
                <a:lnTo>
                  <a:pt x="74962" y="243269"/>
                </a:lnTo>
                <a:cubicBezTo>
                  <a:pt x="65056" y="243173"/>
                  <a:pt x="57055" y="235172"/>
                  <a:pt x="57055" y="225362"/>
                </a:cubicBezTo>
                <a:close/>
                <a:moveTo>
                  <a:pt x="226314" y="171641"/>
                </a:moveTo>
                <a:lnTo>
                  <a:pt x="300133" y="171641"/>
                </a:lnTo>
                <a:cubicBezTo>
                  <a:pt x="308039" y="171641"/>
                  <a:pt x="314420" y="165259"/>
                  <a:pt x="314420" y="157353"/>
                </a:cubicBezTo>
                <a:cubicBezTo>
                  <a:pt x="314420" y="149447"/>
                  <a:pt x="308039" y="143066"/>
                  <a:pt x="300133" y="143066"/>
                </a:cubicBezTo>
                <a:lnTo>
                  <a:pt x="226314" y="143066"/>
                </a:lnTo>
                <a:cubicBezTo>
                  <a:pt x="218408" y="143066"/>
                  <a:pt x="212027" y="149447"/>
                  <a:pt x="212027" y="157353"/>
                </a:cubicBezTo>
                <a:cubicBezTo>
                  <a:pt x="212027" y="165259"/>
                  <a:pt x="218408" y="171641"/>
                  <a:pt x="226314" y="171641"/>
                </a:cubicBezTo>
                <a:close/>
                <a:moveTo>
                  <a:pt x="226314" y="229076"/>
                </a:moveTo>
                <a:lnTo>
                  <a:pt x="300038" y="229076"/>
                </a:lnTo>
                <a:cubicBezTo>
                  <a:pt x="307943" y="229076"/>
                  <a:pt x="314325" y="222694"/>
                  <a:pt x="314325" y="214789"/>
                </a:cubicBezTo>
                <a:cubicBezTo>
                  <a:pt x="314325" y="206883"/>
                  <a:pt x="307943" y="200501"/>
                  <a:pt x="300038" y="200501"/>
                </a:cubicBezTo>
                <a:lnTo>
                  <a:pt x="226314" y="200501"/>
                </a:lnTo>
                <a:cubicBezTo>
                  <a:pt x="218408" y="200501"/>
                  <a:pt x="212027" y="206883"/>
                  <a:pt x="212027" y="214789"/>
                </a:cubicBezTo>
                <a:cubicBezTo>
                  <a:pt x="212027" y="222694"/>
                  <a:pt x="218408" y="229076"/>
                  <a:pt x="226314" y="229076"/>
                </a:cubicBezTo>
                <a:close/>
                <a:moveTo>
                  <a:pt x="299942" y="271082"/>
                </a:moveTo>
                <a:lnTo>
                  <a:pt x="71438" y="271082"/>
                </a:lnTo>
                <a:cubicBezTo>
                  <a:pt x="63532" y="271082"/>
                  <a:pt x="57150" y="277463"/>
                  <a:pt x="57150" y="285369"/>
                </a:cubicBezTo>
                <a:cubicBezTo>
                  <a:pt x="57150" y="293275"/>
                  <a:pt x="63532" y="299657"/>
                  <a:pt x="71438" y="299657"/>
                </a:cubicBezTo>
                <a:lnTo>
                  <a:pt x="299942" y="299657"/>
                </a:lnTo>
                <a:cubicBezTo>
                  <a:pt x="307848" y="299657"/>
                  <a:pt x="314230" y="293275"/>
                  <a:pt x="314230" y="285369"/>
                </a:cubicBezTo>
                <a:cubicBezTo>
                  <a:pt x="314230" y="277463"/>
                  <a:pt x="307848" y="271082"/>
                  <a:pt x="299942" y="271082"/>
                </a:cubicBezTo>
                <a:close/>
                <a:moveTo>
                  <a:pt x="299942" y="328708"/>
                </a:moveTo>
                <a:lnTo>
                  <a:pt x="71438" y="328708"/>
                </a:lnTo>
                <a:cubicBezTo>
                  <a:pt x="63532" y="328708"/>
                  <a:pt x="57150" y="335090"/>
                  <a:pt x="57150" y="342995"/>
                </a:cubicBezTo>
                <a:cubicBezTo>
                  <a:pt x="57150" y="350901"/>
                  <a:pt x="63532" y="357283"/>
                  <a:pt x="71438" y="357283"/>
                </a:cubicBezTo>
                <a:lnTo>
                  <a:pt x="299942" y="357283"/>
                </a:lnTo>
                <a:cubicBezTo>
                  <a:pt x="307848" y="357283"/>
                  <a:pt x="314230" y="350901"/>
                  <a:pt x="314230" y="342995"/>
                </a:cubicBezTo>
                <a:cubicBezTo>
                  <a:pt x="314230" y="335090"/>
                  <a:pt x="307848" y="328708"/>
                  <a:pt x="299942" y="328708"/>
                </a:cubicBezTo>
                <a:close/>
                <a:moveTo>
                  <a:pt x="299942" y="385572"/>
                </a:moveTo>
                <a:lnTo>
                  <a:pt x="71438" y="385572"/>
                </a:lnTo>
                <a:cubicBezTo>
                  <a:pt x="63532" y="385572"/>
                  <a:pt x="57150" y="391954"/>
                  <a:pt x="57150" y="399860"/>
                </a:cubicBezTo>
                <a:cubicBezTo>
                  <a:pt x="57150" y="407765"/>
                  <a:pt x="63532" y="414147"/>
                  <a:pt x="71438" y="414147"/>
                </a:cubicBezTo>
                <a:lnTo>
                  <a:pt x="299942" y="414147"/>
                </a:lnTo>
                <a:cubicBezTo>
                  <a:pt x="307848" y="414147"/>
                  <a:pt x="314230" y="407765"/>
                  <a:pt x="314230" y="399860"/>
                </a:cubicBezTo>
                <a:cubicBezTo>
                  <a:pt x="314230" y="391954"/>
                  <a:pt x="307848" y="385572"/>
                  <a:pt x="299942" y="385572"/>
                </a:cubicBezTo>
                <a:close/>
                <a:moveTo>
                  <a:pt x="429959" y="23813"/>
                </a:moveTo>
                <a:lnTo>
                  <a:pt x="429959" y="428149"/>
                </a:lnTo>
                <a:lnTo>
                  <a:pt x="401384" y="428149"/>
                </a:lnTo>
                <a:lnTo>
                  <a:pt x="401384" y="28575"/>
                </a:lnTo>
                <a:lnTo>
                  <a:pt x="84963" y="28575"/>
                </a:lnTo>
                <a:lnTo>
                  <a:pt x="84963" y="56769"/>
                </a:lnTo>
                <a:lnTo>
                  <a:pt x="346710" y="56769"/>
                </a:lnTo>
                <a:cubicBezTo>
                  <a:pt x="359855" y="56769"/>
                  <a:pt x="370523" y="67437"/>
                  <a:pt x="370523" y="80582"/>
                </a:cubicBezTo>
                <a:lnTo>
                  <a:pt x="371285" y="461867"/>
                </a:lnTo>
                <a:cubicBezTo>
                  <a:pt x="371285" y="468249"/>
                  <a:pt x="368808" y="474250"/>
                  <a:pt x="364331" y="478726"/>
                </a:cubicBezTo>
                <a:cubicBezTo>
                  <a:pt x="359855" y="483203"/>
                  <a:pt x="353854" y="485680"/>
                  <a:pt x="347472" y="485680"/>
                </a:cubicBezTo>
                <a:lnTo>
                  <a:pt x="23813" y="485680"/>
                </a:lnTo>
                <a:cubicBezTo>
                  <a:pt x="10668" y="485680"/>
                  <a:pt x="0" y="475012"/>
                  <a:pt x="0" y="461867"/>
                </a:cubicBezTo>
                <a:lnTo>
                  <a:pt x="0" y="80582"/>
                </a:lnTo>
                <a:cubicBezTo>
                  <a:pt x="0" y="67437"/>
                  <a:pt x="10668" y="56769"/>
                  <a:pt x="23813" y="56769"/>
                </a:cubicBezTo>
                <a:lnTo>
                  <a:pt x="56388" y="56769"/>
                </a:lnTo>
                <a:lnTo>
                  <a:pt x="56388" y="23813"/>
                </a:lnTo>
                <a:cubicBezTo>
                  <a:pt x="56388" y="10668"/>
                  <a:pt x="67056" y="0"/>
                  <a:pt x="80201" y="0"/>
                </a:cubicBezTo>
                <a:lnTo>
                  <a:pt x="406146" y="0"/>
                </a:lnTo>
                <a:cubicBezTo>
                  <a:pt x="419291" y="0"/>
                  <a:pt x="429959" y="10668"/>
                  <a:pt x="429959" y="23813"/>
                </a:cubicBezTo>
                <a:close/>
                <a:moveTo>
                  <a:pt x="341852" y="85344"/>
                </a:moveTo>
                <a:lnTo>
                  <a:pt x="28575" y="85344"/>
                </a:lnTo>
                <a:lnTo>
                  <a:pt x="28575" y="457105"/>
                </a:lnTo>
                <a:lnTo>
                  <a:pt x="342614" y="457105"/>
                </a:lnTo>
                <a:lnTo>
                  <a:pt x="341852" y="85344"/>
                </a:lnTo>
                <a:close/>
              </a:path>
            </a:pathLst>
          </a:custGeom>
          <a:solidFill>
            <a:schemeClr val="bg1"/>
          </a:solidFill>
          <a:ln w="9525" cap="flat">
            <a:noFill/>
            <a:prstDash val="solid"/>
            <a:miter/>
          </a:ln>
        </p:spPr>
        <p:txBody>
          <a:bodyPr rtlCol="0" anchor="ctr"/>
          <a:lstStyle/>
          <a:p>
            <a:endParaRPr lang="en-US"/>
          </a:p>
        </p:txBody>
      </p:sp>
      <p:sp>
        <p:nvSpPr>
          <p:cNvPr id="121" name="Grafik 76">
            <a:extLst>
              <a:ext uri="{FF2B5EF4-FFF2-40B4-BE49-F238E27FC236}">
                <a16:creationId xmlns:a16="http://schemas.microsoft.com/office/drawing/2014/main" id="{C722B47D-3DB7-4DB8-B0E8-BA787918F382}"/>
              </a:ext>
            </a:extLst>
          </p:cNvPr>
          <p:cNvSpPr/>
          <p:nvPr/>
        </p:nvSpPr>
        <p:spPr bwMode="gray">
          <a:xfrm>
            <a:off x="9264558" y="1996363"/>
            <a:ext cx="485775" cy="334517"/>
          </a:xfrm>
          <a:custGeom>
            <a:avLst/>
            <a:gdLst>
              <a:gd name="connsiteX0" fmla="*/ 356807 w 485775"/>
              <a:gd name="connsiteY0" fmla="*/ 81725 h 334517"/>
              <a:gd name="connsiteX1" fmla="*/ 356807 w 485775"/>
              <a:gd name="connsiteY1" fmla="*/ 101918 h 334517"/>
              <a:gd name="connsiteX2" fmla="*/ 205931 w 485775"/>
              <a:gd name="connsiteY2" fmla="*/ 252794 h 334517"/>
              <a:gd name="connsiteX3" fmla="*/ 195834 w 485775"/>
              <a:gd name="connsiteY3" fmla="*/ 256985 h 334517"/>
              <a:gd name="connsiteX4" fmla="*/ 185833 w 485775"/>
              <a:gd name="connsiteY4" fmla="*/ 252889 h 334517"/>
              <a:gd name="connsiteX5" fmla="*/ 127921 w 485775"/>
              <a:gd name="connsiteY5" fmla="*/ 195929 h 334517"/>
              <a:gd name="connsiteX6" fmla="*/ 127730 w 485775"/>
              <a:gd name="connsiteY6" fmla="*/ 175736 h 334517"/>
              <a:gd name="connsiteX7" fmla="*/ 147923 w 485775"/>
              <a:gd name="connsiteY7" fmla="*/ 175546 h 334517"/>
              <a:gd name="connsiteX8" fmla="*/ 195739 w 485775"/>
              <a:gd name="connsiteY8" fmla="*/ 222599 h 334517"/>
              <a:gd name="connsiteX9" fmla="*/ 336614 w 485775"/>
              <a:gd name="connsiteY9" fmla="*/ 81725 h 334517"/>
              <a:gd name="connsiteX10" fmla="*/ 356807 w 485775"/>
              <a:gd name="connsiteY10" fmla="*/ 81725 h 334517"/>
              <a:gd name="connsiteX11" fmla="*/ 434150 w 485775"/>
              <a:gd name="connsiteY11" fmla="*/ 167259 h 334517"/>
              <a:gd name="connsiteX12" fmla="*/ 471488 w 485775"/>
              <a:gd name="connsiteY12" fmla="*/ 204692 h 334517"/>
              <a:gd name="connsiteX13" fmla="*/ 485775 w 485775"/>
              <a:gd name="connsiteY13" fmla="*/ 218980 h 334517"/>
              <a:gd name="connsiteX14" fmla="*/ 485775 w 485775"/>
              <a:gd name="connsiteY14" fmla="*/ 320231 h 334517"/>
              <a:gd name="connsiteX15" fmla="*/ 471488 w 485775"/>
              <a:gd name="connsiteY15" fmla="*/ 334518 h 334517"/>
              <a:gd name="connsiteX16" fmla="*/ 14288 w 485775"/>
              <a:gd name="connsiteY16" fmla="*/ 334518 h 334517"/>
              <a:gd name="connsiteX17" fmla="*/ 0 w 485775"/>
              <a:gd name="connsiteY17" fmla="*/ 320231 h 334517"/>
              <a:gd name="connsiteX18" fmla="*/ 0 w 485775"/>
              <a:gd name="connsiteY18" fmla="*/ 218980 h 334517"/>
              <a:gd name="connsiteX19" fmla="*/ 14288 w 485775"/>
              <a:gd name="connsiteY19" fmla="*/ 204692 h 334517"/>
              <a:gd name="connsiteX20" fmla="*/ 51626 w 485775"/>
              <a:gd name="connsiteY20" fmla="*/ 167259 h 334517"/>
              <a:gd name="connsiteX21" fmla="*/ 14288 w 485775"/>
              <a:gd name="connsiteY21" fmla="*/ 129826 h 334517"/>
              <a:gd name="connsiteX22" fmla="*/ 0 w 485775"/>
              <a:gd name="connsiteY22" fmla="*/ 115538 h 334517"/>
              <a:gd name="connsiteX23" fmla="*/ 0 w 485775"/>
              <a:gd name="connsiteY23" fmla="*/ 14288 h 334517"/>
              <a:gd name="connsiteX24" fmla="*/ 14288 w 485775"/>
              <a:gd name="connsiteY24" fmla="*/ 0 h 334517"/>
              <a:gd name="connsiteX25" fmla="*/ 471392 w 485775"/>
              <a:gd name="connsiteY25" fmla="*/ 0 h 334517"/>
              <a:gd name="connsiteX26" fmla="*/ 485680 w 485775"/>
              <a:gd name="connsiteY26" fmla="*/ 14288 h 334517"/>
              <a:gd name="connsiteX27" fmla="*/ 485680 w 485775"/>
              <a:gd name="connsiteY27" fmla="*/ 115538 h 334517"/>
              <a:gd name="connsiteX28" fmla="*/ 471392 w 485775"/>
              <a:gd name="connsiteY28" fmla="*/ 129826 h 334517"/>
              <a:gd name="connsiteX29" fmla="*/ 434150 w 485775"/>
              <a:gd name="connsiteY29" fmla="*/ 167259 h 334517"/>
              <a:gd name="connsiteX30" fmla="*/ 405575 w 485775"/>
              <a:gd name="connsiteY30" fmla="*/ 167259 h 334517"/>
              <a:gd name="connsiteX31" fmla="*/ 457200 w 485775"/>
              <a:gd name="connsiteY31" fmla="*/ 102870 h 334517"/>
              <a:gd name="connsiteX32" fmla="*/ 457200 w 485775"/>
              <a:gd name="connsiteY32" fmla="*/ 28575 h 334517"/>
              <a:gd name="connsiteX33" fmla="*/ 28575 w 485775"/>
              <a:gd name="connsiteY33" fmla="*/ 28575 h 334517"/>
              <a:gd name="connsiteX34" fmla="*/ 28575 w 485775"/>
              <a:gd name="connsiteY34" fmla="*/ 102870 h 334517"/>
              <a:gd name="connsiteX35" fmla="*/ 80201 w 485775"/>
              <a:gd name="connsiteY35" fmla="*/ 167259 h 334517"/>
              <a:gd name="connsiteX36" fmla="*/ 28575 w 485775"/>
              <a:gd name="connsiteY36" fmla="*/ 231743 h 334517"/>
              <a:gd name="connsiteX37" fmla="*/ 28575 w 485775"/>
              <a:gd name="connsiteY37" fmla="*/ 306038 h 334517"/>
              <a:gd name="connsiteX38" fmla="*/ 457105 w 485775"/>
              <a:gd name="connsiteY38" fmla="*/ 306038 h 334517"/>
              <a:gd name="connsiteX39" fmla="*/ 457105 w 485775"/>
              <a:gd name="connsiteY39" fmla="*/ 231743 h 334517"/>
              <a:gd name="connsiteX40" fmla="*/ 405575 w 485775"/>
              <a:gd name="connsiteY40" fmla="*/ 167259 h 33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85775" h="334517">
                <a:moveTo>
                  <a:pt x="356807" y="81725"/>
                </a:moveTo>
                <a:cubicBezTo>
                  <a:pt x="362426" y="87344"/>
                  <a:pt x="362426" y="96393"/>
                  <a:pt x="356807" y="101918"/>
                </a:cubicBezTo>
                <a:lnTo>
                  <a:pt x="205931" y="252794"/>
                </a:lnTo>
                <a:cubicBezTo>
                  <a:pt x="203168" y="255556"/>
                  <a:pt x="199454" y="256985"/>
                  <a:pt x="195834" y="256985"/>
                </a:cubicBezTo>
                <a:cubicBezTo>
                  <a:pt x="192215" y="256985"/>
                  <a:pt x="188595" y="255651"/>
                  <a:pt x="185833" y="252889"/>
                </a:cubicBezTo>
                <a:lnTo>
                  <a:pt x="127921" y="195929"/>
                </a:lnTo>
                <a:cubicBezTo>
                  <a:pt x="122301" y="190405"/>
                  <a:pt x="122206" y="181356"/>
                  <a:pt x="127730" y="175736"/>
                </a:cubicBezTo>
                <a:cubicBezTo>
                  <a:pt x="133255" y="170117"/>
                  <a:pt x="142304" y="170021"/>
                  <a:pt x="147923" y="175546"/>
                </a:cubicBezTo>
                <a:lnTo>
                  <a:pt x="195739" y="222599"/>
                </a:lnTo>
                <a:lnTo>
                  <a:pt x="336614" y="81725"/>
                </a:lnTo>
                <a:cubicBezTo>
                  <a:pt x="342138" y="76200"/>
                  <a:pt x="351187" y="76200"/>
                  <a:pt x="356807" y="81725"/>
                </a:cubicBezTo>
                <a:close/>
                <a:moveTo>
                  <a:pt x="434150" y="167259"/>
                </a:moveTo>
                <a:cubicBezTo>
                  <a:pt x="434150" y="187833"/>
                  <a:pt x="450914" y="204692"/>
                  <a:pt x="471488" y="204692"/>
                </a:cubicBezTo>
                <a:cubicBezTo>
                  <a:pt x="479393" y="204692"/>
                  <a:pt x="485775" y="211074"/>
                  <a:pt x="485775" y="218980"/>
                </a:cubicBezTo>
                <a:lnTo>
                  <a:pt x="485775" y="320231"/>
                </a:lnTo>
                <a:cubicBezTo>
                  <a:pt x="485775" y="328136"/>
                  <a:pt x="479393" y="334518"/>
                  <a:pt x="471488" y="334518"/>
                </a:cubicBezTo>
                <a:lnTo>
                  <a:pt x="14288" y="334518"/>
                </a:lnTo>
                <a:cubicBezTo>
                  <a:pt x="6382" y="334518"/>
                  <a:pt x="0" y="328136"/>
                  <a:pt x="0" y="320231"/>
                </a:cubicBezTo>
                <a:lnTo>
                  <a:pt x="0" y="218980"/>
                </a:lnTo>
                <a:cubicBezTo>
                  <a:pt x="0" y="211074"/>
                  <a:pt x="6382" y="204692"/>
                  <a:pt x="14288" y="204692"/>
                </a:cubicBezTo>
                <a:cubicBezTo>
                  <a:pt x="34862" y="204692"/>
                  <a:pt x="51626" y="187833"/>
                  <a:pt x="51626" y="167259"/>
                </a:cubicBezTo>
                <a:cubicBezTo>
                  <a:pt x="51626" y="146685"/>
                  <a:pt x="34862" y="129826"/>
                  <a:pt x="14288" y="129826"/>
                </a:cubicBezTo>
                <a:cubicBezTo>
                  <a:pt x="6382" y="129826"/>
                  <a:pt x="0" y="123444"/>
                  <a:pt x="0" y="115538"/>
                </a:cubicBezTo>
                <a:lnTo>
                  <a:pt x="0" y="14288"/>
                </a:lnTo>
                <a:cubicBezTo>
                  <a:pt x="0" y="6382"/>
                  <a:pt x="6382" y="0"/>
                  <a:pt x="14288" y="0"/>
                </a:cubicBezTo>
                <a:lnTo>
                  <a:pt x="471392" y="0"/>
                </a:lnTo>
                <a:cubicBezTo>
                  <a:pt x="479298" y="0"/>
                  <a:pt x="485680" y="6382"/>
                  <a:pt x="485680" y="14288"/>
                </a:cubicBezTo>
                <a:lnTo>
                  <a:pt x="485680" y="115538"/>
                </a:lnTo>
                <a:cubicBezTo>
                  <a:pt x="485680" y="123444"/>
                  <a:pt x="479298" y="129826"/>
                  <a:pt x="471392" y="129826"/>
                </a:cubicBezTo>
                <a:cubicBezTo>
                  <a:pt x="450818" y="129921"/>
                  <a:pt x="434150" y="146685"/>
                  <a:pt x="434150" y="167259"/>
                </a:cubicBezTo>
                <a:close/>
                <a:moveTo>
                  <a:pt x="405575" y="167259"/>
                </a:moveTo>
                <a:cubicBezTo>
                  <a:pt x="405575" y="135827"/>
                  <a:pt x="427673" y="109442"/>
                  <a:pt x="457200" y="102870"/>
                </a:cubicBezTo>
                <a:lnTo>
                  <a:pt x="457200" y="28575"/>
                </a:lnTo>
                <a:lnTo>
                  <a:pt x="28575" y="28575"/>
                </a:lnTo>
                <a:lnTo>
                  <a:pt x="28575" y="102870"/>
                </a:lnTo>
                <a:cubicBezTo>
                  <a:pt x="58103" y="109442"/>
                  <a:pt x="80201" y="135827"/>
                  <a:pt x="80201" y="167259"/>
                </a:cubicBezTo>
                <a:cubicBezTo>
                  <a:pt x="80201" y="198692"/>
                  <a:pt x="58103" y="225076"/>
                  <a:pt x="28575" y="231743"/>
                </a:cubicBezTo>
                <a:lnTo>
                  <a:pt x="28575" y="306038"/>
                </a:lnTo>
                <a:lnTo>
                  <a:pt x="457105" y="306038"/>
                </a:lnTo>
                <a:lnTo>
                  <a:pt x="457105" y="231743"/>
                </a:lnTo>
                <a:cubicBezTo>
                  <a:pt x="427673" y="225076"/>
                  <a:pt x="405575" y="198692"/>
                  <a:pt x="405575" y="167259"/>
                </a:cubicBezTo>
                <a:close/>
              </a:path>
            </a:pathLst>
          </a:custGeom>
          <a:solidFill>
            <a:schemeClr val="bg1"/>
          </a:solidFill>
          <a:ln w="9525" cap="flat">
            <a:noFill/>
            <a:prstDash val="solid"/>
            <a:miter/>
          </a:ln>
        </p:spPr>
        <p:txBody>
          <a:bodyPr rtlCol="0" anchor="ctr"/>
          <a:lstStyle/>
          <a:p>
            <a:endParaRPr lang="en-US"/>
          </a:p>
        </p:txBody>
      </p:sp>
      <p:sp>
        <p:nvSpPr>
          <p:cNvPr id="123" name="Grafik 78">
            <a:extLst>
              <a:ext uri="{FF2B5EF4-FFF2-40B4-BE49-F238E27FC236}">
                <a16:creationId xmlns:a16="http://schemas.microsoft.com/office/drawing/2014/main" id="{73FB0215-F40E-4DB2-A929-65E78C6C7DAA}"/>
              </a:ext>
            </a:extLst>
          </p:cNvPr>
          <p:cNvSpPr/>
          <p:nvPr/>
        </p:nvSpPr>
        <p:spPr bwMode="gray">
          <a:xfrm>
            <a:off x="587388" y="1916927"/>
            <a:ext cx="371284" cy="485489"/>
          </a:xfrm>
          <a:custGeom>
            <a:avLst/>
            <a:gdLst>
              <a:gd name="connsiteX0" fmla="*/ 57055 w 371284"/>
              <a:gd name="connsiteY0" fmla="*/ 128492 h 485489"/>
              <a:gd name="connsiteX1" fmla="*/ 71342 w 371284"/>
              <a:gd name="connsiteY1" fmla="*/ 114205 h 485489"/>
              <a:gd name="connsiteX2" fmla="*/ 185642 w 371284"/>
              <a:gd name="connsiteY2" fmla="*/ 114205 h 485489"/>
              <a:gd name="connsiteX3" fmla="*/ 199930 w 371284"/>
              <a:gd name="connsiteY3" fmla="*/ 128492 h 485489"/>
              <a:gd name="connsiteX4" fmla="*/ 185642 w 371284"/>
              <a:gd name="connsiteY4" fmla="*/ 142780 h 485489"/>
              <a:gd name="connsiteX5" fmla="*/ 71342 w 371284"/>
              <a:gd name="connsiteY5" fmla="*/ 142780 h 485489"/>
              <a:gd name="connsiteX6" fmla="*/ 57055 w 371284"/>
              <a:gd name="connsiteY6" fmla="*/ 128492 h 485489"/>
              <a:gd name="connsiteX7" fmla="*/ 57055 w 371284"/>
              <a:gd name="connsiteY7" fmla="*/ 185547 h 485489"/>
              <a:gd name="connsiteX8" fmla="*/ 71342 w 371284"/>
              <a:gd name="connsiteY8" fmla="*/ 199835 h 485489"/>
              <a:gd name="connsiteX9" fmla="*/ 299942 w 371284"/>
              <a:gd name="connsiteY9" fmla="*/ 199835 h 485489"/>
              <a:gd name="connsiteX10" fmla="*/ 314230 w 371284"/>
              <a:gd name="connsiteY10" fmla="*/ 185547 h 485489"/>
              <a:gd name="connsiteX11" fmla="*/ 299942 w 371284"/>
              <a:gd name="connsiteY11" fmla="*/ 171260 h 485489"/>
              <a:gd name="connsiteX12" fmla="*/ 71342 w 371284"/>
              <a:gd name="connsiteY12" fmla="*/ 171260 h 485489"/>
              <a:gd name="connsiteX13" fmla="*/ 57055 w 371284"/>
              <a:gd name="connsiteY13" fmla="*/ 185547 h 485489"/>
              <a:gd name="connsiteX14" fmla="*/ 299942 w 371284"/>
              <a:gd name="connsiteY14" fmla="*/ 228505 h 485489"/>
              <a:gd name="connsiteX15" fmla="*/ 71342 w 371284"/>
              <a:gd name="connsiteY15" fmla="*/ 228505 h 485489"/>
              <a:gd name="connsiteX16" fmla="*/ 57055 w 371284"/>
              <a:gd name="connsiteY16" fmla="*/ 242792 h 485489"/>
              <a:gd name="connsiteX17" fmla="*/ 71342 w 371284"/>
              <a:gd name="connsiteY17" fmla="*/ 257080 h 485489"/>
              <a:gd name="connsiteX18" fmla="*/ 299942 w 371284"/>
              <a:gd name="connsiteY18" fmla="*/ 257080 h 485489"/>
              <a:gd name="connsiteX19" fmla="*/ 314230 w 371284"/>
              <a:gd name="connsiteY19" fmla="*/ 242792 h 485489"/>
              <a:gd name="connsiteX20" fmla="*/ 299942 w 371284"/>
              <a:gd name="connsiteY20" fmla="*/ 228505 h 485489"/>
              <a:gd name="connsiteX21" fmla="*/ 371285 w 371284"/>
              <a:gd name="connsiteY21" fmla="*/ 133445 h 485489"/>
              <a:gd name="connsiteX22" fmla="*/ 371285 w 371284"/>
              <a:gd name="connsiteY22" fmla="*/ 461677 h 485489"/>
              <a:gd name="connsiteX23" fmla="*/ 347472 w 371284"/>
              <a:gd name="connsiteY23" fmla="*/ 485489 h 485489"/>
              <a:gd name="connsiteX24" fmla="*/ 23813 w 371284"/>
              <a:gd name="connsiteY24" fmla="*/ 485489 h 485489"/>
              <a:gd name="connsiteX25" fmla="*/ 0 w 371284"/>
              <a:gd name="connsiteY25" fmla="*/ 461677 h 485489"/>
              <a:gd name="connsiteX26" fmla="*/ 0 w 371284"/>
              <a:gd name="connsiteY26" fmla="*/ 23813 h 485489"/>
              <a:gd name="connsiteX27" fmla="*/ 23813 w 371284"/>
              <a:gd name="connsiteY27" fmla="*/ 0 h 485489"/>
              <a:gd name="connsiteX28" fmla="*/ 239744 w 371284"/>
              <a:gd name="connsiteY28" fmla="*/ 0 h 485489"/>
              <a:gd name="connsiteX29" fmla="*/ 256699 w 371284"/>
              <a:gd name="connsiteY29" fmla="*/ 7144 h 485489"/>
              <a:gd name="connsiteX30" fmla="*/ 364426 w 371284"/>
              <a:gd name="connsiteY30" fmla="*/ 116777 h 485489"/>
              <a:gd name="connsiteX31" fmla="*/ 371285 w 371284"/>
              <a:gd name="connsiteY31" fmla="*/ 133445 h 485489"/>
              <a:gd name="connsiteX32" fmla="*/ 342710 w 371284"/>
              <a:gd name="connsiteY32" fmla="*/ 142780 h 485489"/>
              <a:gd name="connsiteX33" fmla="*/ 242126 w 371284"/>
              <a:gd name="connsiteY33" fmla="*/ 142780 h 485489"/>
              <a:gd name="connsiteX34" fmla="*/ 227838 w 371284"/>
              <a:gd name="connsiteY34" fmla="*/ 128492 h 485489"/>
              <a:gd name="connsiteX35" fmla="*/ 227838 w 371284"/>
              <a:gd name="connsiteY35" fmla="*/ 28575 h 485489"/>
              <a:gd name="connsiteX36" fmla="*/ 28575 w 371284"/>
              <a:gd name="connsiteY36" fmla="*/ 28575 h 485489"/>
              <a:gd name="connsiteX37" fmla="*/ 28575 w 371284"/>
              <a:gd name="connsiteY37" fmla="*/ 457010 h 485489"/>
              <a:gd name="connsiteX38" fmla="*/ 342710 w 371284"/>
              <a:gd name="connsiteY38" fmla="*/ 457010 h 485489"/>
              <a:gd name="connsiteX39" fmla="*/ 342710 w 371284"/>
              <a:gd name="connsiteY39" fmla="*/ 142780 h 48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71284" h="485489">
                <a:moveTo>
                  <a:pt x="57055" y="128492"/>
                </a:moveTo>
                <a:cubicBezTo>
                  <a:pt x="57055" y="120587"/>
                  <a:pt x="63437" y="114205"/>
                  <a:pt x="71342" y="114205"/>
                </a:cubicBezTo>
                <a:lnTo>
                  <a:pt x="185642" y="114205"/>
                </a:lnTo>
                <a:cubicBezTo>
                  <a:pt x="193548" y="114205"/>
                  <a:pt x="199930" y="120587"/>
                  <a:pt x="199930" y="128492"/>
                </a:cubicBezTo>
                <a:cubicBezTo>
                  <a:pt x="199930" y="136398"/>
                  <a:pt x="193548" y="142780"/>
                  <a:pt x="185642" y="142780"/>
                </a:cubicBezTo>
                <a:lnTo>
                  <a:pt x="71342" y="142780"/>
                </a:lnTo>
                <a:cubicBezTo>
                  <a:pt x="63437" y="142780"/>
                  <a:pt x="57055" y="136398"/>
                  <a:pt x="57055" y="128492"/>
                </a:cubicBezTo>
                <a:close/>
                <a:moveTo>
                  <a:pt x="57055" y="185547"/>
                </a:moveTo>
                <a:cubicBezTo>
                  <a:pt x="57055" y="193453"/>
                  <a:pt x="63437" y="199835"/>
                  <a:pt x="71342" y="199835"/>
                </a:cubicBezTo>
                <a:lnTo>
                  <a:pt x="299942" y="199835"/>
                </a:lnTo>
                <a:cubicBezTo>
                  <a:pt x="307848" y="199835"/>
                  <a:pt x="314230" y="193453"/>
                  <a:pt x="314230" y="185547"/>
                </a:cubicBezTo>
                <a:cubicBezTo>
                  <a:pt x="314230" y="177641"/>
                  <a:pt x="307848" y="171260"/>
                  <a:pt x="299942" y="171260"/>
                </a:cubicBezTo>
                <a:lnTo>
                  <a:pt x="71342" y="171260"/>
                </a:lnTo>
                <a:cubicBezTo>
                  <a:pt x="63437" y="171260"/>
                  <a:pt x="57055" y="177641"/>
                  <a:pt x="57055" y="185547"/>
                </a:cubicBezTo>
                <a:close/>
                <a:moveTo>
                  <a:pt x="299942" y="228505"/>
                </a:moveTo>
                <a:lnTo>
                  <a:pt x="71342" y="228505"/>
                </a:lnTo>
                <a:cubicBezTo>
                  <a:pt x="63437" y="228505"/>
                  <a:pt x="57055" y="234887"/>
                  <a:pt x="57055" y="242792"/>
                </a:cubicBezTo>
                <a:cubicBezTo>
                  <a:pt x="57055" y="250698"/>
                  <a:pt x="63437" y="257080"/>
                  <a:pt x="71342" y="257080"/>
                </a:cubicBezTo>
                <a:lnTo>
                  <a:pt x="299942" y="257080"/>
                </a:lnTo>
                <a:cubicBezTo>
                  <a:pt x="307848" y="257080"/>
                  <a:pt x="314230" y="250698"/>
                  <a:pt x="314230" y="242792"/>
                </a:cubicBezTo>
                <a:cubicBezTo>
                  <a:pt x="314230" y="234887"/>
                  <a:pt x="307848" y="228505"/>
                  <a:pt x="299942" y="228505"/>
                </a:cubicBezTo>
                <a:close/>
                <a:moveTo>
                  <a:pt x="371285" y="133445"/>
                </a:moveTo>
                <a:lnTo>
                  <a:pt x="371285" y="461677"/>
                </a:lnTo>
                <a:cubicBezTo>
                  <a:pt x="371285" y="474821"/>
                  <a:pt x="360617" y="485489"/>
                  <a:pt x="347472" y="485489"/>
                </a:cubicBezTo>
                <a:lnTo>
                  <a:pt x="23813" y="485489"/>
                </a:lnTo>
                <a:cubicBezTo>
                  <a:pt x="10668" y="485489"/>
                  <a:pt x="0" y="474821"/>
                  <a:pt x="0" y="461677"/>
                </a:cubicBezTo>
                <a:lnTo>
                  <a:pt x="0" y="23813"/>
                </a:lnTo>
                <a:cubicBezTo>
                  <a:pt x="0" y="10668"/>
                  <a:pt x="10668" y="0"/>
                  <a:pt x="23813" y="0"/>
                </a:cubicBezTo>
                <a:lnTo>
                  <a:pt x="239744" y="0"/>
                </a:lnTo>
                <a:cubicBezTo>
                  <a:pt x="246126" y="0"/>
                  <a:pt x="252317" y="2572"/>
                  <a:pt x="256699" y="7144"/>
                </a:cubicBezTo>
                <a:lnTo>
                  <a:pt x="364426" y="116777"/>
                </a:lnTo>
                <a:cubicBezTo>
                  <a:pt x="368808" y="121253"/>
                  <a:pt x="371285" y="127159"/>
                  <a:pt x="371285" y="133445"/>
                </a:cubicBezTo>
                <a:close/>
                <a:moveTo>
                  <a:pt x="342710" y="142780"/>
                </a:moveTo>
                <a:lnTo>
                  <a:pt x="242126" y="142780"/>
                </a:lnTo>
                <a:cubicBezTo>
                  <a:pt x="234220" y="142780"/>
                  <a:pt x="227838" y="136398"/>
                  <a:pt x="227838" y="128492"/>
                </a:cubicBezTo>
                <a:lnTo>
                  <a:pt x="227838" y="28575"/>
                </a:lnTo>
                <a:lnTo>
                  <a:pt x="28575" y="28575"/>
                </a:lnTo>
                <a:lnTo>
                  <a:pt x="28575" y="457010"/>
                </a:lnTo>
                <a:lnTo>
                  <a:pt x="342710" y="457010"/>
                </a:lnTo>
                <a:lnTo>
                  <a:pt x="342710" y="142780"/>
                </a:lnTo>
                <a:close/>
              </a:path>
            </a:pathLst>
          </a:custGeom>
          <a:solidFill>
            <a:schemeClr val="bg1"/>
          </a:solidFill>
          <a:ln w="9525" cap="flat">
            <a:noFill/>
            <a:prstDash val="solid"/>
            <a:miter/>
          </a:ln>
        </p:spPr>
        <p:txBody>
          <a:bodyPr rtlCol="0" anchor="ctr"/>
          <a:lstStyle/>
          <a:p>
            <a:endParaRPr lang="en-US" dirty="0"/>
          </a:p>
        </p:txBody>
      </p:sp>
      <p:sp>
        <p:nvSpPr>
          <p:cNvPr id="124" name="Grafik 1">
            <a:extLst>
              <a:ext uri="{FF2B5EF4-FFF2-40B4-BE49-F238E27FC236}">
                <a16:creationId xmlns:a16="http://schemas.microsoft.com/office/drawing/2014/main" id="{687B71D4-DF7F-428D-97C2-D74DF316F178}"/>
              </a:ext>
            </a:extLst>
          </p:cNvPr>
          <p:cNvSpPr/>
          <p:nvPr/>
        </p:nvSpPr>
        <p:spPr bwMode="gray">
          <a:xfrm>
            <a:off x="4192139" y="1920146"/>
            <a:ext cx="371570" cy="485679"/>
          </a:xfrm>
          <a:custGeom>
            <a:avLst/>
            <a:gdLst>
              <a:gd name="connsiteX0" fmla="*/ 357188 w 371570"/>
              <a:gd name="connsiteY0" fmla="*/ 57626 h 485679"/>
              <a:gd name="connsiteX1" fmla="*/ 342710 w 371570"/>
              <a:gd name="connsiteY1" fmla="*/ 43053 h 485679"/>
              <a:gd name="connsiteX2" fmla="*/ 357188 w 371570"/>
              <a:gd name="connsiteY2" fmla="*/ 28480 h 485679"/>
              <a:gd name="connsiteX3" fmla="*/ 371475 w 371570"/>
              <a:gd name="connsiteY3" fmla="*/ 14288 h 485679"/>
              <a:gd name="connsiteX4" fmla="*/ 357188 w 371570"/>
              <a:gd name="connsiteY4" fmla="*/ 0 h 485679"/>
              <a:gd name="connsiteX5" fmla="*/ 42196 w 371570"/>
              <a:gd name="connsiteY5" fmla="*/ 0 h 485679"/>
              <a:gd name="connsiteX6" fmla="*/ 0 w 371570"/>
              <a:gd name="connsiteY6" fmla="*/ 43148 h 485679"/>
              <a:gd name="connsiteX7" fmla="*/ 0 w 371570"/>
              <a:gd name="connsiteY7" fmla="*/ 43339 h 485679"/>
              <a:gd name="connsiteX8" fmla="*/ 0 w 371570"/>
              <a:gd name="connsiteY8" fmla="*/ 461867 h 485679"/>
              <a:gd name="connsiteX9" fmla="*/ 23813 w 371570"/>
              <a:gd name="connsiteY9" fmla="*/ 485680 h 485679"/>
              <a:gd name="connsiteX10" fmla="*/ 347758 w 371570"/>
              <a:gd name="connsiteY10" fmla="*/ 485680 h 485679"/>
              <a:gd name="connsiteX11" fmla="*/ 371570 w 371570"/>
              <a:gd name="connsiteY11" fmla="*/ 461867 h 485679"/>
              <a:gd name="connsiteX12" fmla="*/ 371570 w 371570"/>
              <a:gd name="connsiteY12" fmla="*/ 75057 h 485679"/>
              <a:gd name="connsiteX13" fmla="*/ 371380 w 371570"/>
              <a:gd name="connsiteY13" fmla="*/ 73628 h 485679"/>
              <a:gd name="connsiteX14" fmla="*/ 371475 w 371570"/>
              <a:gd name="connsiteY14" fmla="*/ 71914 h 485679"/>
              <a:gd name="connsiteX15" fmla="*/ 357188 w 371570"/>
              <a:gd name="connsiteY15" fmla="*/ 57626 h 485679"/>
              <a:gd name="connsiteX16" fmla="*/ 42196 w 371570"/>
              <a:gd name="connsiteY16" fmla="*/ 28575 h 485679"/>
              <a:gd name="connsiteX17" fmla="*/ 316801 w 371570"/>
              <a:gd name="connsiteY17" fmla="*/ 28575 h 485679"/>
              <a:gd name="connsiteX18" fmla="*/ 314135 w 371570"/>
              <a:gd name="connsiteY18" fmla="*/ 43148 h 485679"/>
              <a:gd name="connsiteX19" fmla="*/ 316611 w 371570"/>
              <a:gd name="connsiteY19" fmla="*/ 57722 h 485679"/>
              <a:gd name="connsiteX20" fmla="*/ 43148 w 371570"/>
              <a:gd name="connsiteY20" fmla="*/ 57722 h 485679"/>
              <a:gd name="connsiteX21" fmla="*/ 28575 w 371570"/>
              <a:gd name="connsiteY21" fmla="*/ 43148 h 485679"/>
              <a:gd name="connsiteX22" fmla="*/ 42196 w 371570"/>
              <a:gd name="connsiteY22" fmla="*/ 28575 h 485679"/>
              <a:gd name="connsiteX23" fmla="*/ 28575 w 371570"/>
              <a:gd name="connsiteY23" fmla="*/ 457105 h 485679"/>
              <a:gd name="connsiteX24" fmla="*/ 28575 w 371570"/>
              <a:gd name="connsiteY24" fmla="*/ 83534 h 485679"/>
              <a:gd name="connsiteX25" fmla="*/ 43148 w 371570"/>
              <a:gd name="connsiteY25" fmla="*/ 86201 h 485679"/>
              <a:gd name="connsiteX26" fmla="*/ 186690 w 371570"/>
              <a:gd name="connsiteY26" fmla="*/ 86201 h 485679"/>
              <a:gd name="connsiteX27" fmla="*/ 186690 w 371570"/>
              <a:gd name="connsiteY27" fmla="*/ 185833 h 485679"/>
              <a:gd name="connsiteX28" fmla="*/ 196120 w 371570"/>
              <a:gd name="connsiteY28" fmla="*/ 189738 h 485679"/>
              <a:gd name="connsiteX29" fmla="*/ 239840 w 371570"/>
              <a:gd name="connsiteY29" fmla="*/ 146018 h 485679"/>
              <a:gd name="connsiteX30" fmla="*/ 247650 w 371570"/>
              <a:gd name="connsiteY30" fmla="*/ 146018 h 485679"/>
              <a:gd name="connsiteX31" fmla="*/ 291370 w 371570"/>
              <a:gd name="connsiteY31" fmla="*/ 189738 h 485679"/>
              <a:gd name="connsiteX32" fmla="*/ 300800 w 371570"/>
              <a:gd name="connsiteY32" fmla="*/ 185833 h 485679"/>
              <a:gd name="connsiteX33" fmla="*/ 300800 w 371570"/>
              <a:gd name="connsiteY33" fmla="*/ 86201 h 485679"/>
              <a:gd name="connsiteX34" fmla="*/ 342900 w 371570"/>
              <a:gd name="connsiteY34" fmla="*/ 86201 h 485679"/>
              <a:gd name="connsiteX35" fmla="*/ 342900 w 371570"/>
              <a:gd name="connsiteY35" fmla="*/ 457105 h 485679"/>
              <a:gd name="connsiteX36" fmla="*/ 28575 w 371570"/>
              <a:gd name="connsiteY36" fmla="*/ 457105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71570" h="485679">
                <a:moveTo>
                  <a:pt x="357188" y="57626"/>
                </a:moveTo>
                <a:cubicBezTo>
                  <a:pt x="349187" y="57626"/>
                  <a:pt x="342710" y="51054"/>
                  <a:pt x="342710" y="43053"/>
                </a:cubicBezTo>
                <a:cubicBezTo>
                  <a:pt x="342710" y="34766"/>
                  <a:pt x="350330" y="28480"/>
                  <a:pt x="357188" y="28480"/>
                </a:cubicBezTo>
                <a:cubicBezTo>
                  <a:pt x="365093" y="28575"/>
                  <a:pt x="371475" y="22193"/>
                  <a:pt x="371475" y="14288"/>
                </a:cubicBezTo>
                <a:cubicBezTo>
                  <a:pt x="371475" y="6382"/>
                  <a:pt x="365093" y="0"/>
                  <a:pt x="357188" y="0"/>
                </a:cubicBezTo>
                <a:lnTo>
                  <a:pt x="42196" y="0"/>
                </a:lnTo>
                <a:cubicBezTo>
                  <a:pt x="18955" y="0"/>
                  <a:pt x="0" y="19336"/>
                  <a:pt x="0" y="43148"/>
                </a:cubicBezTo>
                <a:cubicBezTo>
                  <a:pt x="0" y="43244"/>
                  <a:pt x="0" y="43244"/>
                  <a:pt x="0" y="43339"/>
                </a:cubicBezTo>
                <a:lnTo>
                  <a:pt x="0" y="461867"/>
                </a:lnTo>
                <a:cubicBezTo>
                  <a:pt x="0" y="475012"/>
                  <a:pt x="10668" y="485680"/>
                  <a:pt x="23813" y="485680"/>
                </a:cubicBezTo>
                <a:lnTo>
                  <a:pt x="347758" y="485680"/>
                </a:lnTo>
                <a:cubicBezTo>
                  <a:pt x="360902" y="485680"/>
                  <a:pt x="371570" y="475012"/>
                  <a:pt x="371570" y="461867"/>
                </a:cubicBezTo>
                <a:lnTo>
                  <a:pt x="371570" y="75057"/>
                </a:lnTo>
                <a:cubicBezTo>
                  <a:pt x="371570" y="74581"/>
                  <a:pt x="371475" y="74105"/>
                  <a:pt x="371380" y="73628"/>
                </a:cubicBezTo>
                <a:cubicBezTo>
                  <a:pt x="371380" y="73057"/>
                  <a:pt x="371475" y="72485"/>
                  <a:pt x="371475" y="71914"/>
                </a:cubicBezTo>
                <a:cubicBezTo>
                  <a:pt x="371475" y="64103"/>
                  <a:pt x="365093" y="57626"/>
                  <a:pt x="357188" y="57626"/>
                </a:cubicBezTo>
                <a:close/>
                <a:moveTo>
                  <a:pt x="42196" y="28575"/>
                </a:moveTo>
                <a:lnTo>
                  <a:pt x="316801" y="28575"/>
                </a:lnTo>
                <a:cubicBezTo>
                  <a:pt x="315087" y="33147"/>
                  <a:pt x="314135" y="38005"/>
                  <a:pt x="314135" y="43148"/>
                </a:cubicBezTo>
                <a:cubicBezTo>
                  <a:pt x="314135" y="48292"/>
                  <a:pt x="314992" y="53150"/>
                  <a:pt x="316611" y="57722"/>
                </a:cubicBezTo>
                <a:lnTo>
                  <a:pt x="43148" y="57722"/>
                </a:lnTo>
                <a:cubicBezTo>
                  <a:pt x="35052" y="57626"/>
                  <a:pt x="28575" y="51149"/>
                  <a:pt x="28575" y="43148"/>
                </a:cubicBezTo>
                <a:cubicBezTo>
                  <a:pt x="28575" y="35338"/>
                  <a:pt x="34957" y="28575"/>
                  <a:pt x="42196" y="28575"/>
                </a:cubicBezTo>
                <a:close/>
                <a:moveTo>
                  <a:pt x="28575" y="457105"/>
                </a:moveTo>
                <a:lnTo>
                  <a:pt x="28575" y="83534"/>
                </a:lnTo>
                <a:cubicBezTo>
                  <a:pt x="33147" y="85153"/>
                  <a:pt x="38005" y="86201"/>
                  <a:pt x="43148" y="86201"/>
                </a:cubicBezTo>
                <a:lnTo>
                  <a:pt x="186690" y="86201"/>
                </a:lnTo>
                <a:lnTo>
                  <a:pt x="186690" y="185833"/>
                </a:lnTo>
                <a:cubicBezTo>
                  <a:pt x="186690" y="190786"/>
                  <a:pt x="192691" y="193262"/>
                  <a:pt x="196120" y="189738"/>
                </a:cubicBezTo>
                <a:lnTo>
                  <a:pt x="239840" y="146018"/>
                </a:lnTo>
                <a:cubicBezTo>
                  <a:pt x="242030" y="143828"/>
                  <a:pt x="245555" y="143828"/>
                  <a:pt x="247650" y="146018"/>
                </a:cubicBezTo>
                <a:lnTo>
                  <a:pt x="291370" y="189738"/>
                </a:lnTo>
                <a:cubicBezTo>
                  <a:pt x="294894" y="193262"/>
                  <a:pt x="300800" y="190786"/>
                  <a:pt x="300800" y="185833"/>
                </a:cubicBezTo>
                <a:lnTo>
                  <a:pt x="300800" y="86201"/>
                </a:lnTo>
                <a:lnTo>
                  <a:pt x="342900" y="86201"/>
                </a:lnTo>
                <a:lnTo>
                  <a:pt x="342900" y="457105"/>
                </a:lnTo>
                <a:lnTo>
                  <a:pt x="28575" y="457105"/>
                </a:lnTo>
                <a:close/>
              </a:path>
            </a:pathLst>
          </a:custGeom>
          <a:solidFill>
            <a:schemeClr val="bg1"/>
          </a:solidFill>
          <a:ln w="9525" cap="flat">
            <a:noFill/>
            <a:prstDash val="solid"/>
            <a:miter/>
          </a:ln>
        </p:spPr>
        <p:txBody>
          <a:bodyPr rtlCol="0" anchor="ctr"/>
          <a:lstStyle/>
          <a:p>
            <a:endParaRPr lang="en-US"/>
          </a:p>
        </p:txBody>
      </p:sp>
      <p:sp>
        <p:nvSpPr>
          <p:cNvPr id="125" name="Grafik 13">
            <a:extLst>
              <a:ext uri="{FF2B5EF4-FFF2-40B4-BE49-F238E27FC236}">
                <a16:creationId xmlns:a16="http://schemas.microsoft.com/office/drawing/2014/main" id="{A1D8778B-4AB4-4CCB-8C5F-9673F2663EB0}"/>
              </a:ext>
            </a:extLst>
          </p:cNvPr>
          <p:cNvSpPr/>
          <p:nvPr/>
        </p:nvSpPr>
        <p:spPr bwMode="gray">
          <a:xfrm>
            <a:off x="551903" y="4716735"/>
            <a:ext cx="486012" cy="485965"/>
          </a:xfrm>
          <a:custGeom>
            <a:avLst/>
            <a:gdLst>
              <a:gd name="connsiteX0" fmla="*/ 485870 w 486012"/>
              <a:gd name="connsiteY0" fmla="*/ 414814 h 485965"/>
              <a:gd name="connsiteX1" fmla="*/ 485870 w 486012"/>
              <a:gd name="connsiteY1" fmla="*/ 414814 h 485965"/>
              <a:gd name="connsiteX2" fmla="*/ 414909 w 486012"/>
              <a:gd name="connsiteY2" fmla="*/ 352711 h 485965"/>
              <a:gd name="connsiteX3" fmla="*/ 372904 w 486012"/>
              <a:gd name="connsiteY3" fmla="*/ 371475 h 485965"/>
              <a:gd name="connsiteX4" fmla="*/ 276987 w 486012"/>
              <a:gd name="connsiteY4" fmla="*/ 308229 h 485965"/>
              <a:gd name="connsiteX5" fmla="*/ 282893 w 486012"/>
              <a:gd name="connsiteY5" fmla="*/ 278987 h 485965"/>
              <a:gd name="connsiteX6" fmla="*/ 260890 w 486012"/>
              <a:gd name="connsiteY6" fmla="*/ 225552 h 485965"/>
              <a:gd name="connsiteX7" fmla="*/ 329851 w 486012"/>
              <a:gd name="connsiteY7" fmla="*/ 128111 h 485965"/>
              <a:gd name="connsiteX8" fmla="*/ 355664 w 486012"/>
              <a:gd name="connsiteY8" fmla="*/ 133350 h 485965"/>
              <a:gd name="connsiteX9" fmla="*/ 422339 w 486012"/>
              <a:gd name="connsiteY9" fmla="*/ 66675 h 485965"/>
              <a:gd name="connsiteX10" fmla="*/ 355664 w 486012"/>
              <a:gd name="connsiteY10" fmla="*/ 0 h 485965"/>
              <a:gd name="connsiteX11" fmla="*/ 288989 w 486012"/>
              <a:gd name="connsiteY11" fmla="*/ 66675 h 485965"/>
              <a:gd name="connsiteX12" fmla="*/ 306419 w 486012"/>
              <a:gd name="connsiteY12" fmla="*/ 111538 h 485965"/>
              <a:gd name="connsiteX13" fmla="*/ 237268 w 486012"/>
              <a:gd name="connsiteY13" fmla="*/ 209264 h 485965"/>
              <a:gd name="connsiteX14" fmla="*/ 206502 w 486012"/>
              <a:gd name="connsiteY14" fmla="*/ 202692 h 485965"/>
              <a:gd name="connsiteX15" fmla="*/ 144590 w 486012"/>
              <a:gd name="connsiteY15" fmla="*/ 234601 h 485965"/>
              <a:gd name="connsiteX16" fmla="*/ 113348 w 486012"/>
              <a:gd name="connsiteY16" fmla="*/ 220218 h 485965"/>
              <a:gd name="connsiteX17" fmla="*/ 114300 w 486012"/>
              <a:gd name="connsiteY17" fmla="*/ 210026 h 485965"/>
              <a:gd name="connsiteX18" fmla="*/ 57150 w 486012"/>
              <a:gd name="connsiteY18" fmla="*/ 152876 h 485965"/>
              <a:gd name="connsiteX19" fmla="*/ 0 w 486012"/>
              <a:gd name="connsiteY19" fmla="*/ 210026 h 485965"/>
              <a:gd name="connsiteX20" fmla="*/ 57150 w 486012"/>
              <a:gd name="connsiteY20" fmla="*/ 267176 h 485965"/>
              <a:gd name="connsiteX21" fmla="*/ 101346 w 486012"/>
              <a:gd name="connsiteY21" fmla="*/ 246126 h 485965"/>
              <a:gd name="connsiteX22" fmla="*/ 132588 w 486012"/>
              <a:gd name="connsiteY22" fmla="*/ 260509 h 485965"/>
              <a:gd name="connsiteX23" fmla="*/ 130302 w 486012"/>
              <a:gd name="connsiteY23" fmla="*/ 278892 h 485965"/>
              <a:gd name="connsiteX24" fmla="*/ 151067 w 486012"/>
              <a:gd name="connsiteY24" fmla="*/ 330994 h 485965"/>
              <a:gd name="connsiteX25" fmla="*/ 119825 w 486012"/>
              <a:gd name="connsiteY25" fmla="*/ 375190 h 485965"/>
              <a:gd name="connsiteX26" fmla="*/ 99441 w 486012"/>
              <a:gd name="connsiteY26" fmla="*/ 371380 h 485965"/>
              <a:gd name="connsiteX27" fmla="*/ 42291 w 486012"/>
              <a:gd name="connsiteY27" fmla="*/ 428530 h 485965"/>
              <a:gd name="connsiteX28" fmla="*/ 99441 w 486012"/>
              <a:gd name="connsiteY28" fmla="*/ 485680 h 485965"/>
              <a:gd name="connsiteX29" fmla="*/ 156591 w 486012"/>
              <a:gd name="connsiteY29" fmla="*/ 428530 h 485965"/>
              <a:gd name="connsiteX30" fmla="*/ 143066 w 486012"/>
              <a:gd name="connsiteY30" fmla="*/ 391763 h 485965"/>
              <a:gd name="connsiteX31" fmla="*/ 174117 w 486012"/>
              <a:gd name="connsiteY31" fmla="*/ 347853 h 485965"/>
              <a:gd name="connsiteX32" fmla="*/ 206407 w 486012"/>
              <a:gd name="connsiteY32" fmla="*/ 355187 h 485965"/>
              <a:gd name="connsiteX33" fmla="*/ 260985 w 486012"/>
              <a:gd name="connsiteY33" fmla="*/ 332042 h 485965"/>
              <a:gd name="connsiteX34" fmla="*/ 356997 w 486012"/>
              <a:gd name="connsiteY34" fmla="*/ 395383 h 485965"/>
              <a:gd name="connsiteX35" fmla="*/ 352615 w 486012"/>
              <a:gd name="connsiteY35" fmla="*/ 423672 h 485965"/>
              <a:gd name="connsiteX36" fmla="*/ 419100 w 486012"/>
              <a:gd name="connsiteY36" fmla="*/ 485966 h 485965"/>
              <a:gd name="connsiteX37" fmla="*/ 423577 w 486012"/>
              <a:gd name="connsiteY37" fmla="*/ 485870 h 485965"/>
              <a:gd name="connsiteX38" fmla="*/ 485870 w 486012"/>
              <a:gd name="connsiteY38" fmla="*/ 414814 h 485965"/>
              <a:gd name="connsiteX39" fmla="*/ 57245 w 486012"/>
              <a:gd name="connsiteY39" fmla="*/ 238601 h 485965"/>
              <a:gd name="connsiteX40" fmla="*/ 28670 w 486012"/>
              <a:gd name="connsiteY40" fmla="*/ 210026 h 485965"/>
              <a:gd name="connsiteX41" fmla="*/ 57245 w 486012"/>
              <a:gd name="connsiteY41" fmla="*/ 181451 h 485965"/>
              <a:gd name="connsiteX42" fmla="*/ 85820 w 486012"/>
              <a:gd name="connsiteY42" fmla="*/ 210026 h 485965"/>
              <a:gd name="connsiteX43" fmla="*/ 57245 w 486012"/>
              <a:gd name="connsiteY43" fmla="*/ 238601 h 485965"/>
              <a:gd name="connsiteX44" fmla="*/ 355664 w 486012"/>
              <a:gd name="connsiteY44" fmla="*/ 28575 h 485965"/>
              <a:gd name="connsiteX45" fmla="*/ 393764 w 486012"/>
              <a:gd name="connsiteY45" fmla="*/ 66675 h 485965"/>
              <a:gd name="connsiteX46" fmla="*/ 355664 w 486012"/>
              <a:gd name="connsiteY46" fmla="*/ 104775 h 485965"/>
              <a:gd name="connsiteX47" fmla="*/ 317564 w 486012"/>
              <a:gd name="connsiteY47" fmla="*/ 66675 h 485965"/>
              <a:gd name="connsiteX48" fmla="*/ 355664 w 486012"/>
              <a:gd name="connsiteY48" fmla="*/ 28575 h 485965"/>
              <a:gd name="connsiteX49" fmla="*/ 99536 w 486012"/>
              <a:gd name="connsiteY49" fmla="*/ 457105 h 485965"/>
              <a:gd name="connsiteX50" fmla="*/ 70961 w 486012"/>
              <a:gd name="connsiteY50" fmla="*/ 428530 h 485965"/>
              <a:gd name="connsiteX51" fmla="*/ 99536 w 486012"/>
              <a:gd name="connsiteY51" fmla="*/ 399955 h 485965"/>
              <a:gd name="connsiteX52" fmla="*/ 128111 w 486012"/>
              <a:gd name="connsiteY52" fmla="*/ 428530 h 485965"/>
              <a:gd name="connsiteX53" fmla="*/ 99536 w 486012"/>
              <a:gd name="connsiteY53" fmla="*/ 457105 h 485965"/>
              <a:gd name="connsiteX54" fmla="*/ 206597 w 486012"/>
              <a:gd name="connsiteY54" fmla="*/ 326517 h 485965"/>
              <a:gd name="connsiteX55" fmla="*/ 158972 w 486012"/>
              <a:gd name="connsiteY55" fmla="*/ 278892 h 485965"/>
              <a:gd name="connsiteX56" fmla="*/ 206597 w 486012"/>
              <a:gd name="connsiteY56" fmla="*/ 231267 h 485965"/>
              <a:gd name="connsiteX57" fmla="*/ 254222 w 486012"/>
              <a:gd name="connsiteY57" fmla="*/ 278892 h 485965"/>
              <a:gd name="connsiteX58" fmla="*/ 206597 w 486012"/>
              <a:gd name="connsiteY58" fmla="*/ 326517 h 485965"/>
              <a:gd name="connsiteX59" fmla="*/ 421862 w 486012"/>
              <a:gd name="connsiteY59" fmla="*/ 457200 h 485965"/>
              <a:gd name="connsiteX60" fmla="*/ 381286 w 486012"/>
              <a:gd name="connsiteY60" fmla="*/ 421672 h 485965"/>
              <a:gd name="connsiteX61" fmla="*/ 416814 w 486012"/>
              <a:gd name="connsiteY61" fmla="*/ 381191 h 485965"/>
              <a:gd name="connsiteX62" fmla="*/ 419386 w 486012"/>
              <a:gd name="connsiteY62" fmla="*/ 381095 h 485965"/>
              <a:gd name="connsiteX63" fmla="*/ 457390 w 486012"/>
              <a:gd name="connsiteY63" fmla="*/ 416624 h 485965"/>
              <a:gd name="connsiteX64" fmla="*/ 421862 w 486012"/>
              <a:gd name="connsiteY64" fmla="*/ 457200 h 485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86012" h="485965">
                <a:moveTo>
                  <a:pt x="485870" y="414814"/>
                </a:moveTo>
                <a:lnTo>
                  <a:pt x="485870" y="414814"/>
                </a:lnTo>
                <a:cubicBezTo>
                  <a:pt x="483394" y="378143"/>
                  <a:pt x="451676" y="350425"/>
                  <a:pt x="414909" y="352711"/>
                </a:cubicBezTo>
                <a:cubicBezTo>
                  <a:pt x="398431" y="353759"/>
                  <a:pt x="383858" y="360807"/>
                  <a:pt x="372904" y="371475"/>
                </a:cubicBezTo>
                <a:lnTo>
                  <a:pt x="276987" y="308229"/>
                </a:lnTo>
                <a:cubicBezTo>
                  <a:pt x="280797" y="299180"/>
                  <a:pt x="282893" y="289370"/>
                  <a:pt x="282893" y="278987"/>
                </a:cubicBezTo>
                <a:cubicBezTo>
                  <a:pt x="282893" y="258223"/>
                  <a:pt x="274511" y="239363"/>
                  <a:pt x="260890" y="225552"/>
                </a:cubicBezTo>
                <a:lnTo>
                  <a:pt x="329851" y="128111"/>
                </a:lnTo>
                <a:cubicBezTo>
                  <a:pt x="337757" y="131445"/>
                  <a:pt x="346520" y="133350"/>
                  <a:pt x="355664" y="133350"/>
                </a:cubicBezTo>
                <a:cubicBezTo>
                  <a:pt x="392430" y="133350"/>
                  <a:pt x="422339" y="103442"/>
                  <a:pt x="422339" y="66675"/>
                </a:cubicBezTo>
                <a:cubicBezTo>
                  <a:pt x="422339" y="29909"/>
                  <a:pt x="392430" y="0"/>
                  <a:pt x="355664" y="0"/>
                </a:cubicBezTo>
                <a:cubicBezTo>
                  <a:pt x="318897" y="0"/>
                  <a:pt x="288989" y="29909"/>
                  <a:pt x="288989" y="66675"/>
                </a:cubicBezTo>
                <a:cubicBezTo>
                  <a:pt x="288989" y="83915"/>
                  <a:pt x="295656" y="99632"/>
                  <a:pt x="306419" y="111538"/>
                </a:cubicBezTo>
                <a:lnTo>
                  <a:pt x="237268" y="209264"/>
                </a:lnTo>
                <a:cubicBezTo>
                  <a:pt x="227838" y="205073"/>
                  <a:pt x="217456" y="202692"/>
                  <a:pt x="206502" y="202692"/>
                </a:cubicBezTo>
                <a:cubicBezTo>
                  <a:pt x="180975" y="202692"/>
                  <a:pt x="158496" y="215360"/>
                  <a:pt x="144590" y="234601"/>
                </a:cubicBezTo>
                <a:lnTo>
                  <a:pt x="113348" y="220218"/>
                </a:lnTo>
                <a:cubicBezTo>
                  <a:pt x="113919" y="216884"/>
                  <a:pt x="114300" y="213551"/>
                  <a:pt x="114300" y="210026"/>
                </a:cubicBezTo>
                <a:cubicBezTo>
                  <a:pt x="114300" y="178499"/>
                  <a:pt x="88678" y="152876"/>
                  <a:pt x="57150" y="152876"/>
                </a:cubicBezTo>
                <a:cubicBezTo>
                  <a:pt x="25622" y="152876"/>
                  <a:pt x="0" y="178499"/>
                  <a:pt x="0" y="210026"/>
                </a:cubicBezTo>
                <a:cubicBezTo>
                  <a:pt x="0" y="241554"/>
                  <a:pt x="25622" y="267176"/>
                  <a:pt x="57150" y="267176"/>
                </a:cubicBezTo>
                <a:cubicBezTo>
                  <a:pt x="74962" y="267176"/>
                  <a:pt x="90869" y="258985"/>
                  <a:pt x="101346" y="246126"/>
                </a:cubicBezTo>
                <a:lnTo>
                  <a:pt x="132588" y="260509"/>
                </a:lnTo>
                <a:cubicBezTo>
                  <a:pt x="131159" y="266414"/>
                  <a:pt x="130302" y="272510"/>
                  <a:pt x="130302" y="278892"/>
                </a:cubicBezTo>
                <a:cubicBezTo>
                  <a:pt x="130302" y="299085"/>
                  <a:pt x="138208" y="317373"/>
                  <a:pt x="151067" y="330994"/>
                </a:cubicBezTo>
                <a:lnTo>
                  <a:pt x="119825" y="375190"/>
                </a:lnTo>
                <a:cubicBezTo>
                  <a:pt x="113538" y="372809"/>
                  <a:pt x="106680" y="371380"/>
                  <a:pt x="99441" y="371380"/>
                </a:cubicBezTo>
                <a:cubicBezTo>
                  <a:pt x="67913" y="371380"/>
                  <a:pt x="42291" y="397002"/>
                  <a:pt x="42291" y="428530"/>
                </a:cubicBezTo>
                <a:cubicBezTo>
                  <a:pt x="42291" y="460058"/>
                  <a:pt x="67913" y="485680"/>
                  <a:pt x="99441" y="485680"/>
                </a:cubicBezTo>
                <a:cubicBezTo>
                  <a:pt x="130969" y="485680"/>
                  <a:pt x="156591" y="460058"/>
                  <a:pt x="156591" y="428530"/>
                </a:cubicBezTo>
                <a:cubicBezTo>
                  <a:pt x="156591" y="414528"/>
                  <a:pt x="151543" y="401669"/>
                  <a:pt x="143066" y="391763"/>
                </a:cubicBezTo>
                <a:lnTo>
                  <a:pt x="174117" y="347853"/>
                </a:lnTo>
                <a:cubicBezTo>
                  <a:pt x="183928" y="352520"/>
                  <a:pt x="194882" y="355187"/>
                  <a:pt x="206407" y="355187"/>
                </a:cubicBezTo>
                <a:cubicBezTo>
                  <a:pt x="227743" y="355187"/>
                  <a:pt x="247079" y="346329"/>
                  <a:pt x="260985" y="332042"/>
                </a:cubicBezTo>
                <a:lnTo>
                  <a:pt x="356997" y="395383"/>
                </a:lnTo>
                <a:cubicBezTo>
                  <a:pt x="353663" y="404146"/>
                  <a:pt x="351949" y="413671"/>
                  <a:pt x="352615" y="423672"/>
                </a:cubicBezTo>
                <a:cubicBezTo>
                  <a:pt x="354997" y="458819"/>
                  <a:pt x="384334" y="485966"/>
                  <a:pt x="419100" y="485966"/>
                </a:cubicBezTo>
                <a:cubicBezTo>
                  <a:pt x="420529" y="485966"/>
                  <a:pt x="422053" y="485966"/>
                  <a:pt x="423577" y="485870"/>
                </a:cubicBezTo>
                <a:cubicBezTo>
                  <a:pt x="460439" y="483299"/>
                  <a:pt x="488252" y="451485"/>
                  <a:pt x="485870" y="414814"/>
                </a:cubicBezTo>
                <a:close/>
                <a:moveTo>
                  <a:pt x="57245" y="238601"/>
                </a:moveTo>
                <a:cubicBezTo>
                  <a:pt x="41529" y="238601"/>
                  <a:pt x="28670" y="225743"/>
                  <a:pt x="28670" y="210026"/>
                </a:cubicBezTo>
                <a:cubicBezTo>
                  <a:pt x="28670" y="194310"/>
                  <a:pt x="41529" y="181451"/>
                  <a:pt x="57245" y="181451"/>
                </a:cubicBezTo>
                <a:cubicBezTo>
                  <a:pt x="72962" y="181451"/>
                  <a:pt x="85820" y="194310"/>
                  <a:pt x="85820" y="210026"/>
                </a:cubicBezTo>
                <a:cubicBezTo>
                  <a:pt x="85820" y="225743"/>
                  <a:pt x="72962" y="238601"/>
                  <a:pt x="57245" y="238601"/>
                </a:cubicBezTo>
                <a:close/>
                <a:moveTo>
                  <a:pt x="355664" y="28575"/>
                </a:moveTo>
                <a:cubicBezTo>
                  <a:pt x="376714" y="28575"/>
                  <a:pt x="393764" y="45625"/>
                  <a:pt x="393764" y="66675"/>
                </a:cubicBezTo>
                <a:cubicBezTo>
                  <a:pt x="393764" y="87725"/>
                  <a:pt x="376714" y="104775"/>
                  <a:pt x="355664" y="104775"/>
                </a:cubicBezTo>
                <a:cubicBezTo>
                  <a:pt x="334613" y="104775"/>
                  <a:pt x="317564" y="87725"/>
                  <a:pt x="317564" y="66675"/>
                </a:cubicBezTo>
                <a:cubicBezTo>
                  <a:pt x="317564" y="45625"/>
                  <a:pt x="334709" y="28575"/>
                  <a:pt x="355664" y="28575"/>
                </a:cubicBezTo>
                <a:close/>
                <a:moveTo>
                  <a:pt x="99536" y="457105"/>
                </a:moveTo>
                <a:cubicBezTo>
                  <a:pt x="83820" y="457105"/>
                  <a:pt x="70961" y="444246"/>
                  <a:pt x="70961" y="428530"/>
                </a:cubicBezTo>
                <a:cubicBezTo>
                  <a:pt x="70961" y="412814"/>
                  <a:pt x="83820" y="399955"/>
                  <a:pt x="99536" y="399955"/>
                </a:cubicBezTo>
                <a:cubicBezTo>
                  <a:pt x="115253" y="399955"/>
                  <a:pt x="128111" y="412814"/>
                  <a:pt x="128111" y="428530"/>
                </a:cubicBezTo>
                <a:cubicBezTo>
                  <a:pt x="128111" y="444246"/>
                  <a:pt x="115253" y="457105"/>
                  <a:pt x="99536" y="457105"/>
                </a:cubicBezTo>
                <a:close/>
                <a:moveTo>
                  <a:pt x="206597" y="326517"/>
                </a:moveTo>
                <a:cubicBezTo>
                  <a:pt x="180308" y="326517"/>
                  <a:pt x="158972" y="305181"/>
                  <a:pt x="158972" y="278892"/>
                </a:cubicBezTo>
                <a:cubicBezTo>
                  <a:pt x="158972" y="252603"/>
                  <a:pt x="180308" y="231267"/>
                  <a:pt x="206597" y="231267"/>
                </a:cubicBezTo>
                <a:cubicBezTo>
                  <a:pt x="232886" y="231267"/>
                  <a:pt x="254222" y="252603"/>
                  <a:pt x="254222" y="278892"/>
                </a:cubicBezTo>
                <a:cubicBezTo>
                  <a:pt x="254222" y="305181"/>
                  <a:pt x="232791" y="326517"/>
                  <a:pt x="206597" y="326517"/>
                </a:cubicBezTo>
                <a:close/>
                <a:moveTo>
                  <a:pt x="421862" y="457200"/>
                </a:moveTo>
                <a:cubicBezTo>
                  <a:pt x="400622" y="458534"/>
                  <a:pt x="382714" y="442627"/>
                  <a:pt x="381286" y="421672"/>
                </a:cubicBezTo>
                <a:cubicBezTo>
                  <a:pt x="379857" y="400717"/>
                  <a:pt x="395859" y="382524"/>
                  <a:pt x="416814" y="381191"/>
                </a:cubicBezTo>
                <a:cubicBezTo>
                  <a:pt x="417671" y="381095"/>
                  <a:pt x="418529" y="381095"/>
                  <a:pt x="419386" y="381095"/>
                </a:cubicBezTo>
                <a:cubicBezTo>
                  <a:pt x="439293" y="381095"/>
                  <a:pt x="456057" y="396526"/>
                  <a:pt x="457390" y="416624"/>
                </a:cubicBezTo>
                <a:cubicBezTo>
                  <a:pt x="458724" y="437674"/>
                  <a:pt x="442817" y="455867"/>
                  <a:pt x="421862" y="457200"/>
                </a:cubicBezTo>
                <a:close/>
              </a:path>
            </a:pathLst>
          </a:custGeom>
          <a:solidFill>
            <a:schemeClr val="bg1"/>
          </a:solidFill>
          <a:ln w="9525" cap="flat">
            <a:noFill/>
            <a:prstDash val="solid"/>
            <a:miter/>
          </a:ln>
        </p:spPr>
        <p:txBody>
          <a:bodyPr rtlCol="0" anchor="ctr"/>
          <a:lstStyle/>
          <a:p>
            <a:endParaRPr lang="en-US"/>
          </a:p>
        </p:txBody>
      </p:sp>
      <p:sp>
        <p:nvSpPr>
          <p:cNvPr id="127" name="Grafik 67">
            <a:extLst>
              <a:ext uri="{FF2B5EF4-FFF2-40B4-BE49-F238E27FC236}">
                <a16:creationId xmlns:a16="http://schemas.microsoft.com/office/drawing/2014/main" id="{2B038A14-C8E9-4143-B658-DB5C78A21265}"/>
              </a:ext>
            </a:extLst>
          </p:cNvPr>
          <p:cNvSpPr/>
          <p:nvPr/>
        </p:nvSpPr>
        <p:spPr bwMode="gray">
          <a:xfrm>
            <a:off x="1345584" y="4714828"/>
            <a:ext cx="485775" cy="485775"/>
          </a:xfrm>
          <a:custGeom>
            <a:avLst/>
            <a:gdLst>
              <a:gd name="connsiteX0" fmla="*/ 404813 w 485775"/>
              <a:gd name="connsiteY0" fmla="*/ 323850 h 485775"/>
              <a:gd name="connsiteX1" fmla="*/ 340233 w 485775"/>
              <a:gd name="connsiteY1" fmla="*/ 356140 h 485775"/>
              <a:gd name="connsiteX2" fmla="*/ 158591 w 485775"/>
              <a:gd name="connsiteY2" fmla="*/ 265557 h 485775"/>
              <a:gd name="connsiteX3" fmla="*/ 161925 w 485775"/>
              <a:gd name="connsiteY3" fmla="*/ 242888 h 485775"/>
              <a:gd name="connsiteX4" fmla="*/ 158591 w 485775"/>
              <a:gd name="connsiteY4" fmla="*/ 220028 h 485775"/>
              <a:gd name="connsiteX5" fmla="*/ 340043 w 485775"/>
              <a:gd name="connsiteY5" fmla="*/ 129254 h 485775"/>
              <a:gd name="connsiteX6" fmla="*/ 404813 w 485775"/>
              <a:gd name="connsiteY6" fmla="*/ 161830 h 485775"/>
              <a:gd name="connsiteX7" fmla="*/ 485775 w 485775"/>
              <a:gd name="connsiteY7" fmla="*/ 80867 h 485775"/>
              <a:gd name="connsiteX8" fmla="*/ 404813 w 485775"/>
              <a:gd name="connsiteY8" fmla="*/ 0 h 485775"/>
              <a:gd name="connsiteX9" fmla="*/ 323850 w 485775"/>
              <a:gd name="connsiteY9" fmla="*/ 80963 h 485775"/>
              <a:gd name="connsiteX10" fmla="*/ 327184 w 485775"/>
              <a:gd name="connsiteY10" fmla="*/ 103823 h 485775"/>
              <a:gd name="connsiteX11" fmla="*/ 145733 w 485775"/>
              <a:gd name="connsiteY11" fmla="*/ 194501 h 485775"/>
              <a:gd name="connsiteX12" fmla="*/ 80963 w 485775"/>
              <a:gd name="connsiteY12" fmla="*/ 161925 h 485775"/>
              <a:gd name="connsiteX13" fmla="*/ 0 w 485775"/>
              <a:gd name="connsiteY13" fmla="*/ 242888 h 485775"/>
              <a:gd name="connsiteX14" fmla="*/ 80963 w 485775"/>
              <a:gd name="connsiteY14" fmla="*/ 323850 h 485775"/>
              <a:gd name="connsiteX15" fmla="*/ 145828 w 485775"/>
              <a:gd name="connsiteY15" fmla="*/ 291179 h 485775"/>
              <a:gd name="connsiteX16" fmla="*/ 327279 w 485775"/>
              <a:gd name="connsiteY16" fmla="*/ 381667 h 485775"/>
              <a:gd name="connsiteX17" fmla="*/ 323850 w 485775"/>
              <a:gd name="connsiteY17" fmla="*/ 404813 h 485775"/>
              <a:gd name="connsiteX18" fmla="*/ 404813 w 485775"/>
              <a:gd name="connsiteY18" fmla="*/ 485775 h 485775"/>
              <a:gd name="connsiteX19" fmla="*/ 485775 w 485775"/>
              <a:gd name="connsiteY19" fmla="*/ 404813 h 485775"/>
              <a:gd name="connsiteX20" fmla="*/ 404813 w 485775"/>
              <a:gd name="connsiteY20" fmla="*/ 323850 h 485775"/>
              <a:gd name="connsiteX21" fmla="*/ 404813 w 485775"/>
              <a:gd name="connsiteY21" fmla="*/ 28575 h 485775"/>
              <a:gd name="connsiteX22" fmla="*/ 457200 w 485775"/>
              <a:gd name="connsiteY22" fmla="*/ 80963 h 485775"/>
              <a:gd name="connsiteX23" fmla="*/ 404813 w 485775"/>
              <a:gd name="connsiteY23" fmla="*/ 133350 h 485775"/>
              <a:gd name="connsiteX24" fmla="*/ 352425 w 485775"/>
              <a:gd name="connsiteY24" fmla="*/ 80963 h 485775"/>
              <a:gd name="connsiteX25" fmla="*/ 404813 w 485775"/>
              <a:gd name="connsiteY25" fmla="*/ 28575 h 485775"/>
              <a:gd name="connsiteX26" fmla="*/ 80963 w 485775"/>
              <a:gd name="connsiteY26" fmla="*/ 295275 h 485775"/>
              <a:gd name="connsiteX27" fmla="*/ 28575 w 485775"/>
              <a:gd name="connsiteY27" fmla="*/ 242888 h 485775"/>
              <a:gd name="connsiteX28" fmla="*/ 80963 w 485775"/>
              <a:gd name="connsiteY28" fmla="*/ 190500 h 485775"/>
              <a:gd name="connsiteX29" fmla="*/ 133350 w 485775"/>
              <a:gd name="connsiteY29" fmla="*/ 242888 h 485775"/>
              <a:gd name="connsiteX30" fmla="*/ 80963 w 485775"/>
              <a:gd name="connsiteY30" fmla="*/ 295275 h 485775"/>
              <a:gd name="connsiteX31" fmla="*/ 404813 w 485775"/>
              <a:gd name="connsiteY31" fmla="*/ 457200 h 485775"/>
              <a:gd name="connsiteX32" fmla="*/ 352425 w 485775"/>
              <a:gd name="connsiteY32" fmla="*/ 404813 h 485775"/>
              <a:gd name="connsiteX33" fmla="*/ 404813 w 485775"/>
              <a:gd name="connsiteY33" fmla="*/ 352425 h 485775"/>
              <a:gd name="connsiteX34" fmla="*/ 457200 w 485775"/>
              <a:gd name="connsiteY34" fmla="*/ 404813 h 485775"/>
              <a:gd name="connsiteX35" fmla="*/ 404813 w 485775"/>
              <a:gd name="connsiteY35"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85775" h="485775">
                <a:moveTo>
                  <a:pt x="404813" y="323850"/>
                </a:moveTo>
                <a:cubicBezTo>
                  <a:pt x="378428" y="323850"/>
                  <a:pt x="355092" y="336614"/>
                  <a:pt x="340233" y="356140"/>
                </a:cubicBezTo>
                <a:lnTo>
                  <a:pt x="158591" y="265557"/>
                </a:lnTo>
                <a:cubicBezTo>
                  <a:pt x="160782" y="258413"/>
                  <a:pt x="161925" y="250793"/>
                  <a:pt x="161925" y="242888"/>
                </a:cubicBezTo>
                <a:cubicBezTo>
                  <a:pt x="161925" y="234982"/>
                  <a:pt x="160687" y="227267"/>
                  <a:pt x="158591" y="220028"/>
                </a:cubicBezTo>
                <a:lnTo>
                  <a:pt x="340043" y="129254"/>
                </a:lnTo>
                <a:cubicBezTo>
                  <a:pt x="354806" y="148971"/>
                  <a:pt x="378333" y="161830"/>
                  <a:pt x="404813" y="161830"/>
                </a:cubicBezTo>
                <a:cubicBezTo>
                  <a:pt x="449485" y="161830"/>
                  <a:pt x="485775" y="125540"/>
                  <a:pt x="485775" y="80867"/>
                </a:cubicBezTo>
                <a:cubicBezTo>
                  <a:pt x="485775" y="36195"/>
                  <a:pt x="449485" y="0"/>
                  <a:pt x="404813" y="0"/>
                </a:cubicBezTo>
                <a:cubicBezTo>
                  <a:pt x="360140" y="0"/>
                  <a:pt x="323850" y="36290"/>
                  <a:pt x="323850" y="80963"/>
                </a:cubicBezTo>
                <a:cubicBezTo>
                  <a:pt x="323850" y="88868"/>
                  <a:pt x="325088" y="96584"/>
                  <a:pt x="327184" y="103823"/>
                </a:cubicBezTo>
                <a:lnTo>
                  <a:pt x="145733" y="194501"/>
                </a:lnTo>
                <a:cubicBezTo>
                  <a:pt x="130969" y="174784"/>
                  <a:pt x="107442" y="161925"/>
                  <a:pt x="80963" y="161925"/>
                </a:cubicBezTo>
                <a:cubicBezTo>
                  <a:pt x="36290" y="161925"/>
                  <a:pt x="0" y="198215"/>
                  <a:pt x="0" y="242888"/>
                </a:cubicBezTo>
                <a:cubicBezTo>
                  <a:pt x="0" y="287560"/>
                  <a:pt x="36290" y="323850"/>
                  <a:pt x="80963" y="323850"/>
                </a:cubicBezTo>
                <a:cubicBezTo>
                  <a:pt x="107537" y="323850"/>
                  <a:pt x="131064" y="310991"/>
                  <a:pt x="145828" y="291179"/>
                </a:cubicBezTo>
                <a:lnTo>
                  <a:pt x="327279" y="381667"/>
                </a:lnTo>
                <a:cubicBezTo>
                  <a:pt x="325088" y="389001"/>
                  <a:pt x="323850" y="396716"/>
                  <a:pt x="323850" y="404813"/>
                </a:cubicBezTo>
                <a:cubicBezTo>
                  <a:pt x="323850" y="449485"/>
                  <a:pt x="360140" y="485775"/>
                  <a:pt x="404813" y="485775"/>
                </a:cubicBezTo>
                <a:cubicBezTo>
                  <a:pt x="449485" y="485775"/>
                  <a:pt x="485775" y="449485"/>
                  <a:pt x="485775" y="404813"/>
                </a:cubicBezTo>
                <a:cubicBezTo>
                  <a:pt x="485775" y="360140"/>
                  <a:pt x="449485" y="323850"/>
                  <a:pt x="404813" y="323850"/>
                </a:cubicBezTo>
                <a:close/>
                <a:moveTo>
                  <a:pt x="404813" y="28575"/>
                </a:moveTo>
                <a:cubicBezTo>
                  <a:pt x="433673" y="28575"/>
                  <a:pt x="457200" y="52102"/>
                  <a:pt x="457200" y="80963"/>
                </a:cubicBezTo>
                <a:cubicBezTo>
                  <a:pt x="457200" y="109823"/>
                  <a:pt x="433673" y="133350"/>
                  <a:pt x="404813" y="133350"/>
                </a:cubicBezTo>
                <a:cubicBezTo>
                  <a:pt x="375952" y="133350"/>
                  <a:pt x="352425" y="109823"/>
                  <a:pt x="352425" y="80963"/>
                </a:cubicBezTo>
                <a:cubicBezTo>
                  <a:pt x="352425" y="52102"/>
                  <a:pt x="375952" y="28575"/>
                  <a:pt x="404813" y="28575"/>
                </a:cubicBezTo>
                <a:close/>
                <a:moveTo>
                  <a:pt x="80963" y="295275"/>
                </a:moveTo>
                <a:cubicBezTo>
                  <a:pt x="52102" y="295275"/>
                  <a:pt x="28575" y="271748"/>
                  <a:pt x="28575" y="242888"/>
                </a:cubicBezTo>
                <a:cubicBezTo>
                  <a:pt x="28575" y="214027"/>
                  <a:pt x="52102" y="190500"/>
                  <a:pt x="80963" y="190500"/>
                </a:cubicBezTo>
                <a:cubicBezTo>
                  <a:pt x="109823" y="190500"/>
                  <a:pt x="133350" y="214027"/>
                  <a:pt x="133350" y="242888"/>
                </a:cubicBezTo>
                <a:cubicBezTo>
                  <a:pt x="133350" y="271748"/>
                  <a:pt x="109823" y="295275"/>
                  <a:pt x="80963" y="295275"/>
                </a:cubicBezTo>
                <a:close/>
                <a:moveTo>
                  <a:pt x="404813" y="457200"/>
                </a:moveTo>
                <a:cubicBezTo>
                  <a:pt x="375952" y="457200"/>
                  <a:pt x="352425" y="433673"/>
                  <a:pt x="352425" y="404813"/>
                </a:cubicBezTo>
                <a:cubicBezTo>
                  <a:pt x="352425" y="375952"/>
                  <a:pt x="375952" y="352425"/>
                  <a:pt x="404813" y="352425"/>
                </a:cubicBezTo>
                <a:cubicBezTo>
                  <a:pt x="433673" y="352425"/>
                  <a:pt x="457200" y="375952"/>
                  <a:pt x="457200" y="404813"/>
                </a:cubicBezTo>
                <a:cubicBezTo>
                  <a:pt x="457200" y="433673"/>
                  <a:pt x="433673" y="457200"/>
                  <a:pt x="404813" y="457200"/>
                </a:cubicBezTo>
                <a:close/>
              </a:path>
            </a:pathLst>
          </a:custGeom>
          <a:solidFill>
            <a:schemeClr val="bg1"/>
          </a:solidFill>
          <a:ln w="9525" cap="flat">
            <a:noFill/>
            <a:prstDash val="solid"/>
            <a:miter/>
          </a:ln>
        </p:spPr>
        <p:txBody>
          <a:bodyPr rtlCol="0" anchor="ctr"/>
          <a:lstStyle/>
          <a:p>
            <a:endParaRPr lang="en-US"/>
          </a:p>
        </p:txBody>
      </p:sp>
      <p:sp>
        <p:nvSpPr>
          <p:cNvPr id="128" name="Grafik 72">
            <a:extLst>
              <a:ext uri="{FF2B5EF4-FFF2-40B4-BE49-F238E27FC236}">
                <a16:creationId xmlns:a16="http://schemas.microsoft.com/office/drawing/2014/main" id="{6A272C6D-D466-4717-99FA-F36DEDF98802}"/>
              </a:ext>
            </a:extLst>
          </p:cNvPr>
          <p:cNvSpPr/>
          <p:nvPr/>
        </p:nvSpPr>
        <p:spPr bwMode="gray">
          <a:xfrm>
            <a:off x="2307341" y="4722368"/>
            <a:ext cx="485071" cy="483619"/>
          </a:xfrm>
          <a:custGeom>
            <a:avLst/>
            <a:gdLst>
              <a:gd name="connsiteX0" fmla="*/ 484645 w 485071"/>
              <a:gd name="connsiteY0" fmla="*/ 439519 h 483619"/>
              <a:gd name="connsiteX1" fmla="*/ 464738 w 485071"/>
              <a:gd name="connsiteY1" fmla="*/ 353890 h 483619"/>
              <a:gd name="connsiteX2" fmla="*/ 447593 w 485071"/>
              <a:gd name="connsiteY2" fmla="*/ 343222 h 483619"/>
              <a:gd name="connsiteX3" fmla="*/ 436925 w 485071"/>
              <a:gd name="connsiteY3" fmla="*/ 360367 h 483619"/>
              <a:gd name="connsiteX4" fmla="*/ 450831 w 485071"/>
              <a:gd name="connsiteY4" fmla="*/ 420184 h 483619"/>
              <a:gd name="connsiteX5" fmla="*/ 257950 w 485071"/>
              <a:gd name="connsiteY5" fmla="*/ 256449 h 483619"/>
              <a:gd name="connsiteX6" fmla="*/ 257950 w 485071"/>
              <a:gd name="connsiteY6" fmla="*/ 45089 h 483619"/>
              <a:gd name="connsiteX7" fmla="*/ 303670 w 485071"/>
              <a:gd name="connsiteY7" fmla="*/ 93381 h 483619"/>
              <a:gd name="connsiteX8" fmla="*/ 314052 w 485071"/>
              <a:gd name="connsiteY8" fmla="*/ 97858 h 483619"/>
              <a:gd name="connsiteX9" fmla="*/ 323863 w 485071"/>
              <a:gd name="connsiteY9" fmla="*/ 93952 h 483619"/>
              <a:gd name="connsiteX10" fmla="*/ 324435 w 485071"/>
              <a:gd name="connsiteY10" fmla="*/ 73759 h 483619"/>
              <a:gd name="connsiteX11" fmla="*/ 261665 w 485071"/>
              <a:gd name="connsiteY11" fmla="*/ 7465 h 483619"/>
              <a:gd name="connsiteX12" fmla="*/ 224613 w 485071"/>
              <a:gd name="connsiteY12" fmla="*/ 8037 h 483619"/>
              <a:gd name="connsiteX13" fmla="*/ 165843 w 485071"/>
              <a:gd name="connsiteY13" fmla="*/ 73474 h 483619"/>
              <a:gd name="connsiteX14" fmla="*/ 166891 w 485071"/>
              <a:gd name="connsiteY14" fmla="*/ 93667 h 483619"/>
              <a:gd name="connsiteX15" fmla="*/ 187084 w 485071"/>
              <a:gd name="connsiteY15" fmla="*/ 92619 h 483619"/>
              <a:gd name="connsiteX16" fmla="*/ 229375 w 485071"/>
              <a:gd name="connsiteY16" fmla="*/ 45470 h 483619"/>
              <a:gd name="connsiteX17" fmla="*/ 229375 w 485071"/>
              <a:gd name="connsiteY17" fmla="*/ 256544 h 483619"/>
              <a:gd name="connsiteX18" fmla="*/ 33065 w 485071"/>
              <a:gd name="connsiteY18" fmla="*/ 421898 h 483619"/>
              <a:gd name="connsiteX19" fmla="*/ 46686 w 485071"/>
              <a:gd name="connsiteY19" fmla="*/ 355414 h 483619"/>
              <a:gd name="connsiteX20" fmla="*/ 35541 w 485071"/>
              <a:gd name="connsiteY20" fmla="*/ 338554 h 483619"/>
              <a:gd name="connsiteX21" fmla="*/ 18682 w 485071"/>
              <a:gd name="connsiteY21" fmla="*/ 349699 h 483619"/>
              <a:gd name="connsiteX22" fmla="*/ 394 w 485071"/>
              <a:gd name="connsiteY22" fmla="*/ 439043 h 483619"/>
              <a:gd name="connsiteX23" fmla="*/ 22016 w 485071"/>
              <a:gd name="connsiteY23" fmla="*/ 469142 h 483619"/>
              <a:gd name="connsiteX24" fmla="*/ 109265 w 485071"/>
              <a:gd name="connsiteY24" fmla="*/ 480191 h 483619"/>
              <a:gd name="connsiteX25" fmla="*/ 111075 w 485071"/>
              <a:gd name="connsiteY25" fmla="*/ 480286 h 483619"/>
              <a:gd name="connsiteX26" fmla="*/ 125267 w 485071"/>
              <a:gd name="connsiteY26" fmla="*/ 467809 h 483619"/>
              <a:gd name="connsiteX27" fmla="*/ 112884 w 485071"/>
              <a:gd name="connsiteY27" fmla="*/ 451807 h 483619"/>
              <a:gd name="connsiteX28" fmla="*/ 51067 w 485071"/>
              <a:gd name="connsiteY28" fmla="*/ 443996 h 483619"/>
              <a:gd name="connsiteX29" fmla="*/ 243567 w 485071"/>
              <a:gd name="connsiteY29" fmla="*/ 281690 h 483619"/>
              <a:gd name="connsiteX30" fmla="*/ 435115 w 485071"/>
              <a:gd name="connsiteY30" fmla="*/ 444282 h 483619"/>
              <a:gd name="connsiteX31" fmla="*/ 436734 w 485071"/>
              <a:gd name="connsiteY31" fmla="*/ 445234 h 483619"/>
              <a:gd name="connsiteX32" fmla="*/ 369202 w 485071"/>
              <a:gd name="connsiteY32" fmla="*/ 455236 h 483619"/>
              <a:gd name="connsiteX33" fmla="*/ 357201 w 485071"/>
              <a:gd name="connsiteY33" fmla="*/ 471428 h 483619"/>
              <a:gd name="connsiteX34" fmla="*/ 371298 w 485071"/>
              <a:gd name="connsiteY34" fmla="*/ 483620 h 483619"/>
              <a:gd name="connsiteX35" fmla="*/ 373393 w 485071"/>
              <a:gd name="connsiteY35" fmla="*/ 483430 h 483619"/>
              <a:gd name="connsiteX36" fmla="*/ 463690 w 485071"/>
              <a:gd name="connsiteY36" fmla="*/ 469999 h 483619"/>
              <a:gd name="connsiteX37" fmla="*/ 484645 w 485071"/>
              <a:gd name="connsiteY37" fmla="*/ 439519 h 483619"/>
              <a:gd name="connsiteX38" fmla="*/ 29160 w 485071"/>
              <a:gd name="connsiteY38" fmla="*/ 441234 h 483619"/>
              <a:gd name="connsiteX39" fmla="*/ 29255 w 485071"/>
              <a:gd name="connsiteY39" fmla="*/ 440662 h 483619"/>
              <a:gd name="connsiteX40" fmla="*/ 29636 w 485071"/>
              <a:gd name="connsiteY40" fmla="*/ 441234 h 483619"/>
              <a:gd name="connsiteX41" fmla="*/ 29160 w 485071"/>
              <a:gd name="connsiteY41" fmla="*/ 441234 h 483619"/>
              <a:gd name="connsiteX42" fmla="*/ 455499 w 485071"/>
              <a:gd name="connsiteY42" fmla="*/ 442567 h 483619"/>
              <a:gd name="connsiteX43" fmla="*/ 455880 w 485071"/>
              <a:gd name="connsiteY43" fmla="*/ 441996 h 483619"/>
              <a:gd name="connsiteX44" fmla="*/ 455975 w 485071"/>
              <a:gd name="connsiteY44" fmla="*/ 442472 h 483619"/>
              <a:gd name="connsiteX45" fmla="*/ 455499 w 485071"/>
              <a:gd name="connsiteY45" fmla="*/ 442567 h 483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85071" h="483619">
                <a:moveTo>
                  <a:pt x="484645" y="439519"/>
                </a:moveTo>
                <a:lnTo>
                  <a:pt x="464738" y="353890"/>
                </a:lnTo>
                <a:cubicBezTo>
                  <a:pt x="462928" y="346174"/>
                  <a:pt x="455308" y="341412"/>
                  <a:pt x="447593" y="343222"/>
                </a:cubicBezTo>
                <a:cubicBezTo>
                  <a:pt x="439878" y="345031"/>
                  <a:pt x="435115" y="352651"/>
                  <a:pt x="436925" y="360367"/>
                </a:cubicBezTo>
                <a:lnTo>
                  <a:pt x="450831" y="420184"/>
                </a:lnTo>
                <a:lnTo>
                  <a:pt x="257950" y="256449"/>
                </a:lnTo>
                <a:lnTo>
                  <a:pt x="257950" y="45089"/>
                </a:lnTo>
                <a:lnTo>
                  <a:pt x="303670" y="93381"/>
                </a:lnTo>
                <a:cubicBezTo>
                  <a:pt x="306432" y="96334"/>
                  <a:pt x="310242" y="97858"/>
                  <a:pt x="314052" y="97858"/>
                </a:cubicBezTo>
                <a:cubicBezTo>
                  <a:pt x="317577" y="97858"/>
                  <a:pt x="321101" y="96524"/>
                  <a:pt x="323863" y="93952"/>
                </a:cubicBezTo>
                <a:cubicBezTo>
                  <a:pt x="329578" y="88523"/>
                  <a:pt x="329864" y="79474"/>
                  <a:pt x="324435" y="73759"/>
                </a:cubicBezTo>
                <a:lnTo>
                  <a:pt x="261665" y="7465"/>
                </a:lnTo>
                <a:cubicBezTo>
                  <a:pt x="251854" y="-2345"/>
                  <a:pt x="235376" y="-2822"/>
                  <a:pt x="224613" y="8037"/>
                </a:cubicBezTo>
                <a:lnTo>
                  <a:pt x="165843" y="73474"/>
                </a:lnTo>
                <a:cubicBezTo>
                  <a:pt x="160605" y="79379"/>
                  <a:pt x="161081" y="88333"/>
                  <a:pt x="166891" y="93667"/>
                </a:cubicBezTo>
                <a:cubicBezTo>
                  <a:pt x="172797" y="98905"/>
                  <a:pt x="181845" y="98429"/>
                  <a:pt x="187084" y="92619"/>
                </a:cubicBezTo>
                <a:lnTo>
                  <a:pt x="229375" y="45470"/>
                </a:lnTo>
                <a:lnTo>
                  <a:pt x="229375" y="256544"/>
                </a:lnTo>
                <a:lnTo>
                  <a:pt x="33065" y="421898"/>
                </a:lnTo>
                <a:lnTo>
                  <a:pt x="46686" y="355414"/>
                </a:lnTo>
                <a:cubicBezTo>
                  <a:pt x="48305" y="347698"/>
                  <a:pt x="43257" y="340174"/>
                  <a:pt x="35541" y="338554"/>
                </a:cubicBezTo>
                <a:cubicBezTo>
                  <a:pt x="27731" y="336935"/>
                  <a:pt x="20301" y="341983"/>
                  <a:pt x="18682" y="349699"/>
                </a:cubicBezTo>
                <a:lnTo>
                  <a:pt x="394" y="439043"/>
                </a:lnTo>
                <a:cubicBezTo>
                  <a:pt x="-2082" y="453045"/>
                  <a:pt x="7347" y="466475"/>
                  <a:pt x="22016" y="469142"/>
                </a:cubicBezTo>
                <a:lnTo>
                  <a:pt x="109265" y="480191"/>
                </a:lnTo>
                <a:cubicBezTo>
                  <a:pt x="109836" y="480286"/>
                  <a:pt x="110503" y="480286"/>
                  <a:pt x="111075" y="480286"/>
                </a:cubicBezTo>
                <a:cubicBezTo>
                  <a:pt x="118123" y="480286"/>
                  <a:pt x="124314" y="475048"/>
                  <a:pt x="125267" y="467809"/>
                </a:cubicBezTo>
                <a:cubicBezTo>
                  <a:pt x="126219" y="459998"/>
                  <a:pt x="120695" y="452854"/>
                  <a:pt x="112884" y="451807"/>
                </a:cubicBezTo>
                <a:lnTo>
                  <a:pt x="51067" y="443996"/>
                </a:lnTo>
                <a:lnTo>
                  <a:pt x="243567" y="281690"/>
                </a:lnTo>
                <a:lnTo>
                  <a:pt x="435115" y="444282"/>
                </a:lnTo>
                <a:cubicBezTo>
                  <a:pt x="435591" y="444663"/>
                  <a:pt x="436163" y="444853"/>
                  <a:pt x="436734" y="445234"/>
                </a:cubicBezTo>
                <a:lnTo>
                  <a:pt x="369202" y="455236"/>
                </a:lnTo>
                <a:cubicBezTo>
                  <a:pt x="361392" y="456379"/>
                  <a:pt x="355962" y="463618"/>
                  <a:pt x="357201" y="471428"/>
                </a:cubicBezTo>
                <a:cubicBezTo>
                  <a:pt x="358248" y="478572"/>
                  <a:pt x="364344" y="483620"/>
                  <a:pt x="371298" y="483620"/>
                </a:cubicBezTo>
                <a:cubicBezTo>
                  <a:pt x="371964" y="483620"/>
                  <a:pt x="372726" y="483620"/>
                  <a:pt x="373393" y="483430"/>
                </a:cubicBezTo>
                <a:lnTo>
                  <a:pt x="463690" y="469999"/>
                </a:lnTo>
                <a:cubicBezTo>
                  <a:pt x="477882" y="467713"/>
                  <a:pt x="487217" y="454283"/>
                  <a:pt x="484645" y="439519"/>
                </a:cubicBezTo>
                <a:close/>
                <a:moveTo>
                  <a:pt x="29160" y="441234"/>
                </a:moveTo>
                <a:lnTo>
                  <a:pt x="29255" y="440662"/>
                </a:lnTo>
                <a:cubicBezTo>
                  <a:pt x="29350" y="440853"/>
                  <a:pt x="29541" y="441043"/>
                  <a:pt x="29636" y="441234"/>
                </a:cubicBezTo>
                <a:lnTo>
                  <a:pt x="29160" y="441234"/>
                </a:lnTo>
                <a:close/>
                <a:moveTo>
                  <a:pt x="455499" y="442567"/>
                </a:moveTo>
                <a:cubicBezTo>
                  <a:pt x="455689" y="442377"/>
                  <a:pt x="455784" y="442186"/>
                  <a:pt x="455880" y="441996"/>
                </a:cubicBezTo>
                <a:lnTo>
                  <a:pt x="455975" y="442472"/>
                </a:lnTo>
                <a:lnTo>
                  <a:pt x="455499" y="442567"/>
                </a:lnTo>
                <a:close/>
              </a:path>
            </a:pathLst>
          </a:custGeom>
          <a:solidFill>
            <a:schemeClr val="bg1"/>
          </a:solidFill>
          <a:ln w="9525" cap="flat">
            <a:noFill/>
            <a:prstDash val="solid"/>
            <a:miter/>
          </a:ln>
        </p:spPr>
        <p:txBody>
          <a:bodyPr rtlCol="0" anchor="ctr"/>
          <a:lstStyle/>
          <a:p>
            <a:endParaRPr lang="en-US"/>
          </a:p>
        </p:txBody>
      </p:sp>
      <p:sp>
        <p:nvSpPr>
          <p:cNvPr id="129" name="Grafik 25">
            <a:extLst>
              <a:ext uri="{FF2B5EF4-FFF2-40B4-BE49-F238E27FC236}">
                <a16:creationId xmlns:a16="http://schemas.microsoft.com/office/drawing/2014/main" id="{4D409751-8C9A-411E-8534-0D49F247D69F}"/>
              </a:ext>
            </a:extLst>
          </p:cNvPr>
          <p:cNvSpPr/>
          <p:nvPr/>
        </p:nvSpPr>
        <p:spPr bwMode="gray">
          <a:xfrm>
            <a:off x="3317678" y="4773097"/>
            <a:ext cx="351901" cy="351877"/>
          </a:xfrm>
          <a:custGeom>
            <a:avLst/>
            <a:gdLst>
              <a:gd name="connsiteX0" fmla="*/ 347686 w 351901"/>
              <a:gd name="connsiteY0" fmla="*/ 347686 h 351877"/>
              <a:gd name="connsiteX1" fmla="*/ 337590 w 351901"/>
              <a:gd name="connsiteY1" fmla="*/ 351877 h 351877"/>
              <a:gd name="connsiteX2" fmla="*/ 327493 w 351901"/>
              <a:gd name="connsiteY2" fmla="*/ 347686 h 351877"/>
              <a:gd name="connsiteX3" fmla="*/ 175951 w 351901"/>
              <a:gd name="connsiteY3" fmla="*/ 196144 h 351877"/>
              <a:gd name="connsiteX4" fmla="*/ 24408 w 351901"/>
              <a:gd name="connsiteY4" fmla="*/ 347686 h 351877"/>
              <a:gd name="connsiteX5" fmla="*/ 14311 w 351901"/>
              <a:gd name="connsiteY5" fmla="*/ 351877 h 351877"/>
              <a:gd name="connsiteX6" fmla="*/ 4215 w 351901"/>
              <a:gd name="connsiteY6" fmla="*/ 347686 h 351877"/>
              <a:gd name="connsiteX7" fmla="*/ 4215 w 351901"/>
              <a:gd name="connsiteY7" fmla="*/ 327493 h 351877"/>
              <a:gd name="connsiteX8" fmla="*/ 155758 w 351901"/>
              <a:gd name="connsiteY8" fmla="*/ 175951 h 351877"/>
              <a:gd name="connsiteX9" fmla="*/ 4215 w 351901"/>
              <a:gd name="connsiteY9" fmla="*/ 24408 h 351877"/>
              <a:gd name="connsiteX10" fmla="*/ 4215 w 351901"/>
              <a:gd name="connsiteY10" fmla="*/ 4215 h 351877"/>
              <a:gd name="connsiteX11" fmla="*/ 24408 w 351901"/>
              <a:gd name="connsiteY11" fmla="*/ 4215 h 351877"/>
              <a:gd name="connsiteX12" fmla="*/ 175951 w 351901"/>
              <a:gd name="connsiteY12" fmla="*/ 155758 h 351877"/>
              <a:gd name="connsiteX13" fmla="*/ 327493 w 351901"/>
              <a:gd name="connsiteY13" fmla="*/ 4215 h 351877"/>
              <a:gd name="connsiteX14" fmla="*/ 347686 w 351901"/>
              <a:gd name="connsiteY14" fmla="*/ 4215 h 351877"/>
              <a:gd name="connsiteX15" fmla="*/ 347686 w 351901"/>
              <a:gd name="connsiteY15" fmla="*/ 24408 h 351877"/>
              <a:gd name="connsiteX16" fmla="*/ 196144 w 351901"/>
              <a:gd name="connsiteY16" fmla="*/ 175951 h 351877"/>
              <a:gd name="connsiteX17" fmla="*/ 347686 w 351901"/>
              <a:gd name="connsiteY17" fmla="*/ 327493 h 351877"/>
              <a:gd name="connsiteX18" fmla="*/ 347686 w 351901"/>
              <a:gd name="connsiteY18" fmla="*/ 347686 h 35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1901" h="351877">
                <a:moveTo>
                  <a:pt x="347686" y="347686"/>
                </a:moveTo>
                <a:cubicBezTo>
                  <a:pt x="344924" y="350449"/>
                  <a:pt x="341209" y="351877"/>
                  <a:pt x="337590" y="351877"/>
                </a:cubicBezTo>
                <a:cubicBezTo>
                  <a:pt x="333970" y="351877"/>
                  <a:pt x="330256" y="350449"/>
                  <a:pt x="327493" y="347686"/>
                </a:cubicBezTo>
                <a:lnTo>
                  <a:pt x="175951" y="196144"/>
                </a:lnTo>
                <a:lnTo>
                  <a:pt x="24408" y="347686"/>
                </a:lnTo>
                <a:cubicBezTo>
                  <a:pt x="21646" y="350449"/>
                  <a:pt x="17931" y="351877"/>
                  <a:pt x="14311" y="351877"/>
                </a:cubicBezTo>
                <a:cubicBezTo>
                  <a:pt x="10692" y="351877"/>
                  <a:pt x="6977" y="350449"/>
                  <a:pt x="4215" y="347686"/>
                </a:cubicBezTo>
                <a:cubicBezTo>
                  <a:pt x="-1405" y="342067"/>
                  <a:pt x="-1405" y="333018"/>
                  <a:pt x="4215" y="327493"/>
                </a:cubicBezTo>
                <a:lnTo>
                  <a:pt x="155758" y="175951"/>
                </a:lnTo>
                <a:lnTo>
                  <a:pt x="4215" y="24408"/>
                </a:lnTo>
                <a:cubicBezTo>
                  <a:pt x="-1405" y="18788"/>
                  <a:pt x="-1405" y="9739"/>
                  <a:pt x="4215" y="4215"/>
                </a:cubicBezTo>
                <a:cubicBezTo>
                  <a:pt x="9835" y="-1310"/>
                  <a:pt x="18883" y="-1405"/>
                  <a:pt x="24408" y="4215"/>
                </a:cubicBezTo>
                <a:lnTo>
                  <a:pt x="175951" y="155758"/>
                </a:lnTo>
                <a:lnTo>
                  <a:pt x="327493" y="4215"/>
                </a:lnTo>
                <a:cubicBezTo>
                  <a:pt x="333113" y="-1405"/>
                  <a:pt x="342162" y="-1405"/>
                  <a:pt x="347686" y="4215"/>
                </a:cubicBezTo>
                <a:cubicBezTo>
                  <a:pt x="353211" y="9835"/>
                  <a:pt x="353306" y="18883"/>
                  <a:pt x="347686" y="24408"/>
                </a:cubicBezTo>
                <a:lnTo>
                  <a:pt x="196144" y="175951"/>
                </a:lnTo>
                <a:lnTo>
                  <a:pt x="347686" y="327493"/>
                </a:lnTo>
                <a:cubicBezTo>
                  <a:pt x="353306" y="333113"/>
                  <a:pt x="353306" y="342162"/>
                  <a:pt x="347686" y="347686"/>
                </a:cubicBezTo>
                <a:close/>
              </a:path>
            </a:pathLst>
          </a:custGeom>
          <a:solidFill>
            <a:schemeClr val="bg1"/>
          </a:solidFill>
          <a:ln w="9525" cap="flat">
            <a:noFill/>
            <a:prstDash val="solid"/>
            <a:miter/>
          </a:ln>
        </p:spPr>
        <p:txBody>
          <a:bodyPr rtlCol="0" anchor="ctr"/>
          <a:lstStyle/>
          <a:p>
            <a:endParaRPr lang="en-US"/>
          </a:p>
        </p:txBody>
      </p:sp>
      <p:sp>
        <p:nvSpPr>
          <p:cNvPr id="131" name="Grafik 42">
            <a:extLst>
              <a:ext uri="{FF2B5EF4-FFF2-40B4-BE49-F238E27FC236}">
                <a16:creationId xmlns:a16="http://schemas.microsoft.com/office/drawing/2014/main" id="{114E702D-87BB-43D4-87BF-6B07CE35F359}"/>
              </a:ext>
            </a:extLst>
          </p:cNvPr>
          <p:cNvSpPr/>
          <p:nvPr/>
        </p:nvSpPr>
        <p:spPr bwMode="gray">
          <a:xfrm>
            <a:off x="4125456" y="4741831"/>
            <a:ext cx="485544" cy="431768"/>
          </a:xfrm>
          <a:custGeom>
            <a:avLst/>
            <a:gdLst>
              <a:gd name="connsiteX0" fmla="*/ 310896 w 485544"/>
              <a:gd name="connsiteY0" fmla="*/ 410909 h 431768"/>
              <a:gd name="connsiteX1" fmla="*/ 310419 w 485544"/>
              <a:gd name="connsiteY1" fmla="*/ 424910 h 431768"/>
              <a:gd name="connsiteX2" fmla="*/ 298227 w 485544"/>
              <a:gd name="connsiteY2" fmla="*/ 431768 h 431768"/>
              <a:gd name="connsiteX3" fmla="*/ 298227 w 485544"/>
              <a:gd name="connsiteY3" fmla="*/ 431768 h 431768"/>
              <a:gd name="connsiteX4" fmla="*/ 182880 w 485544"/>
              <a:gd name="connsiteY4" fmla="*/ 431483 h 431768"/>
              <a:gd name="connsiteX5" fmla="*/ 170592 w 485544"/>
              <a:gd name="connsiteY5" fmla="*/ 424434 h 431768"/>
              <a:gd name="connsiteX6" fmla="*/ 170307 w 485544"/>
              <a:gd name="connsiteY6" fmla="*/ 410337 h 431768"/>
              <a:gd name="connsiteX7" fmla="*/ 229362 w 485544"/>
              <a:gd name="connsiteY7" fmla="*/ 301943 h 431768"/>
              <a:gd name="connsiteX8" fmla="*/ 241935 w 485544"/>
              <a:gd name="connsiteY8" fmla="*/ 294513 h 431768"/>
              <a:gd name="connsiteX9" fmla="*/ 242125 w 485544"/>
              <a:gd name="connsiteY9" fmla="*/ 294513 h 431768"/>
              <a:gd name="connsiteX10" fmla="*/ 254698 w 485544"/>
              <a:gd name="connsiteY10" fmla="*/ 302228 h 431768"/>
              <a:gd name="connsiteX11" fmla="*/ 310896 w 485544"/>
              <a:gd name="connsiteY11" fmla="*/ 410909 h 431768"/>
              <a:gd name="connsiteX12" fmla="*/ 484632 w 485544"/>
              <a:gd name="connsiteY12" fmla="*/ 159830 h 431768"/>
              <a:gd name="connsiteX13" fmla="*/ 466248 w 485544"/>
              <a:gd name="connsiteY13" fmla="*/ 151543 h 431768"/>
              <a:gd name="connsiteX14" fmla="*/ 9239 w 485544"/>
              <a:gd name="connsiteY14" fmla="*/ 324041 h 431768"/>
              <a:gd name="connsiteX15" fmla="*/ 952 w 485544"/>
              <a:gd name="connsiteY15" fmla="*/ 342424 h 431768"/>
              <a:gd name="connsiteX16" fmla="*/ 14287 w 485544"/>
              <a:gd name="connsiteY16" fmla="*/ 351663 h 431768"/>
              <a:gd name="connsiteX17" fmla="*/ 19335 w 485544"/>
              <a:gd name="connsiteY17" fmla="*/ 350711 h 431768"/>
              <a:gd name="connsiteX18" fmla="*/ 476345 w 485544"/>
              <a:gd name="connsiteY18" fmla="*/ 178118 h 431768"/>
              <a:gd name="connsiteX19" fmla="*/ 484632 w 485544"/>
              <a:gd name="connsiteY19" fmla="*/ 159830 h 431768"/>
              <a:gd name="connsiteX20" fmla="*/ 14668 w 485544"/>
              <a:gd name="connsiteY20" fmla="*/ 213551 h 431768"/>
              <a:gd name="connsiteX21" fmla="*/ 71818 w 485544"/>
              <a:gd name="connsiteY21" fmla="*/ 156401 h 431768"/>
              <a:gd name="connsiteX22" fmla="*/ 128968 w 485544"/>
              <a:gd name="connsiteY22" fmla="*/ 213551 h 431768"/>
              <a:gd name="connsiteX23" fmla="*/ 71818 w 485544"/>
              <a:gd name="connsiteY23" fmla="*/ 270701 h 431768"/>
              <a:gd name="connsiteX24" fmla="*/ 14668 w 485544"/>
              <a:gd name="connsiteY24" fmla="*/ 213551 h 431768"/>
              <a:gd name="connsiteX25" fmla="*/ 43243 w 485544"/>
              <a:gd name="connsiteY25" fmla="*/ 213551 h 431768"/>
              <a:gd name="connsiteX26" fmla="*/ 71818 w 485544"/>
              <a:gd name="connsiteY26" fmla="*/ 242126 h 431768"/>
              <a:gd name="connsiteX27" fmla="*/ 100393 w 485544"/>
              <a:gd name="connsiteY27" fmla="*/ 213551 h 431768"/>
              <a:gd name="connsiteX28" fmla="*/ 71818 w 485544"/>
              <a:gd name="connsiteY28" fmla="*/ 184976 h 431768"/>
              <a:gd name="connsiteX29" fmla="*/ 43243 w 485544"/>
              <a:gd name="connsiteY29" fmla="*/ 213551 h 431768"/>
              <a:gd name="connsiteX30" fmla="*/ 280320 w 485544"/>
              <a:gd name="connsiteY30" fmla="*/ 80963 h 431768"/>
              <a:gd name="connsiteX31" fmla="*/ 361283 w 485544"/>
              <a:gd name="connsiteY31" fmla="*/ 0 h 431768"/>
              <a:gd name="connsiteX32" fmla="*/ 442245 w 485544"/>
              <a:gd name="connsiteY32" fmla="*/ 80963 h 431768"/>
              <a:gd name="connsiteX33" fmla="*/ 361283 w 485544"/>
              <a:gd name="connsiteY33" fmla="*/ 161925 h 431768"/>
              <a:gd name="connsiteX34" fmla="*/ 280320 w 485544"/>
              <a:gd name="connsiteY34" fmla="*/ 80963 h 431768"/>
              <a:gd name="connsiteX35" fmla="*/ 308895 w 485544"/>
              <a:gd name="connsiteY35" fmla="*/ 80963 h 431768"/>
              <a:gd name="connsiteX36" fmla="*/ 361283 w 485544"/>
              <a:gd name="connsiteY36" fmla="*/ 133350 h 431768"/>
              <a:gd name="connsiteX37" fmla="*/ 413670 w 485544"/>
              <a:gd name="connsiteY37" fmla="*/ 80963 h 431768"/>
              <a:gd name="connsiteX38" fmla="*/ 361283 w 485544"/>
              <a:gd name="connsiteY38" fmla="*/ 28575 h 431768"/>
              <a:gd name="connsiteX39" fmla="*/ 308895 w 485544"/>
              <a:gd name="connsiteY39" fmla="*/ 80963 h 43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85544" h="431768">
                <a:moveTo>
                  <a:pt x="310896" y="410909"/>
                </a:moveTo>
                <a:cubicBezTo>
                  <a:pt x="313182" y="415290"/>
                  <a:pt x="312991" y="420624"/>
                  <a:pt x="310419" y="424910"/>
                </a:cubicBezTo>
                <a:cubicBezTo>
                  <a:pt x="307848" y="429197"/>
                  <a:pt x="303180" y="431768"/>
                  <a:pt x="298227" y="431768"/>
                </a:cubicBezTo>
                <a:cubicBezTo>
                  <a:pt x="298227" y="431768"/>
                  <a:pt x="298227" y="431768"/>
                  <a:pt x="298227" y="431768"/>
                </a:cubicBezTo>
                <a:lnTo>
                  <a:pt x="182880" y="431483"/>
                </a:lnTo>
                <a:cubicBezTo>
                  <a:pt x="177831" y="431483"/>
                  <a:pt x="173164" y="428816"/>
                  <a:pt x="170592" y="424434"/>
                </a:cubicBezTo>
                <a:cubicBezTo>
                  <a:pt x="168021" y="420148"/>
                  <a:pt x="167925" y="414719"/>
                  <a:pt x="170307" y="410337"/>
                </a:cubicBezTo>
                <a:lnTo>
                  <a:pt x="229362" y="301943"/>
                </a:lnTo>
                <a:cubicBezTo>
                  <a:pt x="231838" y="297371"/>
                  <a:pt x="236696" y="294513"/>
                  <a:pt x="241935" y="294513"/>
                </a:cubicBezTo>
                <a:cubicBezTo>
                  <a:pt x="241935" y="294513"/>
                  <a:pt x="242030" y="294513"/>
                  <a:pt x="242125" y="294513"/>
                </a:cubicBezTo>
                <a:cubicBezTo>
                  <a:pt x="247364" y="294608"/>
                  <a:pt x="252222" y="297561"/>
                  <a:pt x="254698" y="302228"/>
                </a:cubicBezTo>
                <a:lnTo>
                  <a:pt x="310896" y="410909"/>
                </a:lnTo>
                <a:close/>
                <a:moveTo>
                  <a:pt x="484632" y="159830"/>
                </a:moveTo>
                <a:cubicBezTo>
                  <a:pt x="481869" y="152400"/>
                  <a:pt x="473583" y="148781"/>
                  <a:pt x="466248" y="151543"/>
                </a:cubicBezTo>
                <a:lnTo>
                  <a:pt x="9239" y="324041"/>
                </a:lnTo>
                <a:cubicBezTo>
                  <a:pt x="1905" y="326803"/>
                  <a:pt x="-1905" y="335090"/>
                  <a:pt x="952" y="342424"/>
                </a:cubicBezTo>
                <a:cubicBezTo>
                  <a:pt x="3143" y="348139"/>
                  <a:pt x="8572" y="351663"/>
                  <a:pt x="14287" y="351663"/>
                </a:cubicBezTo>
                <a:cubicBezTo>
                  <a:pt x="16002" y="351663"/>
                  <a:pt x="17621" y="351377"/>
                  <a:pt x="19335" y="350711"/>
                </a:cubicBezTo>
                <a:lnTo>
                  <a:pt x="476345" y="178118"/>
                </a:lnTo>
                <a:cubicBezTo>
                  <a:pt x="483679" y="175451"/>
                  <a:pt x="487394" y="167164"/>
                  <a:pt x="484632" y="159830"/>
                </a:cubicBezTo>
                <a:close/>
                <a:moveTo>
                  <a:pt x="14668" y="213551"/>
                </a:moveTo>
                <a:cubicBezTo>
                  <a:pt x="14668" y="182023"/>
                  <a:pt x="40290" y="156401"/>
                  <a:pt x="71818" y="156401"/>
                </a:cubicBezTo>
                <a:cubicBezTo>
                  <a:pt x="103346" y="156401"/>
                  <a:pt x="128968" y="182023"/>
                  <a:pt x="128968" y="213551"/>
                </a:cubicBezTo>
                <a:cubicBezTo>
                  <a:pt x="128968" y="245078"/>
                  <a:pt x="103346" y="270701"/>
                  <a:pt x="71818" y="270701"/>
                </a:cubicBezTo>
                <a:cubicBezTo>
                  <a:pt x="40290" y="270701"/>
                  <a:pt x="14668" y="245078"/>
                  <a:pt x="14668" y="213551"/>
                </a:cubicBezTo>
                <a:close/>
                <a:moveTo>
                  <a:pt x="43243" y="213551"/>
                </a:moveTo>
                <a:cubicBezTo>
                  <a:pt x="43243" y="229267"/>
                  <a:pt x="56102" y="242126"/>
                  <a:pt x="71818" y="242126"/>
                </a:cubicBezTo>
                <a:cubicBezTo>
                  <a:pt x="87534" y="242126"/>
                  <a:pt x="100393" y="229267"/>
                  <a:pt x="100393" y="213551"/>
                </a:cubicBezTo>
                <a:cubicBezTo>
                  <a:pt x="100393" y="197834"/>
                  <a:pt x="87534" y="184976"/>
                  <a:pt x="71818" y="184976"/>
                </a:cubicBezTo>
                <a:cubicBezTo>
                  <a:pt x="56102" y="184976"/>
                  <a:pt x="43243" y="197739"/>
                  <a:pt x="43243" y="213551"/>
                </a:cubicBezTo>
                <a:close/>
                <a:moveTo>
                  <a:pt x="280320" y="80963"/>
                </a:moveTo>
                <a:cubicBezTo>
                  <a:pt x="280320" y="36290"/>
                  <a:pt x="316611" y="0"/>
                  <a:pt x="361283" y="0"/>
                </a:cubicBezTo>
                <a:cubicBezTo>
                  <a:pt x="405955" y="0"/>
                  <a:pt x="442245" y="36290"/>
                  <a:pt x="442245" y="80963"/>
                </a:cubicBezTo>
                <a:cubicBezTo>
                  <a:pt x="442245" y="125635"/>
                  <a:pt x="405955" y="161925"/>
                  <a:pt x="361283" y="161925"/>
                </a:cubicBezTo>
                <a:cubicBezTo>
                  <a:pt x="316611" y="161925"/>
                  <a:pt x="280320" y="125635"/>
                  <a:pt x="280320" y="80963"/>
                </a:cubicBezTo>
                <a:close/>
                <a:moveTo>
                  <a:pt x="308895" y="80963"/>
                </a:moveTo>
                <a:cubicBezTo>
                  <a:pt x="308895" y="109823"/>
                  <a:pt x="332422" y="133350"/>
                  <a:pt x="361283" y="133350"/>
                </a:cubicBezTo>
                <a:cubicBezTo>
                  <a:pt x="390144" y="133350"/>
                  <a:pt x="413670" y="109823"/>
                  <a:pt x="413670" y="80963"/>
                </a:cubicBezTo>
                <a:cubicBezTo>
                  <a:pt x="413670" y="52102"/>
                  <a:pt x="390239" y="28575"/>
                  <a:pt x="361283" y="28575"/>
                </a:cubicBezTo>
                <a:cubicBezTo>
                  <a:pt x="332327" y="28575"/>
                  <a:pt x="308895" y="52102"/>
                  <a:pt x="308895" y="80963"/>
                </a:cubicBezTo>
                <a:close/>
              </a:path>
            </a:pathLst>
          </a:custGeom>
          <a:solidFill>
            <a:schemeClr val="bg1"/>
          </a:solidFill>
          <a:ln w="9525" cap="flat">
            <a:noFill/>
            <a:prstDash val="solid"/>
            <a:miter/>
          </a:ln>
        </p:spPr>
        <p:txBody>
          <a:bodyPr rtlCol="0" anchor="ctr"/>
          <a:lstStyle/>
          <a:p>
            <a:endParaRPr lang="en-US"/>
          </a:p>
        </p:txBody>
      </p:sp>
      <p:sp>
        <p:nvSpPr>
          <p:cNvPr id="132" name="Grafik 79">
            <a:extLst>
              <a:ext uri="{FF2B5EF4-FFF2-40B4-BE49-F238E27FC236}">
                <a16:creationId xmlns:a16="http://schemas.microsoft.com/office/drawing/2014/main" id="{93B10AE4-343B-41AF-8019-ED8D9BA416F4}"/>
              </a:ext>
            </a:extLst>
          </p:cNvPr>
          <p:cNvSpPr/>
          <p:nvPr/>
        </p:nvSpPr>
        <p:spPr bwMode="gray">
          <a:xfrm>
            <a:off x="5044784" y="4949035"/>
            <a:ext cx="285750" cy="57150"/>
          </a:xfrm>
          <a:custGeom>
            <a:avLst/>
            <a:gdLst>
              <a:gd name="connsiteX0" fmla="*/ 57150 w 285750"/>
              <a:gd name="connsiteY0" fmla="*/ 28575 h 57150"/>
              <a:gd name="connsiteX1" fmla="*/ 28575 w 285750"/>
              <a:gd name="connsiteY1" fmla="*/ 57150 h 57150"/>
              <a:gd name="connsiteX2" fmla="*/ 0 w 285750"/>
              <a:gd name="connsiteY2" fmla="*/ 28575 h 57150"/>
              <a:gd name="connsiteX3" fmla="*/ 28575 w 285750"/>
              <a:gd name="connsiteY3" fmla="*/ 0 h 57150"/>
              <a:gd name="connsiteX4" fmla="*/ 57150 w 285750"/>
              <a:gd name="connsiteY4" fmla="*/ 28575 h 57150"/>
              <a:gd name="connsiteX5" fmla="*/ 142780 w 285750"/>
              <a:gd name="connsiteY5" fmla="*/ 0 h 57150"/>
              <a:gd name="connsiteX6" fmla="*/ 114205 w 285750"/>
              <a:gd name="connsiteY6" fmla="*/ 28575 h 57150"/>
              <a:gd name="connsiteX7" fmla="*/ 142780 w 285750"/>
              <a:gd name="connsiteY7" fmla="*/ 57150 h 57150"/>
              <a:gd name="connsiteX8" fmla="*/ 171355 w 285750"/>
              <a:gd name="connsiteY8" fmla="*/ 28575 h 57150"/>
              <a:gd name="connsiteX9" fmla="*/ 142780 w 285750"/>
              <a:gd name="connsiteY9" fmla="*/ 0 h 57150"/>
              <a:gd name="connsiteX10" fmla="*/ 257175 w 285750"/>
              <a:gd name="connsiteY10" fmla="*/ 0 h 57150"/>
              <a:gd name="connsiteX11" fmla="*/ 228600 w 285750"/>
              <a:gd name="connsiteY11" fmla="*/ 28575 h 57150"/>
              <a:gd name="connsiteX12" fmla="*/ 257175 w 285750"/>
              <a:gd name="connsiteY12" fmla="*/ 57150 h 57150"/>
              <a:gd name="connsiteX13" fmla="*/ 285750 w 285750"/>
              <a:gd name="connsiteY13" fmla="*/ 28575 h 57150"/>
              <a:gd name="connsiteX14" fmla="*/ 257175 w 285750"/>
              <a:gd name="connsiteY14"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5750" h="57150">
                <a:moveTo>
                  <a:pt x="57150" y="28575"/>
                </a:moveTo>
                <a:cubicBezTo>
                  <a:pt x="57150" y="44387"/>
                  <a:pt x="44387" y="57150"/>
                  <a:pt x="28575" y="57150"/>
                </a:cubicBezTo>
                <a:cubicBezTo>
                  <a:pt x="12764" y="57150"/>
                  <a:pt x="0" y="44387"/>
                  <a:pt x="0" y="28575"/>
                </a:cubicBezTo>
                <a:cubicBezTo>
                  <a:pt x="0" y="12764"/>
                  <a:pt x="12764" y="0"/>
                  <a:pt x="28575" y="0"/>
                </a:cubicBezTo>
                <a:cubicBezTo>
                  <a:pt x="44387" y="0"/>
                  <a:pt x="57150" y="12764"/>
                  <a:pt x="57150" y="28575"/>
                </a:cubicBezTo>
                <a:close/>
                <a:moveTo>
                  <a:pt x="142780" y="0"/>
                </a:moveTo>
                <a:cubicBezTo>
                  <a:pt x="126968" y="0"/>
                  <a:pt x="114205" y="12764"/>
                  <a:pt x="114205" y="28575"/>
                </a:cubicBezTo>
                <a:cubicBezTo>
                  <a:pt x="114205" y="44387"/>
                  <a:pt x="126968" y="57150"/>
                  <a:pt x="142780" y="57150"/>
                </a:cubicBezTo>
                <a:cubicBezTo>
                  <a:pt x="158591" y="57150"/>
                  <a:pt x="171355" y="44387"/>
                  <a:pt x="171355" y="28575"/>
                </a:cubicBezTo>
                <a:cubicBezTo>
                  <a:pt x="171355" y="12764"/>
                  <a:pt x="158591" y="0"/>
                  <a:pt x="142780" y="0"/>
                </a:cubicBezTo>
                <a:close/>
                <a:moveTo>
                  <a:pt x="257175" y="0"/>
                </a:moveTo>
                <a:cubicBezTo>
                  <a:pt x="241364" y="0"/>
                  <a:pt x="228600" y="12764"/>
                  <a:pt x="228600" y="28575"/>
                </a:cubicBezTo>
                <a:cubicBezTo>
                  <a:pt x="228600" y="44387"/>
                  <a:pt x="241364" y="57150"/>
                  <a:pt x="257175" y="57150"/>
                </a:cubicBezTo>
                <a:cubicBezTo>
                  <a:pt x="272987" y="57150"/>
                  <a:pt x="285750" y="44387"/>
                  <a:pt x="285750" y="28575"/>
                </a:cubicBezTo>
                <a:cubicBezTo>
                  <a:pt x="285750" y="12764"/>
                  <a:pt x="272987" y="0"/>
                  <a:pt x="257175" y="0"/>
                </a:cubicBezTo>
                <a:close/>
              </a:path>
            </a:pathLst>
          </a:custGeom>
          <a:solidFill>
            <a:schemeClr val="bg1"/>
          </a:solidFill>
          <a:ln w="9525" cap="flat">
            <a:noFill/>
            <a:prstDash val="solid"/>
            <a:miter/>
          </a:ln>
        </p:spPr>
        <p:txBody>
          <a:bodyPr rtlCol="0" anchor="ctr"/>
          <a:lstStyle/>
          <a:p>
            <a:endParaRPr lang="en-US"/>
          </a:p>
        </p:txBody>
      </p:sp>
      <p:sp>
        <p:nvSpPr>
          <p:cNvPr id="133" name="Grafik 41">
            <a:extLst>
              <a:ext uri="{FF2B5EF4-FFF2-40B4-BE49-F238E27FC236}">
                <a16:creationId xmlns:a16="http://schemas.microsoft.com/office/drawing/2014/main" id="{AC2A6DE0-996F-4AFE-BA53-412FAFDFE141}"/>
              </a:ext>
            </a:extLst>
          </p:cNvPr>
          <p:cNvSpPr/>
          <p:nvPr/>
        </p:nvSpPr>
        <p:spPr bwMode="gray">
          <a:xfrm>
            <a:off x="5801777" y="4957715"/>
            <a:ext cx="485775" cy="28575"/>
          </a:xfrm>
          <a:custGeom>
            <a:avLst/>
            <a:gdLst>
              <a:gd name="connsiteX0" fmla="*/ 485775 w 485775"/>
              <a:gd name="connsiteY0" fmla="*/ 14288 h 28575"/>
              <a:gd name="connsiteX1" fmla="*/ 471488 w 485775"/>
              <a:gd name="connsiteY1" fmla="*/ 28575 h 28575"/>
              <a:gd name="connsiteX2" fmla="*/ 14288 w 485775"/>
              <a:gd name="connsiteY2" fmla="*/ 28575 h 28575"/>
              <a:gd name="connsiteX3" fmla="*/ 0 w 485775"/>
              <a:gd name="connsiteY3" fmla="*/ 14288 h 28575"/>
              <a:gd name="connsiteX4" fmla="*/ 14288 w 485775"/>
              <a:gd name="connsiteY4" fmla="*/ 0 h 28575"/>
              <a:gd name="connsiteX5" fmla="*/ 471488 w 485775"/>
              <a:gd name="connsiteY5" fmla="*/ 0 h 28575"/>
              <a:gd name="connsiteX6" fmla="*/ 485775 w 485775"/>
              <a:gd name="connsiteY6" fmla="*/ 14288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5775" h="28575">
                <a:moveTo>
                  <a:pt x="485775" y="14288"/>
                </a:moveTo>
                <a:cubicBezTo>
                  <a:pt x="485775" y="22193"/>
                  <a:pt x="479298" y="28575"/>
                  <a:pt x="471488" y="28575"/>
                </a:cubicBezTo>
                <a:lnTo>
                  <a:pt x="14288" y="28575"/>
                </a:lnTo>
                <a:cubicBezTo>
                  <a:pt x="6382" y="28575"/>
                  <a:pt x="0" y="22193"/>
                  <a:pt x="0" y="14288"/>
                </a:cubicBezTo>
                <a:cubicBezTo>
                  <a:pt x="0" y="6382"/>
                  <a:pt x="6382" y="0"/>
                  <a:pt x="14288" y="0"/>
                </a:cubicBezTo>
                <a:lnTo>
                  <a:pt x="471488" y="0"/>
                </a:lnTo>
                <a:cubicBezTo>
                  <a:pt x="479298" y="0"/>
                  <a:pt x="485775" y="6382"/>
                  <a:pt x="485775" y="14288"/>
                </a:cubicBezTo>
                <a:close/>
              </a:path>
            </a:pathLst>
          </a:custGeom>
          <a:solidFill>
            <a:schemeClr val="bg1"/>
          </a:solidFill>
          <a:ln w="9525" cap="flat">
            <a:noFill/>
            <a:prstDash val="solid"/>
            <a:miter/>
          </a:ln>
        </p:spPr>
        <p:txBody>
          <a:bodyPr rtlCol="0" anchor="ctr"/>
          <a:lstStyle/>
          <a:p>
            <a:endParaRPr lang="en-US"/>
          </a:p>
        </p:txBody>
      </p:sp>
      <p:sp>
        <p:nvSpPr>
          <p:cNvPr id="135" name="Grafik 53">
            <a:extLst>
              <a:ext uri="{FF2B5EF4-FFF2-40B4-BE49-F238E27FC236}">
                <a16:creationId xmlns:a16="http://schemas.microsoft.com/office/drawing/2014/main" id="{0972E7B3-E524-46D7-B18E-DEDB98096991}"/>
              </a:ext>
            </a:extLst>
          </p:cNvPr>
          <p:cNvSpPr/>
          <p:nvPr/>
        </p:nvSpPr>
        <p:spPr bwMode="gray">
          <a:xfrm>
            <a:off x="6724283" y="4891019"/>
            <a:ext cx="257270" cy="142970"/>
          </a:xfrm>
          <a:custGeom>
            <a:avLst/>
            <a:gdLst>
              <a:gd name="connsiteX0" fmla="*/ 0 w 257270"/>
              <a:gd name="connsiteY0" fmla="*/ 14288 h 142970"/>
              <a:gd name="connsiteX1" fmla="*/ 14288 w 257270"/>
              <a:gd name="connsiteY1" fmla="*/ 0 h 142970"/>
              <a:gd name="connsiteX2" fmla="*/ 242888 w 257270"/>
              <a:gd name="connsiteY2" fmla="*/ 0 h 142970"/>
              <a:gd name="connsiteX3" fmla="*/ 257175 w 257270"/>
              <a:gd name="connsiteY3" fmla="*/ 14288 h 142970"/>
              <a:gd name="connsiteX4" fmla="*/ 242888 w 257270"/>
              <a:gd name="connsiteY4" fmla="*/ 28575 h 142970"/>
              <a:gd name="connsiteX5" fmla="*/ 14288 w 257270"/>
              <a:gd name="connsiteY5" fmla="*/ 28575 h 142970"/>
              <a:gd name="connsiteX6" fmla="*/ 0 w 257270"/>
              <a:gd name="connsiteY6" fmla="*/ 14288 h 142970"/>
              <a:gd name="connsiteX7" fmla="*/ 14288 w 257270"/>
              <a:gd name="connsiteY7" fmla="*/ 85916 h 142970"/>
              <a:gd name="connsiteX8" fmla="*/ 242888 w 257270"/>
              <a:gd name="connsiteY8" fmla="*/ 85916 h 142970"/>
              <a:gd name="connsiteX9" fmla="*/ 257175 w 257270"/>
              <a:gd name="connsiteY9" fmla="*/ 71628 h 142970"/>
              <a:gd name="connsiteX10" fmla="*/ 242888 w 257270"/>
              <a:gd name="connsiteY10" fmla="*/ 57341 h 142970"/>
              <a:gd name="connsiteX11" fmla="*/ 14288 w 257270"/>
              <a:gd name="connsiteY11" fmla="*/ 57341 h 142970"/>
              <a:gd name="connsiteX12" fmla="*/ 0 w 257270"/>
              <a:gd name="connsiteY12" fmla="*/ 71628 h 142970"/>
              <a:gd name="connsiteX13" fmla="*/ 14288 w 257270"/>
              <a:gd name="connsiteY13" fmla="*/ 85916 h 142970"/>
              <a:gd name="connsiteX14" fmla="*/ 242983 w 257270"/>
              <a:gd name="connsiteY14" fmla="*/ 114395 h 142970"/>
              <a:gd name="connsiteX15" fmla="*/ 14383 w 257270"/>
              <a:gd name="connsiteY15" fmla="*/ 114395 h 142970"/>
              <a:gd name="connsiteX16" fmla="*/ 95 w 257270"/>
              <a:gd name="connsiteY16" fmla="*/ 128683 h 142970"/>
              <a:gd name="connsiteX17" fmla="*/ 14383 w 257270"/>
              <a:gd name="connsiteY17" fmla="*/ 142970 h 142970"/>
              <a:gd name="connsiteX18" fmla="*/ 242983 w 257270"/>
              <a:gd name="connsiteY18" fmla="*/ 142970 h 142970"/>
              <a:gd name="connsiteX19" fmla="*/ 257270 w 257270"/>
              <a:gd name="connsiteY19" fmla="*/ 128683 h 142970"/>
              <a:gd name="connsiteX20" fmla="*/ 242983 w 257270"/>
              <a:gd name="connsiteY20" fmla="*/ 114395 h 142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7270" h="142970">
                <a:moveTo>
                  <a:pt x="0" y="14288"/>
                </a:moveTo>
                <a:cubicBezTo>
                  <a:pt x="0" y="6382"/>
                  <a:pt x="6382" y="0"/>
                  <a:pt x="14288" y="0"/>
                </a:cubicBezTo>
                <a:lnTo>
                  <a:pt x="242888" y="0"/>
                </a:lnTo>
                <a:cubicBezTo>
                  <a:pt x="250793" y="0"/>
                  <a:pt x="257175" y="6382"/>
                  <a:pt x="257175" y="14288"/>
                </a:cubicBezTo>
                <a:cubicBezTo>
                  <a:pt x="257175" y="22193"/>
                  <a:pt x="250793" y="28575"/>
                  <a:pt x="242888" y="28575"/>
                </a:cubicBezTo>
                <a:lnTo>
                  <a:pt x="14288" y="28575"/>
                </a:lnTo>
                <a:cubicBezTo>
                  <a:pt x="6382" y="28575"/>
                  <a:pt x="0" y="22193"/>
                  <a:pt x="0" y="14288"/>
                </a:cubicBezTo>
                <a:close/>
                <a:moveTo>
                  <a:pt x="14288" y="85916"/>
                </a:moveTo>
                <a:lnTo>
                  <a:pt x="242888" y="85916"/>
                </a:lnTo>
                <a:cubicBezTo>
                  <a:pt x="250793" y="85916"/>
                  <a:pt x="257175" y="79534"/>
                  <a:pt x="257175" y="71628"/>
                </a:cubicBezTo>
                <a:cubicBezTo>
                  <a:pt x="257175" y="63722"/>
                  <a:pt x="250793" y="57341"/>
                  <a:pt x="242888" y="57341"/>
                </a:cubicBezTo>
                <a:lnTo>
                  <a:pt x="14288" y="57341"/>
                </a:lnTo>
                <a:cubicBezTo>
                  <a:pt x="6382" y="57341"/>
                  <a:pt x="0" y="63722"/>
                  <a:pt x="0" y="71628"/>
                </a:cubicBezTo>
                <a:cubicBezTo>
                  <a:pt x="0" y="79534"/>
                  <a:pt x="6382" y="85916"/>
                  <a:pt x="14288" y="85916"/>
                </a:cubicBezTo>
                <a:close/>
                <a:moveTo>
                  <a:pt x="242983" y="114395"/>
                </a:moveTo>
                <a:lnTo>
                  <a:pt x="14383" y="114395"/>
                </a:lnTo>
                <a:cubicBezTo>
                  <a:pt x="6477" y="114395"/>
                  <a:pt x="95" y="120777"/>
                  <a:pt x="95" y="128683"/>
                </a:cubicBezTo>
                <a:cubicBezTo>
                  <a:pt x="95" y="136589"/>
                  <a:pt x="6477" y="142970"/>
                  <a:pt x="14383" y="142970"/>
                </a:cubicBezTo>
                <a:lnTo>
                  <a:pt x="242983" y="142970"/>
                </a:lnTo>
                <a:cubicBezTo>
                  <a:pt x="250889" y="142970"/>
                  <a:pt x="257270" y="136589"/>
                  <a:pt x="257270" y="128683"/>
                </a:cubicBezTo>
                <a:cubicBezTo>
                  <a:pt x="257270" y="120777"/>
                  <a:pt x="250889" y="114395"/>
                  <a:pt x="242983" y="114395"/>
                </a:cubicBezTo>
                <a:close/>
              </a:path>
            </a:pathLst>
          </a:custGeom>
          <a:solidFill>
            <a:schemeClr val="bg1"/>
          </a:solidFill>
          <a:ln w="9525" cap="flat">
            <a:noFill/>
            <a:prstDash val="solid"/>
            <a:miter/>
          </a:ln>
        </p:spPr>
        <p:txBody>
          <a:bodyPr rtlCol="0" anchor="ctr"/>
          <a:lstStyle/>
          <a:p>
            <a:endParaRPr lang="en-US"/>
          </a:p>
        </p:txBody>
      </p:sp>
      <p:sp>
        <p:nvSpPr>
          <p:cNvPr id="136" name="Grafik 70">
            <a:extLst>
              <a:ext uri="{FF2B5EF4-FFF2-40B4-BE49-F238E27FC236}">
                <a16:creationId xmlns:a16="http://schemas.microsoft.com/office/drawing/2014/main" id="{6D9D293B-4A1D-4C04-8BEE-FD0ADF9FED5B}"/>
              </a:ext>
            </a:extLst>
          </p:cNvPr>
          <p:cNvSpPr/>
          <p:nvPr/>
        </p:nvSpPr>
        <p:spPr bwMode="gray">
          <a:xfrm>
            <a:off x="7469135" y="4787269"/>
            <a:ext cx="419762" cy="419524"/>
          </a:xfrm>
          <a:custGeom>
            <a:avLst/>
            <a:gdLst>
              <a:gd name="connsiteX0" fmla="*/ 413908 w 419762"/>
              <a:gd name="connsiteY0" fmla="*/ 7092 h 419524"/>
              <a:gd name="connsiteX1" fmla="*/ 392381 w 419762"/>
              <a:gd name="connsiteY1" fmla="*/ 424 h 419524"/>
              <a:gd name="connsiteX2" fmla="*/ 22240 w 419762"/>
              <a:gd name="connsiteY2" fmla="*/ 86244 h 419524"/>
              <a:gd name="connsiteX3" fmla="*/ 46 w 419762"/>
              <a:gd name="connsiteY3" fmla="*/ 109485 h 419524"/>
              <a:gd name="connsiteX4" fmla="*/ 15763 w 419762"/>
              <a:gd name="connsiteY4" fmla="*/ 132060 h 419524"/>
              <a:gd name="connsiteX5" fmla="*/ 223979 w 419762"/>
              <a:gd name="connsiteY5" fmla="*/ 194353 h 419524"/>
              <a:gd name="connsiteX6" fmla="*/ 285701 w 419762"/>
              <a:gd name="connsiteY6" fmla="*/ 401617 h 419524"/>
              <a:gd name="connsiteX7" fmla="*/ 308942 w 419762"/>
              <a:gd name="connsiteY7" fmla="*/ 419524 h 419524"/>
              <a:gd name="connsiteX8" fmla="*/ 309418 w 419762"/>
              <a:gd name="connsiteY8" fmla="*/ 419524 h 419524"/>
              <a:gd name="connsiteX9" fmla="*/ 332088 w 419762"/>
              <a:gd name="connsiteY9" fmla="*/ 401236 h 419524"/>
              <a:gd name="connsiteX10" fmla="*/ 419146 w 419762"/>
              <a:gd name="connsiteY10" fmla="*/ 27094 h 419524"/>
              <a:gd name="connsiteX11" fmla="*/ 413908 w 419762"/>
              <a:gd name="connsiteY11" fmla="*/ 7092 h 419524"/>
              <a:gd name="connsiteX12" fmla="*/ 308371 w 419762"/>
              <a:gd name="connsiteY12" fmla="*/ 377519 h 419524"/>
              <a:gd name="connsiteX13" fmla="*/ 249982 w 419762"/>
              <a:gd name="connsiteY13" fmla="*/ 181494 h 419524"/>
              <a:gd name="connsiteX14" fmla="*/ 237028 w 419762"/>
              <a:gd name="connsiteY14" fmla="*/ 168445 h 419524"/>
              <a:gd name="connsiteX15" fmla="*/ 43766 w 419762"/>
              <a:gd name="connsiteY15" fmla="*/ 110533 h 419524"/>
              <a:gd name="connsiteX16" fmla="*/ 389143 w 419762"/>
              <a:gd name="connsiteY16" fmla="*/ 30428 h 419524"/>
              <a:gd name="connsiteX17" fmla="*/ 308371 w 419762"/>
              <a:gd name="connsiteY17" fmla="*/ 377519 h 419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9762" h="419524">
                <a:moveTo>
                  <a:pt x="413908" y="7092"/>
                </a:moveTo>
                <a:cubicBezTo>
                  <a:pt x="408764" y="1567"/>
                  <a:pt x="400858" y="-1100"/>
                  <a:pt x="392381" y="424"/>
                </a:cubicBezTo>
                <a:lnTo>
                  <a:pt x="22240" y="86244"/>
                </a:lnTo>
                <a:cubicBezTo>
                  <a:pt x="9857" y="88245"/>
                  <a:pt x="808" y="97770"/>
                  <a:pt x="46" y="109485"/>
                </a:cubicBezTo>
                <a:cubicBezTo>
                  <a:pt x="-620" y="120058"/>
                  <a:pt x="5952" y="129297"/>
                  <a:pt x="15763" y="132060"/>
                </a:cubicBezTo>
                <a:lnTo>
                  <a:pt x="223979" y="194353"/>
                </a:lnTo>
                <a:lnTo>
                  <a:pt x="285701" y="401617"/>
                </a:lnTo>
                <a:cubicBezTo>
                  <a:pt x="288559" y="412380"/>
                  <a:pt x="297893" y="419524"/>
                  <a:pt x="308942" y="419524"/>
                </a:cubicBezTo>
                <a:cubicBezTo>
                  <a:pt x="309133" y="419524"/>
                  <a:pt x="309323" y="419524"/>
                  <a:pt x="309418" y="419524"/>
                </a:cubicBezTo>
                <a:cubicBezTo>
                  <a:pt x="320563" y="419334"/>
                  <a:pt x="329707" y="411904"/>
                  <a:pt x="332088" y="401236"/>
                </a:cubicBezTo>
                <a:lnTo>
                  <a:pt x="419146" y="27094"/>
                </a:lnTo>
                <a:cubicBezTo>
                  <a:pt x="420861" y="19760"/>
                  <a:pt x="418956" y="12426"/>
                  <a:pt x="413908" y="7092"/>
                </a:cubicBezTo>
                <a:close/>
                <a:moveTo>
                  <a:pt x="308371" y="377519"/>
                </a:moveTo>
                <a:lnTo>
                  <a:pt x="249982" y="181494"/>
                </a:lnTo>
                <a:cubicBezTo>
                  <a:pt x="248268" y="175589"/>
                  <a:pt x="243696" y="170826"/>
                  <a:pt x="237028" y="168445"/>
                </a:cubicBezTo>
                <a:lnTo>
                  <a:pt x="43766" y="110533"/>
                </a:lnTo>
                <a:lnTo>
                  <a:pt x="389143" y="30428"/>
                </a:lnTo>
                <a:lnTo>
                  <a:pt x="308371" y="377519"/>
                </a:lnTo>
                <a:close/>
              </a:path>
            </a:pathLst>
          </a:custGeom>
          <a:solidFill>
            <a:schemeClr val="bg1"/>
          </a:solidFill>
          <a:ln w="9525" cap="flat">
            <a:noFill/>
            <a:prstDash val="solid"/>
            <a:miter/>
          </a:ln>
        </p:spPr>
        <p:txBody>
          <a:bodyPr rtlCol="0" anchor="ctr"/>
          <a:lstStyle/>
          <a:p>
            <a:endParaRPr lang="en-US"/>
          </a:p>
        </p:txBody>
      </p:sp>
      <p:sp>
        <p:nvSpPr>
          <p:cNvPr id="137" name="Grafik 21">
            <a:extLst>
              <a:ext uri="{FF2B5EF4-FFF2-40B4-BE49-F238E27FC236}">
                <a16:creationId xmlns:a16="http://schemas.microsoft.com/office/drawing/2014/main" id="{4D2CA0C3-6595-4A12-9AD9-AFE1A4421115}"/>
              </a:ext>
            </a:extLst>
          </p:cNvPr>
          <p:cNvSpPr/>
          <p:nvPr/>
        </p:nvSpPr>
        <p:spPr bwMode="gray">
          <a:xfrm>
            <a:off x="8338258" y="4741929"/>
            <a:ext cx="486066" cy="414211"/>
          </a:xfrm>
          <a:custGeom>
            <a:avLst/>
            <a:gdLst>
              <a:gd name="connsiteX0" fmla="*/ 376241 w 486066"/>
              <a:gd name="connsiteY0" fmla="*/ 304198 h 414211"/>
              <a:gd name="connsiteX1" fmla="*/ 353857 w 486066"/>
              <a:gd name="connsiteY1" fmla="*/ 239618 h 414211"/>
              <a:gd name="connsiteX2" fmla="*/ 353857 w 486066"/>
              <a:gd name="connsiteY2" fmla="*/ 216473 h 414211"/>
              <a:gd name="connsiteX3" fmla="*/ 257559 w 486066"/>
              <a:gd name="connsiteY3" fmla="*/ 102554 h 414211"/>
              <a:gd name="connsiteX4" fmla="*/ 257559 w 486066"/>
              <a:gd name="connsiteY4" fmla="*/ 63977 h 414211"/>
              <a:gd name="connsiteX5" fmla="*/ 242986 w 486066"/>
              <a:gd name="connsiteY5" fmla="*/ 49499 h 414211"/>
              <a:gd name="connsiteX6" fmla="*/ 228413 w 486066"/>
              <a:gd name="connsiteY6" fmla="*/ 63977 h 414211"/>
              <a:gd name="connsiteX7" fmla="*/ 228413 w 486066"/>
              <a:gd name="connsiteY7" fmla="*/ 102554 h 414211"/>
              <a:gd name="connsiteX8" fmla="*/ 132115 w 486066"/>
              <a:gd name="connsiteY8" fmla="*/ 216473 h 414211"/>
              <a:gd name="connsiteX9" fmla="*/ 132115 w 486066"/>
              <a:gd name="connsiteY9" fmla="*/ 239618 h 414211"/>
              <a:gd name="connsiteX10" fmla="*/ 132115 w 486066"/>
              <a:gd name="connsiteY10" fmla="*/ 239618 h 414211"/>
              <a:gd name="connsiteX11" fmla="*/ 109731 w 486066"/>
              <a:gd name="connsiteY11" fmla="*/ 304198 h 414211"/>
              <a:gd name="connsiteX12" fmla="*/ 87728 w 486066"/>
              <a:gd name="connsiteY12" fmla="*/ 336964 h 414211"/>
              <a:gd name="connsiteX13" fmla="*/ 114303 w 486066"/>
              <a:gd name="connsiteY13" fmla="*/ 358205 h 414211"/>
              <a:gd name="connsiteX14" fmla="*/ 173739 w 486066"/>
              <a:gd name="connsiteY14" fmla="*/ 358205 h 414211"/>
              <a:gd name="connsiteX15" fmla="*/ 242986 w 486066"/>
              <a:gd name="connsiteY15" fmla="*/ 414212 h 414211"/>
              <a:gd name="connsiteX16" fmla="*/ 312233 w 486066"/>
              <a:gd name="connsiteY16" fmla="*/ 358205 h 414211"/>
              <a:gd name="connsiteX17" fmla="*/ 371669 w 486066"/>
              <a:gd name="connsiteY17" fmla="*/ 358205 h 414211"/>
              <a:gd name="connsiteX18" fmla="*/ 398148 w 486066"/>
              <a:gd name="connsiteY18" fmla="*/ 337059 h 414211"/>
              <a:gd name="connsiteX19" fmla="*/ 376241 w 486066"/>
              <a:gd name="connsiteY19" fmla="*/ 304198 h 414211"/>
              <a:gd name="connsiteX20" fmla="*/ 243081 w 486066"/>
              <a:gd name="connsiteY20" fmla="*/ 385160 h 414211"/>
              <a:gd name="connsiteX21" fmla="*/ 204219 w 486066"/>
              <a:gd name="connsiteY21" fmla="*/ 358205 h 414211"/>
              <a:gd name="connsiteX22" fmla="*/ 281943 w 486066"/>
              <a:gd name="connsiteY22" fmla="*/ 358205 h 414211"/>
              <a:gd name="connsiteX23" fmla="*/ 243081 w 486066"/>
              <a:gd name="connsiteY23" fmla="*/ 385160 h 414211"/>
              <a:gd name="connsiteX24" fmla="*/ 125352 w 486066"/>
              <a:gd name="connsiteY24" fmla="*/ 329058 h 414211"/>
              <a:gd name="connsiteX25" fmla="*/ 161357 w 486066"/>
              <a:gd name="connsiteY25" fmla="*/ 239618 h 414211"/>
              <a:gd name="connsiteX26" fmla="*/ 161357 w 486066"/>
              <a:gd name="connsiteY26" fmla="*/ 216473 h 414211"/>
              <a:gd name="connsiteX27" fmla="*/ 241081 w 486066"/>
              <a:gd name="connsiteY27" fmla="*/ 130557 h 414211"/>
              <a:gd name="connsiteX28" fmla="*/ 244891 w 486066"/>
              <a:gd name="connsiteY28" fmla="*/ 130557 h 414211"/>
              <a:gd name="connsiteX29" fmla="*/ 324710 w 486066"/>
              <a:gd name="connsiteY29" fmla="*/ 216473 h 414211"/>
              <a:gd name="connsiteX30" fmla="*/ 324710 w 486066"/>
              <a:gd name="connsiteY30" fmla="*/ 239618 h 414211"/>
              <a:gd name="connsiteX31" fmla="*/ 360810 w 486066"/>
              <a:gd name="connsiteY31" fmla="*/ 329153 h 414211"/>
              <a:gd name="connsiteX32" fmla="*/ 125352 w 486066"/>
              <a:gd name="connsiteY32" fmla="*/ 329058 h 414211"/>
              <a:gd name="connsiteX33" fmla="*/ 486064 w 486066"/>
              <a:gd name="connsiteY33" fmla="*/ 162656 h 414211"/>
              <a:gd name="connsiteX34" fmla="*/ 471491 w 486066"/>
              <a:gd name="connsiteY34" fmla="*/ 177134 h 414211"/>
              <a:gd name="connsiteX35" fmla="*/ 471395 w 486066"/>
              <a:gd name="connsiteY35" fmla="*/ 177134 h 414211"/>
              <a:gd name="connsiteX36" fmla="*/ 456917 w 486066"/>
              <a:gd name="connsiteY36" fmla="*/ 162466 h 414211"/>
              <a:gd name="connsiteX37" fmla="*/ 380717 w 486066"/>
              <a:gd name="connsiteY37" fmla="*/ 27497 h 414211"/>
              <a:gd name="connsiteX38" fmla="*/ 374431 w 486066"/>
              <a:gd name="connsiteY38" fmla="*/ 7875 h 414211"/>
              <a:gd name="connsiteX39" fmla="*/ 394052 w 486066"/>
              <a:gd name="connsiteY39" fmla="*/ 1589 h 414211"/>
              <a:gd name="connsiteX40" fmla="*/ 486064 w 486066"/>
              <a:gd name="connsiteY40" fmla="*/ 162656 h 414211"/>
              <a:gd name="connsiteX41" fmla="*/ 418341 w 486066"/>
              <a:gd name="connsiteY41" fmla="*/ 167324 h 414211"/>
              <a:gd name="connsiteX42" fmla="*/ 403768 w 486066"/>
              <a:gd name="connsiteY42" fmla="*/ 181802 h 414211"/>
              <a:gd name="connsiteX43" fmla="*/ 403673 w 486066"/>
              <a:gd name="connsiteY43" fmla="*/ 181802 h 414211"/>
              <a:gd name="connsiteX44" fmla="*/ 389195 w 486066"/>
              <a:gd name="connsiteY44" fmla="*/ 167228 h 414211"/>
              <a:gd name="connsiteX45" fmla="*/ 350523 w 486066"/>
              <a:gd name="connsiteY45" fmla="*/ 98267 h 414211"/>
              <a:gd name="connsiteX46" fmla="*/ 344237 w 486066"/>
              <a:gd name="connsiteY46" fmla="*/ 78741 h 414211"/>
              <a:gd name="connsiteX47" fmla="*/ 363858 w 486066"/>
              <a:gd name="connsiteY47" fmla="*/ 72455 h 414211"/>
              <a:gd name="connsiteX48" fmla="*/ 418341 w 486066"/>
              <a:gd name="connsiteY48" fmla="*/ 167324 h 414211"/>
              <a:gd name="connsiteX49" fmla="*/ 29245 w 486066"/>
              <a:gd name="connsiteY49" fmla="*/ 162466 h 414211"/>
              <a:gd name="connsiteX50" fmla="*/ 14767 w 486066"/>
              <a:gd name="connsiteY50" fmla="*/ 177039 h 414211"/>
              <a:gd name="connsiteX51" fmla="*/ 14576 w 486066"/>
              <a:gd name="connsiteY51" fmla="*/ 177039 h 414211"/>
              <a:gd name="connsiteX52" fmla="*/ 3 w 486066"/>
              <a:gd name="connsiteY52" fmla="*/ 162656 h 414211"/>
              <a:gd name="connsiteX53" fmla="*/ 92015 w 486066"/>
              <a:gd name="connsiteY53" fmla="*/ 1684 h 414211"/>
              <a:gd name="connsiteX54" fmla="*/ 111636 w 486066"/>
              <a:gd name="connsiteY54" fmla="*/ 7970 h 414211"/>
              <a:gd name="connsiteX55" fmla="*/ 105350 w 486066"/>
              <a:gd name="connsiteY55" fmla="*/ 27497 h 414211"/>
              <a:gd name="connsiteX56" fmla="*/ 29245 w 486066"/>
              <a:gd name="connsiteY56" fmla="*/ 162466 h 414211"/>
              <a:gd name="connsiteX57" fmla="*/ 82394 w 486066"/>
              <a:gd name="connsiteY57" fmla="*/ 181802 h 414211"/>
              <a:gd name="connsiteX58" fmla="*/ 82394 w 486066"/>
              <a:gd name="connsiteY58" fmla="*/ 181802 h 414211"/>
              <a:gd name="connsiteX59" fmla="*/ 67726 w 486066"/>
              <a:gd name="connsiteY59" fmla="*/ 167324 h 414211"/>
              <a:gd name="connsiteX60" fmla="*/ 122209 w 486066"/>
              <a:gd name="connsiteY60" fmla="*/ 72455 h 414211"/>
              <a:gd name="connsiteX61" fmla="*/ 141830 w 486066"/>
              <a:gd name="connsiteY61" fmla="*/ 78646 h 414211"/>
              <a:gd name="connsiteX62" fmla="*/ 135544 w 486066"/>
              <a:gd name="connsiteY62" fmla="*/ 98267 h 414211"/>
              <a:gd name="connsiteX63" fmla="*/ 96872 w 486066"/>
              <a:gd name="connsiteY63" fmla="*/ 167133 h 414211"/>
              <a:gd name="connsiteX64" fmla="*/ 82394 w 486066"/>
              <a:gd name="connsiteY64" fmla="*/ 181802 h 414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86066" h="414211">
                <a:moveTo>
                  <a:pt x="376241" y="304198"/>
                </a:moveTo>
                <a:cubicBezTo>
                  <a:pt x="365382" y="300769"/>
                  <a:pt x="353857" y="276956"/>
                  <a:pt x="353857" y="239618"/>
                </a:cubicBezTo>
                <a:lnTo>
                  <a:pt x="353857" y="216473"/>
                </a:lnTo>
                <a:cubicBezTo>
                  <a:pt x="353857" y="150274"/>
                  <a:pt x="317186" y="107983"/>
                  <a:pt x="257559" y="102554"/>
                </a:cubicBezTo>
                <a:lnTo>
                  <a:pt x="257559" y="63977"/>
                </a:lnTo>
                <a:cubicBezTo>
                  <a:pt x="257559" y="55976"/>
                  <a:pt x="251082" y="49499"/>
                  <a:pt x="242986" y="49499"/>
                </a:cubicBezTo>
                <a:cubicBezTo>
                  <a:pt x="234890" y="49499"/>
                  <a:pt x="228413" y="55976"/>
                  <a:pt x="228413" y="63977"/>
                </a:cubicBezTo>
                <a:lnTo>
                  <a:pt x="228413" y="102554"/>
                </a:lnTo>
                <a:cubicBezTo>
                  <a:pt x="168881" y="107888"/>
                  <a:pt x="132115" y="150179"/>
                  <a:pt x="132115" y="216473"/>
                </a:cubicBezTo>
                <a:lnTo>
                  <a:pt x="132115" y="239618"/>
                </a:lnTo>
                <a:lnTo>
                  <a:pt x="132115" y="239618"/>
                </a:lnTo>
                <a:cubicBezTo>
                  <a:pt x="132115" y="276956"/>
                  <a:pt x="120590" y="300769"/>
                  <a:pt x="109731" y="304198"/>
                </a:cubicBezTo>
                <a:cubicBezTo>
                  <a:pt x="94777" y="308960"/>
                  <a:pt x="85538" y="322772"/>
                  <a:pt x="87728" y="336964"/>
                </a:cubicBezTo>
                <a:cubicBezTo>
                  <a:pt x="89824" y="349632"/>
                  <a:pt x="100492" y="358205"/>
                  <a:pt x="114303" y="358205"/>
                </a:cubicBezTo>
                <a:lnTo>
                  <a:pt x="173739" y="358205"/>
                </a:lnTo>
                <a:cubicBezTo>
                  <a:pt x="180502" y="390113"/>
                  <a:pt x="208982" y="414212"/>
                  <a:pt x="242986" y="414212"/>
                </a:cubicBezTo>
                <a:cubicBezTo>
                  <a:pt x="276990" y="414212"/>
                  <a:pt x="305470" y="390113"/>
                  <a:pt x="312233" y="358205"/>
                </a:cubicBezTo>
                <a:lnTo>
                  <a:pt x="371669" y="358205"/>
                </a:lnTo>
                <a:cubicBezTo>
                  <a:pt x="385480" y="358205"/>
                  <a:pt x="396148" y="349727"/>
                  <a:pt x="398148" y="337059"/>
                </a:cubicBezTo>
                <a:cubicBezTo>
                  <a:pt x="400434" y="322772"/>
                  <a:pt x="391195" y="308960"/>
                  <a:pt x="376241" y="304198"/>
                </a:cubicBezTo>
                <a:close/>
                <a:moveTo>
                  <a:pt x="243081" y="385160"/>
                </a:moveTo>
                <a:cubicBezTo>
                  <a:pt x="225269" y="385160"/>
                  <a:pt x="210125" y="373921"/>
                  <a:pt x="204219" y="358205"/>
                </a:cubicBezTo>
                <a:lnTo>
                  <a:pt x="281943" y="358205"/>
                </a:lnTo>
                <a:cubicBezTo>
                  <a:pt x="275942" y="373826"/>
                  <a:pt x="260798" y="385160"/>
                  <a:pt x="243081" y="385160"/>
                </a:cubicBezTo>
                <a:close/>
                <a:moveTo>
                  <a:pt x="125352" y="329058"/>
                </a:moveTo>
                <a:cubicBezTo>
                  <a:pt x="147736" y="317247"/>
                  <a:pt x="161357" y="283910"/>
                  <a:pt x="161357" y="239618"/>
                </a:cubicBezTo>
                <a:lnTo>
                  <a:pt x="161357" y="216473"/>
                </a:lnTo>
                <a:cubicBezTo>
                  <a:pt x="161357" y="184373"/>
                  <a:pt x="171739" y="130557"/>
                  <a:pt x="241081" y="130557"/>
                </a:cubicBezTo>
                <a:lnTo>
                  <a:pt x="244891" y="130557"/>
                </a:lnTo>
                <a:cubicBezTo>
                  <a:pt x="314328" y="130557"/>
                  <a:pt x="324710" y="184373"/>
                  <a:pt x="324710" y="216473"/>
                </a:cubicBezTo>
                <a:lnTo>
                  <a:pt x="324710" y="239618"/>
                </a:lnTo>
                <a:cubicBezTo>
                  <a:pt x="324710" y="284005"/>
                  <a:pt x="338331" y="317342"/>
                  <a:pt x="360810" y="329153"/>
                </a:cubicBezTo>
                <a:lnTo>
                  <a:pt x="125352" y="329058"/>
                </a:lnTo>
                <a:close/>
                <a:moveTo>
                  <a:pt x="486064" y="162656"/>
                </a:moveTo>
                <a:cubicBezTo>
                  <a:pt x="486064" y="170657"/>
                  <a:pt x="479492" y="177134"/>
                  <a:pt x="471491" y="177134"/>
                </a:cubicBezTo>
                <a:lnTo>
                  <a:pt x="471395" y="177134"/>
                </a:lnTo>
                <a:cubicBezTo>
                  <a:pt x="463394" y="177039"/>
                  <a:pt x="456822" y="170562"/>
                  <a:pt x="456917" y="162466"/>
                </a:cubicBezTo>
                <a:cubicBezTo>
                  <a:pt x="457203" y="103506"/>
                  <a:pt x="428057" y="51785"/>
                  <a:pt x="380717" y="27497"/>
                </a:cubicBezTo>
                <a:cubicBezTo>
                  <a:pt x="373574" y="23782"/>
                  <a:pt x="370716" y="15019"/>
                  <a:pt x="374431" y="7875"/>
                </a:cubicBezTo>
                <a:cubicBezTo>
                  <a:pt x="378146" y="731"/>
                  <a:pt x="386909" y="-2031"/>
                  <a:pt x="394052" y="1589"/>
                </a:cubicBezTo>
                <a:cubicBezTo>
                  <a:pt x="451107" y="31021"/>
                  <a:pt x="486445" y="92648"/>
                  <a:pt x="486064" y="162656"/>
                </a:cubicBezTo>
                <a:close/>
                <a:moveTo>
                  <a:pt x="418341" y="167324"/>
                </a:moveTo>
                <a:cubicBezTo>
                  <a:pt x="418246" y="175325"/>
                  <a:pt x="411769" y="181802"/>
                  <a:pt x="403768" y="181802"/>
                </a:cubicBezTo>
                <a:lnTo>
                  <a:pt x="403673" y="181802"/>
                </a:lnTo>
                <a:cubicBezTo>
                  <a:pt x="395672" y="181802"/>
                  <a:pt x="389099" y="175229"/>
                  <a:pt x="389195" y="167228"/>
                </a:cubicBezTo>
                <a:cubicBezTo>
                  <a:pt x="389385" y="137034"/>
                  <a:pt x="374526" y="110650"/>
                  <a:pt x="350523" y="98267"/>
                </a:cubicBezTo>
                <a:cubicBezTo>
                  <a:pt x="343379" y="94648"/>
                  <a:pt x="340522" y="85885"/>
                  <a:pt x="344237" y="78741"/>
                </a:cubicBezTo>
                <a:cubicBezTo>
                  <a:pt x="347951" y="71597"/>
                  <a:pt x="356714" y="68835"/>
                  <a:pt x="363858" y="72455"/>
                </a:cubicBezTo>
                <a:cubicBezTo>
                  <a:pt x="397672" y="89790"/>
                  <a:pt x="418532" y="126176"/>
                  <a:pt x="418341" y="167324"/>
                </a:cubicBezTo>
                <a:close/>
                <a:moveTo>
                  <a:pt x="29245" y="162466"/>
                </a:moveTo>
                <a:cubicBezTo>
                  <a:pt x="29245" y="170467"/>
                  <a:pt x="22768" y="177039"/>
                  <a:pt x="14767" y="177039"/>
                </a:cubicBezTo>
                <a:lnTo>
                  <a:pt x="14576" y="177039"/>
                </a:lnTo>
                <a:cubicBezTo>
                  <a:pt x="6575" y="177039"/>
                  <a:pt x="3" y="170562"/>
                  <a:pt x="3" y="162656"/>
                </a:cubicBezTo>
                <a:cubicBezTo>
                  <a:pt x="-378" y="92648"/>
                  <a:pt x="34865" y="31021"/>
                  <a:pt x="92015" y="1684"/>
                </a:cubicBezTo>
                <a:cubicBezTo>
                  <a:pt x="99158" y="-2031"/>
                  <a:pt x="107921" y="827"/>
                  <a:pt x="111636" y="7970"/>
                </a:cubicBezTo>
                <a:cubicBezTo>
                  <a:pt x="115256" y="15114"/>
                  <a:pt x="112493" y="23877"/>
                  <a:pt x="105350" y="27497"/>
                </a:cubicBezTo>
                <a:cubicBezTo>
                  <a:pt x="58106" y="51785"/>
                  <a:pt x="28864" y="103506"/>
                  <a:pt x="29245" y="162466"/>
                </a:cubicBezTo>
                <a:close/>
                <a:moveTo>
                  <a:pt x="82394" y="181802"/>
                </a:moveTo>
                <a:lnTo>
                  <a:pt x="82394" y="181802"/>
                </a:lnTo>
                <a:cubicBezTo>
                  <a:pt x="74298" y="181802"/>
                  <a:pt x="67726" y="175325"/>
                  <a:pt x="67726" y="167324"/>
                </a:cubicBezTo>
                <a:cubicBezTo>
                  <a:pt x="67440" y="126176"/>
                  <a:pt x="88300" y="89790"/>
                  <a:pt x="122209" y="72455"/>
                </a:cubicBezTo>
                <a:cubicBezTo>
                  <a:pt x="129353" y="68740"/>
                  <a:pt x="138116" y="71502"/>
                  <a:pt x="141830" y="78646"/>
                </a:cubicBezTo>
                <a:cubicBezTo>
                  <a:pt x="145545" y="85790"/>
                  <a:pt x="142688" y="94553"/>
                  <a:pt x="135544" y="98267"/>
                </a:cubicBezTo>
                <a:cubicBezTo>
                  <a:pt x="111541" y="110555"/>
                  <a:pt x="96682" y="137034"/>
                  <a:pt x="96872" y="167133"/>
                </a:cubicBezTo>
                <a:cubicBezTo>
                  <a:pt x="96872" y="175229"/>
                  <a:pt x="90395" y="181706"/>
                  <a:pt x="82394" y="181802"/>
                </a:cubicBezTo>
                <a:close/>
              </a:path>
            </a:pathLst>
          </a:custGeom>
          <a:solidFill>
            <a:schemeClr val="bg1"/>
          </a:solidFill>
          <a:ln w="9525" cap="flat">
            <a:noFill/>
            <a:prstDash val="solid"/>
            <a:miter/>
          </a:ln>
        </p:spPr>
        <p:txBody>
          <a:bodyPr rtlCol="0" anchor="ctr"/>
          <a:lstStyle/>
          <a:p>
            <a:endParaRPr lang="en-US"/>
          </a:p>
        </p:txBody>
      </p:sp>
      <p:sp>
        <p:nvSpPr>
          <p:cNvPr id="139" name="Grafik 48">
            <a:extLst>
              <a:ext uri="{FF2B5EF4-FFF2-40B4-BE49-F238E27FC236}">
                <a16:creationId xmlns:a16="http://schemas.microsoft.com/office/drawing/2014/main" id="{78064D4B-371F-4EF0-8376-E932FA2D99F5}"/>
              </a:ext>
            </a:extLst>
          </p:cNvPr>
          <p:cNvSpPr/>
          <p:nvPr/>
        </p:nvSpPr>
        <p:spPr bwMode="gray">
          <a:xfrm>
            <a:off x="9245801" y="4720212"/>
            <a:ext cx="485775" cy="485775"/>
          </a:xfrm>
          <a:custGeom>
            <a:avLst/>
            <a:gdLst>
              <a:gd name="connsiteX0" fmla="*/ 185738 w 485775"/>
              <a:gd name="connsiteY0" fmla="*/ 485775 h 485775"/>
              <a:gd name="connsiteX1" fmla="*/ 14288 w 485775"/>
              <a:gd name="connsiteY1" fmla="*/ 485775 h 485775"/>
              <a:gd name="connsiteX2" fmla="*/ 0 w 485775"/>
              <a:gd name="connsiteY2" fmla="*/ 471488 h 485775"/>
              <a:gd name="connsiteX3" fmla="*/ 0 w 485775"/>
              <a:gd name="connsiteY3" fmla="*/ 242888 h 485775"/>
              <a:gd name="connsiteX4" fmla="*/ 4191 w 485775"/>
              <a:gd name="connsiteY4" fmla="*/ 232791 h 485775"/>
              <a:gd name="connsiteX5" fmla="*/ 232886 w 485775"/>
              <a:gd name="connsiteY5" fmla="*/ 4191 h 485775"/>
              <a:gd name="connsiteX6" fmla="*/ 242983 w 485775"/>
              <a:gd name="connsiteY6" fmla="*/ 0 h 485775"/>
              <a:gd name="connsiteX7" fmla="*/ 242983 w 485775"/>
              <a:gd name="connsiteY7" fmla="*/ 0 h 485775"/>
              <a:gd name="connsiteX8" fmla="*/ 253079 w 485775"/>
              <a:gd name="connsiteY8" fmla="*/ 4191 h 485775"/>
              <a:gd name="connsiteX9" fmla="*/ 481584 w 485775"/>
              <a:gd name="connsiteY9" fmla="*/ 233077 h 485775"/>
              <a:gd name="connsiteX10" fmla="*/ 485775 w 485775"/>
              <a:gd name="connsiteY10" fmla="*/ 243173 h 485775"/>
              <a:gd name="connsiteX11" fmla="*/ 485775 w 485775"/>
              <a:gd name="connsiteY11" fmla="*/ 471392 h 485775"/>
              <a:gd name="connsiteX12" fmla="*/ 471488 w 485775"/>
              <a:gd name="connsiteY12" fmla="*/ 485680 h 485775"/>
              <a:gd name="connsiteX13" fmla="*/ 300133 w 485775"/>
              <a:gd name="connsiteY13" fmla="*/ 485680 h 485775"/>
              <a:gd name="connsiteX14" fmla="*/ 285845 w 485775"/>
              <a:gd name="connsiteY14" fmla="*/ 471392 h 485775"/>
              <a:gd name="connsiteX15" fmla="*/ 285750 w 485775"/>
              <a:gd name="connsiteY15" fmla="*/ 314230 h 485775"/>
              <a:gd name="connsiteX16" fmla="*/ 200216 w 485775"/>
              <a:gd name="connsiteY16" fmla="*/ 314230 h 485775"/>
              <a:gd name="connsiteX17" fmla="*/ 200025 w 485775"/>
              <a:gd name="connsiteY17" fmla="*/ 471488 h 485775"/>
              <a:gd name="connsiteX18" fmla="*/ 185738 w 485775"/>
              <a:gd name="connsiteY18" fmla="*/ 485775 h 485775"/>
              <a:gd name="connsiteX19" fmla="*/ 28575 w 485775"/>
              <a:gd name="connsiteY19" fmla="*/ 457200 h 485775"/>
              <a:gd name="connsiteX20" fmla="*/ 171450 w 485775"/>
              <a:gd name="connsiteY20" fmla="*/ 457200 h 485775"/>
              <a:gd name="connsiteX21" fmla="*/ 171545 w 485775"/>
              <a:gd name="connsiteY21" fmla="*/ 299847 h 485775"/>
              <a:gd name="connsiteX22" fmla="*/ 185833 w 485775"/>
              <a:gd name="connsiteY22" fmla="*/ 285560 h 485775"/>
              <a:gd name="connsiteX23" fmla="*/ 185833 w 485775"/>
              <a:gd name="connsiteY23" fmla="*/ 285560 h 485775"/>
              <a:gd name="connsiteX24" fmla="*/ 299942 w 485775"/>
              <a:gd name="connsiteY24" fmla="*/ 285560 h 485775"/>
              <a:gd name="connsiteX25" fmla="*/ 314230 w 485775"/>
              <a:gd name="connsiteY25" fmla="*/ 299847 h 485775"/>
              <a:gd name="connsiteX26" fmla="*/ 314325 w 485775"/>
              <a:gd name="connsiteY26" fmla="*/ 457010 h 485775"/>
              <a:gd name="connsiteX27" fmla="*/ 457200 w 485775"/>
              <a:gd name="connsiteY27" fmla="*/ 457010 h 485775"/>
              <a:gd name="connsiteX28" fmla="*/ 457200 w 485775"/>
              <a:gd name="connsiteY28" fmla="*/ 249079 h 485775"/>
              <a:gd name="connsiteX29" fmla="*/ 242983 w 485775"/>
              <a:gd name="connsiteY29" fmla="*/ 34481 h 485775"/>
              <a:gd name="connsiteX30" fmla="*/ 28575 w 485775"/>
              <a:gd name="connsiteY30" fmla="*/ 248793 h 485775"/>
              <a:gd name="connsiteX31" fmla="*/ 28575 w 485775"/>
              <a:gd name="connsiteY31"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5775" h="485775">
                <a:moveTo>
                  <a:pt x="185738" y="485775"/>
                </a:moveTo>
                <a:lnTo>
                  <a:pt x="14288" y="485775"/>
                </a:lnTo>
                <a:cubicBezTo>
                  <a:pt x="6382" y="485775"/>
                  <a:pt x="0" y="479393"/>
                  <a:pt x="0" y="471488"/>
                </a:cubicBezTo>
                <a:lnTo>
                  <a:pt x="0" y="242888"/>
                </a:lnTo>
                <a:cubicBezTo>
                  <a:pt x="0" y="239078"/>
                  <a:pt x="1524" y="235458"/>
                  <a:pt x="4191" y="232791"/>
                </a:cubicBezTo>
                <a:lnTo>
                  <a:pt x="232886" y="4191"/>
                </a:lnTo>
                <a:cubicBezTo>
                  <a:pt x="235553" y="1524"/>
                  <a:pt x="239173" y="0"/>
                  <a:pt x="242983" y="0"/>
                </a:cubicBezTo>
                <a:cubicBezTo>
                  <a:pt x="242983" y="0"/>
                  <a:pt x="242983" y="0"/>
                  <a:pt x="242983" y="0"/>
                </a:cubicBezTo>
                <a:cubicBezTo>
                  <a:pt x="246793" y="0"/>
                  <a:pt x="250412" y="1524"/>
                  <a:pt x="253079" y="4191"/>
                </a:cubicBezTo>
                <a:lnTo>
                  <a:pt x="481584" y="233077"/>
                </a:lnTo>
                <a:cubicBezTo>
                  <a:pt x="484251" y="235744"/>
                  <a:pt x="485775" y="239363"/>
                  <a:pt x="485775" y="243173"/>
                </a:cubicBezTo>
                <a:lnTo>
                  <a:pt x="485775" y="471392"/>
                </a:lnTo>
                <a:cubicBezTo>
                  <a:pt x="485775" y="479298"/>
                  <a:pt x="479393" y="485680"/>
                  <a:pt x="471488" y="485680"/>
                </a:cubicBezTo>
                <a:lnTo>
                  <a:pt x="300133" y="485680"/>
                </a:lnTo>
                <a:cubicBezTo>
                  <a:pt x="292227" y="485680"/>
                  <a:pt x="285845" y="479298"/>
                  <a:pt x="285845" y="471392"/>
                </a:cubicBezTo>
                <a:lnTo>
                  <a:pt x="285750" y="314230"/>
                </a:lnTo>
                <a:lnTo>
                  <a:pt x="200216" y="314230"/>
                </a:lnTo>
                <a:lnTo>
                  <a:pt x="200025" y="471488"/>
                </a:lnTo>
                <a:cubicBezTo>
                  <a:pt x="200025" y="479393"/>
                  <a:pt x="193643" y="485775"/>
                  <a:pt x="185738" y="485775"/>
                </a:cubicBezTo>
                <a:close/>
                <a:moveTo>
                  <a:pt x="28575" y="457200"/>
                </a:moveTo>
                <a:lnTo>
                  <a:pt x="171450" y="457200"/>
                </a:lnTo>
                <a:lnTo>
                  <a:pt x="171545" y="299847"/>
                </a:lnTo>
                <a:cubicBezTo>
                  <a:pt x="171545" y="291941"/>
                  <a:pt x="177927" y="285560"/>
                  <a:pt x="185833" y="285560"/>
                </a:cubicBezTo>
                <a:cubicBezTo>
                  <a:pt x="185833" y="285560"/>
                  <a:pt x="185833" y="285560"/>
                  <a:pt x="185833" y="285560"/>
                </a:cubicBezTo>
                <a:lnTo>
                  <a:pt x="299942" y="285560"/>
                </a:lnTo>
                <a:cubicBezTo>
                  <a:pt x="307848" y="285560"/>
                  <a:pt x="314230" y="291941"/>
                  <a:pt x="314230" y="299847"/>
                </a:cubicBezTo>
                <a:lnTo>
                  <a:pt x="314325" y="457010"/>
                </a:lnTo>
                <a:lnTo>
                  <a:pt x="457200" y="457010"/>
                </a:lnTo>
                <a:lnTo>
                  <a:pt x="457200" y="249079"/>
                </a:lnTo>
                <a:lnTo>
                  <a:pt x="242983" y="34481"/>
                </a:lnTo>
                <a:lnTo>
                  <a:pt x="28575" y="248793"/>
                </a:lnTo>
                <a:lnTo>
                  <a:pt x="28575" y="457200"/>
                </a:lnTo>
                <a:close/>
              </a:path>
            </a:pathLst>
          </a:custGeom>
          <a:solidFill>
            <a:schemeClr val="bg1"/>
          </a:solidFill>
          <a:ln w="9525" cap="flat">
            <a:noFill/>
            <a:prstDash val="solid"/>
            <a:miter/>
          </a:ln>
        </p:spPr>
        <p:txBody>
          <a:bodyPr rtlCol="0" anchor="ctr"/>
          <a:lstStyle/>
          <a:p>
            <a:endParaRPr lang="en-US"/>
          </a:p>
        </p:txBody>
      </p:sp>
      <p:sp>
        <p:nvSpPr>
          <p:cNvPr id="141" name="Grafik 17">
            <a:extLst>
              <a:ext uri="{FF2B5EF4-FFF2-40B4-BE49-F238E27FC236}">
                <a16:creationId xmlns:a16="http://schemas.microsoft.com/office/drawing/2014/main" id="{5E9E3FEE-C58A-4797-B5C0-9C44452A1420}"/>
              </a:ext>
            </a:extLst>
          </p:cNvPr>
          <p:cNvSpPr/>
          <p:nvPr/>
        </p:nvSpPr>
        <p:spPr bwMode="gray">
          <a:xfrm>
            <a:off x="10221277" y="4722368"/>
            <a:ext cx="458198" cy="458855"/>
          </a:xfrm>
          <a:custGeom>
            <a:avLst/>
            <a:gdLst>
              <a:gd name="connsiteX0" fmla="*/ 442209 w 458198"/>
              <a:gd name="connsiteY0" fmla="*/ 329791 h 458855"/>
              <a:gd name="connsiteX1" fmla="*/ 385535 w 458198"/>
              <a:gd name="connsiteY1" fmla="*/ 273022 h 458855"/>
              <a:gd name="connsiteX2" fmla="*/ 350197 w 458198"/>
              <a:gd name="connsiteY2" fmla="*/ 257401 h 458855"/>
              <a:gd name="connsiteX3" fmla="*/ 314859 w 458198"/>
              <a:gd name="connsiteY3" fmla="*/ 273022 h 458855"/>
              <a:gd name="connsiteX4" fmla="*/ 287808 w 458198"/>
              <a:gd name="connsiteY4" fmla="*/ 300169 h 458855"/>
              <a:gd name="connsiteX5" fmla="*/ 284094 w 458198"/>
              <a:gd name="connsiteY5" fmla="*/ 298264 h 458855"/>
              <a:gd name="connsiteX6" fmla="*/ 270854 w 458198"/>
              <a:gd name="connsiteY6" fmla="*/ 290929 h 458855"/>
              <a:gd name="connsiteX7" fmla="*/ 270187 w 458198"/>
              <a:gd name="connsiteY7" fmla="*/ 290453 h 458855"/>
              <a:gd name="connsiteX8" fmla="*/ 185319 w 458198"/>
              <a:gd name="connsiteY8" fmla="*/ 213301 h 458855"/>
              <a:gd name="connsiteX9" fmla="*/ 157316 w 458198"/>
              <a:gd name="connsiteY9" fmla="*/ 170248 h 458855"/>
              <a:gd name="connsiteX10" fmla="*/ 170556 w 458198"/>
              <a:gd name="connsiteY10" fmla="*/ 157294 h 458855"/>
              <a:gd name="connsiteX11" fmla="*/ 172175 w 458198"/>
              <a:gd name="connsiteY11" fmla="*/ 155770 h 458855"/>
              <a:gd name="connsiteX12" fmla="*/ 176937 w 458198"/>
              <a:gd name="connsiteY12" fmla="*/ 151198 h 458855"/>
              <a:gd name="connsiteX13" fmla="*/ 184653 w 458198"/>
              <a:gd name="connsiteY13" fmla="*/ 143578 h 458855"/>
              <a:gd name="connsiteX14" fmla="*/ 184462 w 458198"/>
              <a:gd name="connsiteY14" fmla="*/ 71664 h 458855"/>
              <a:gd name="connsiteX15" fmla="*/ 156840 w 458198"/>
              <a:gd name="connsiteY15" fmla="*/ 43946 h 458855"/>
              <a:gd name="connsiteX16" fmla="*/ 149029 w 458198"/>
              <a:gd name="connsiteY16" fmla="*/ 36040 h 458855"/>
              <a:gd name="connsiteX17" fmla="*/ 147410 w 458198"/>
              <a:gd name="connsiteY17" fmla="*/ 34421 h 458855"/>
              <a:gd name="connsiteX18" fmla="*/ 128265 w 458198"/>
              <a:gd name="connsiteY18" fmla="*/ 15371 h 458855"/>
              <a:gd name="connsiteX19" fmla="*/ 57875 w 458198"/>
              <a:gd name="connsiteY19" fmla="*/ 15562 h 458855"/>
              <a:gd name="connsiteX20" fmla="*/ 22918 w 458198"/>
              <a:gd name="connsiteY20" fmla="*/ 50518 h 458855"/>
              <a:gd name="connsiteX21" fmla="*/ 439 w 458198"/>
              <a:gd name="connsiteY21" fmla="*/ 98524 h 458855"/>
              <a:gd name="connsiteX22" fmla="*/ 13679 w 458198"/>
              <a:gd name="connsiteY22" fmla="*/ 175201 h 458855"/>
              <a:gd name="connsiteX23" fmla="*/ 91498 w 458198"/>
              <a:gd name="connsiteY23" fmla="*/ 305503 h 458855"/>
              <a:gd name="connsiteX24" fmla="*/ 252471 w 458198"/>
              <a:gd name="connsiteY24" fmla="*/ 431709 h 458855"/>
              <a:gd name="connsiteX25" fmla="*/ 344006 w 458198"/>
              <a:gd name="connsiteY25" fmla="*/ 458665 h 458855"/>
              <a:gd name="connsiteX26" fmla="*/ 350959 w 458198"/>
              <a:gd name="connsiteY26" fmla="*/ 458855 h 458855"/>
              <a:gd name="connsiteX27" fmla="*/ 409919 w 458198"/>
              <a:gd name="connsiteY27" fmla="*/ 433328 h 458855"/>
              <a:gd name="connsiteX28" fmla="*/ 430969 w 458198"/>
              <a:gd name="connsiteY28" fmla="*/ 412183 h 458855"/>
              <a:gd name="connsiteX29" fmla="*/ 433446 w 458198"/>
              <a:gd name="connsiteY29" fmla="*/ 409706 h 458855"/>
              <a:gd name="connsiteX30" fmla="*/ 442113 w 458198"/>
              <a:gd name="connsiteY30" fmla="*/ 401134 h 458855"/>
              <a:gd name="connsiteX31" fmla="*/ 442209 w 458198"/>
              <a:gd name="connsiteY31" fmla="*/ 329791 h 458855"/>
              <a:gd name="connsiteX32" fmla="*/ 388869 w 458198"/>
              <a:gd name="connsiteY32" fmla="*/ 414183 h 458855"/>
              <a:gd name="connsiteX33" fmla="*/ 351245 w 458198"/>
              <a:gd name="connsiteY33" fmla="*/ 430280 h 458855"/>
              <a:gd name="connsiteX34" fmla="*/ 346006 w 458198"/>
              <a:gd name="connsiteY34" fmla="*/ 430090 h 458855"/>
              <a:gd name="connsiteX35" fmla="*/ 264948 w 458198"/>
              <a:gd name="connsiteY35" fmla="*/ 405896 h 458855"/>
              <a:gd name="connsiteX36" fmla="*/ 113501 w 458198"/>
              <a:gd name="connsiteY36" fmla="*/ 287024 h 458855"/>
              <a:gd name="connsiteX37" fmla="*/ 40635 w 458198"/>
              <a:gd name="connsiteY37" fmla="*/ 165390 h 458855"/>
              <a:gd name="connsiteX38" fmla="*/ 29014 w 458198"/>
              <a:gd name="connsiteY38" fmla="*/ 100334 h 458855"/>
              <a:gd name="connsiteX39" fmla="*/ 42825 w 458198"/>
              <a:gd name="connsiteY39" fmla="*/ 71092 h 458855"/>
              <a:gd name="connsiteX40" fmla="*/ 78068 w 458198"/>
              <a:gd name="connsiteY40" fmla="*/ 35755 h 458855"/>
              <a:gd name="connsiteX41" fmla="*/ 108643 w 458198"/>
              <a:gd name="connsiteY41" fmla="*/ 36136 h 458855"/>
              <a:gd name="connsiteX42" fmla="*/ 126836 w 458198"/>
              <a:gd name="connsiteY42" fmla="*/ 54233 h 458855"/>
              <a:gd name="connsiteX43" fmla="*/ 126931 w 458198"/>
              <a:gd name="connsiteY43" fmla="*/ 54328 h 458855"/>
              <a:gd name="connsiteX44" fmla="*/ 136551 w 458198"/>
              <a:gd name="connsiteY44" fmla="*/ 64139 h 458855"/>
              <a:gd name="connsiteX45" fmla="*/ 163983 w 458198"/>
              <a:gd name="connsiteY45" fmla="*/ 91571 h 458855"/>
              <a:gd name="connsiteX46" fmla="*/ 164174 w 458198"/>
              <a:gd name="connsiteY46" fmla="*/ 123480 h 458855"/>
              <a:gd name="connsiteX47" fmla="*/ 156840 w 458198"/>
              <a:gd name="connsiteY47" fmla="*/ 130624 h 458855"/>
              <a:gd name="connsiteX48" fmla="*/ 152077 w 458198"/>
              <a:gd name="connsiteY48" fmla="*/ 135196 h 458855"/>
              <a:gd name="connsiteX49" fmla="*/ 151125 w 458198"/>
              <a:gd name="connsiteY49" fmla="*/ 136053 h 458855"/>
              <a:gd name="connsiteX50" fmla="*/ 134646 w 458198"/>
              <a:gd name="connsiteY50" fmla="*/ 152245 h 458855"/>
              <a:gd name="connsiteX51" fmla="*/ 129027 w 458198"/>
              <a:gd name="connsiteY51" fmla="*/ 177201 h 458855"/>
              <a:gd name="connsiteX52" fmla="*/ 163031 w 458198"/>
              <a:gd name="connsiteY52" fmla="*/ 231398 h 458855"/>
              <a:gd name="connsiteX53" fmla="*/ 254661 w 458198"/>
              <a:gd name="connsiteY53" fmla="*/ 314551 h 458855"/>
              <a:gd name="connsiteX54" fmla="*/ 271140 w 458198"/>
              <a:gd name="connsiteY54" fmla="*/ 323886 h 458855"/>
              <a:gd name="connsiteX55" fmla="*/ 271616 w 458198"/>
              <a:gd name="connsiteY55" fmla="*/ 324172 h 458855"/>
              <a:gd name="connsiteX56" fmla="*/ 278855 w 458198"/>
              <a:gd name="connsiteY56" fmla="*/ 327886 h 458855"/>
              <a:gd name="connsiteX57" fmla="*/ 305049 w 458198"/>
              <a:gd name="connsiteY57" fmla="*/ 323124 h 458855"/>
              <a:gd name="connsiteX58" fmla="*/ 334862 w 458198"/>
              <a:gd name="connsiteY58" fmla="*/ 293215 h 458855"/>
              <a:gd name="connsiteX59" fmla="*/ 350007 w 458198"/>
              <a:gd name="connsiteY59" fmla="*/ 286167 h 458855"/>
              <a:gd name="connsiteX60" fmla="*/ 365151 w 458198"/>
              <a:gd name="connsiteY60" fmla="*/ 293215 h 458855"/>
              <a:gd name="connsiteX61" fmla="*/ 421825 w 458198"/>
              <a:gd name="connsiteY61" fmla="*/ 349984 h 458855"/>
              <a:gd name="connsiteX62" fmla="*/ 421825 w 458198"/>
              <a:gd name="connsiteY62" fmla="*/ 380941 h 458855"/>
              <a:gd name="connsiteX63" fmla="*/ 412395 w 458198"/>
              <a:gd name="connsiteY63" fmla="*/ 390275 h 458855"/>
              <a:gd name="connsiteX64" fmla="*/ 410871 w 458198"/>
              <a:gd name="connsiteY64" fmla="*/ 391799 h 458855"/>
              <a:gd name="connsiteX65" fmla="*/ 388869 w 458198"/>
              <a:gd name="connsiteY65" fmla="*/ 414183 h 458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58198" h="458855">
                <a:moveTo>
                  <a:pt x="442209" y="329791"/>
                </a:moveTo>
                <a:lnTo>
                  <a:pt x="385535" y="273022"/>
                </a:lnTo>
                <a:cubicBezTo>
                  <a:pt x="375343" y="262831"/>
                  <a:pt x="363151" y="257401"/>
                  <a:pt x="350197" y="257401"/>
                </a:cubicBezTo>
                <a:cubicBezTo>
                  <a:pt x="337243" y="257401"/>
                  <a:pt x="325051" y="262831"/>
                  <a:pt x="314859" y="273022"/>
                </a:cubicBezTo>
                <a:lnTo>
                  <a:pt x="287808" y="300169"/>
                </a:lnTo>
                <a:cubicBezTo>
                  <a:pt x="286570" y="299502"/>
                  <a:pt x="285332" y="298930"/>
                  <a:pt x="284094" y="298264"/>
                </a:cubicBezTo>
                <a:cubicBezTo>
                  <a:pt x="279236" y="295787"/>
                  <a:pt x="274664" y="293501"/>
                  <a:pt x="270854" y="290929"/>
                </a:cubicBezTo>
                <a:lnTo>
                  <a:pt x="270187" y="290453"/>
                </a:lnTo>
                <a:cubicBezTo>
                  <a:pt x="240183" y="271784"/>
                  <a:pt x="213228" y="247305"/>
                  <a:pt x="185319" y="213301"/>
                </a:cubicBezTo>
                <a:cubicBezTo>
                  <a:pt x="171984" y="196918"/>
                  <a:pt x="163317" y="183678"/>
                  <a:pt x="157316" y="170248"/>
                </a:cubicBezTo>
                <a:cubicBezTo>
                  <a:pt x="161697" y="165866"/>
                  <a:pt x="166174" y="161485"/>
                  <a:pt x="170556" y="157294"/>
                </a:cubicBezTo>
                <a:lnTo>
                  <a:pt x="172175" y="155770"/>
                </a:lnTo>
                <a:cubicBezTo>
                  <a:pt x="174270" y="153674"/>
                  <a:pt x="175699" y="152341"/>
                  <a:pt x="176937" y="151198"/>
                </a:cubicBezTo>
                <a:cubicBezTo>
                  <a:pt x="179128" y="149102"/>
                  <a:pt x="180747" y="147578"/>
                  <a:pt x="184653" y="143578"/>
                </a:cubicBezTo>
                <a:cubicBezTo>
                  <a:pt x="205798" y="121480"/>
                  <a:pt x="205703" y="93857"/>
                  <a:pt x="184462" y="71664"/>
                </a:cubicBezTo>
                <a:lnTo>
                  <a:pt x="156840" y="43946"/>
                </a:lnTo>
                <a:cubicBezTo>
                  <a:pt x="154173" y="41279"/>
                  <a:pt x="151601" y="38612"/>
                  <a:pt x="149029" y="36040"/>
                </a:cubicBezTo>
                <a:lnTo>
                  <a:pt x="147410" y="34421"/>
                </a:lnTo>
                <a:cubicBezTo>
                  <a:pt x="141219" y="28039"/>
                  <a:pt x="134837" y="21467"/>
                  <a:pt x="128265" y="15371"/>
                </a:cubicBezTo>
                <a:cubicBezTo>
                  <a:pt x="106833" y="-5203"/>
                  <a:pt x="78449" y="-5108"/>
                  <a:pt x="57875" y="15562"/>
                </a:cubicBezTo>
                <a:lnTo>
                  <a:pt x="22918" y="50518"/>
                </a:lnTo>
                <a:cubicBezTo>
                  <a:pt x="9012" y="63568"/>
                  <a:pt x="1296" y="80141"/>
                  <a:pt x="439" y="98524"/>
                </a:cubicBezTo>
                <a:cubicBezTo>
                  <a:pt x="-1942" y="127290"/>
                  <a:pt x="5773" y="153484"/>
                  <a:pt x="13679" y="175201"/>
                </a:cubicBezTo>
                <a:cubicBezTo>
                  <a:pt x="29490" y="218825"/>
                  <a:pt x="55684" y="262640"/>
                  <a:pt x="91498" y="305503"/>
                </a:cubicBezTo>
                <a:cubicBezTo>
                  <a:pt x="136266" y="358938"/>
                  <a:pt x="190368" y="401324"/>
                  <a:pt x="252471" y="431709"/>
                </a:cubicBezTo>
                <a:cubicBezTo>
                  <a:pt x="287618" y="448473"/>
                  <a:pt x="315907" y="456760"/>
                  <a:pt x="344006" y="458665"/>
                </a:cubicBezTo>
                <a:cubicBezTo>
                  <a:pt x="346387" y="458855"/>
                  <a:pt x="348768" y="458855"/>
                  <a:pt x="350959" y="458855"/>
                </a:cubicBezTo>
                <a:cubicBezTo>
                  <a:pt x="375343" y="458855"/>
                  <a:pt x="395155" y="450283"/>
                  <a:pt x="409919" y="433328"/>
                </a:cubicBezTo>
                <a:cubicBezTo>
                  <a:pt x="416682" y="426184"/>
                  <a:pt x="423540" y="419326"/>
                  <a:pt x="430969" y="412183"/>
                </a:cubicBezTo>
                <a:lnTo>
                  <a:pt x="433446" y="409706"/>
                </a:lnTo>
                <a:cubicBezTo>
                  <a:pt x="436303" y="406849"/>
                  <a:pt x="439161" y="404086"/>
                  <a:pt x="442113" y="401134"/>
                </a:cubicBezTo>
                <a:cubicBezTo>
                  <a:pt x="463545" y="379798"/>
                  <a:pt x="463545" y="351127"/>
                  <a:pt x="442209" y="329791"/>
                </a:cubicBezTo>
                <a:close/>
                <a:moveTo>
                  <a:pt x="388869" y="414183"/>
                </a:moveTo>
                <a:cubicBezTo>
                  <a:pt x="379344" y="425137"/>
                  <a:pt x="367342" y="430280"/>
                  <a:pt x="351245" y="430280"/>
                </a:cubicBezTo>
                <a:cubicBezTo>
                  <a:pt x="349530" y="430280"/>
                  <a:pt x="347816" y="430185"/>
                  <a:pt x="346006" y="430090"/>
                </a:cubicBezTo>
                <a:cubicBezTo>
                  <a:pt x="321622" y="428470"/>
                  <a:pt x="296571" y="420946"/>
                  <a:pt x="264948" y="405896"/>
                </a:cubicBezTo>
                <a:cubicBezTo>
                  <a:pt x="206655" y="377321"/>
                  <a:pt x="155697" y="337411"/>
                  <a:pt x="113501" y="287024"/>
                </a:cubicBezTo>
                <a:cubicBezTo>
                  <a:pt x="79878" y="246733"/>
                  <a:pt x="55303" y="205776"/>
                  <a:pt x="40635" y="165390"/>
                </a:cubicBezTo>
                <a:cubicBezTo>
                  <a:pt x="33491" y="145578"/>
                  <a:pt x="27109" y="124051"/>
                  <a:pt x="29014" y="100334"/>
                </a:cubicBezTo>
                <a:cubicBezTo>
                  <a:pt x="29586" y="89095"/>
                  <a:pt x="34158" y="79189"/>
                  <a:pt x="42825" y="71092"/>
                </a:cubicBezTo>
                <a:lnTo>
                  <a:pt x="78068" y="35755"/>
                </a:lnTo>
                <a:cubicBezTo>
                  <a:pt x="90260" y="23563"/>
                  <a:pt x="101404" y="29182"/>
                  <a:pt x="108643" y="36136"/>
                </a:cubicBezTo>
                <a:cubicBezTo>
                  <a:pt x="114739" y="41851"/>
                  <a:pt x="120645" y="47851"/>
                  <a:pt x="126836" y="54233"/>
                </a:cubicBezTo>
                <a:lnTo>
                  <a:pt x="126931" y="54328"/>
                </a:lnTo>
                <a:cubicBezTo>
                  <a:pt x="129979" y="57472"/>
                  <a:pt x="133218" y="60805"/>
                  <a:pt x="136551" y="64139"/>
                </a:cubicBezTo>
                <a:lnTo>
                  <a:pt x="163983" y="91571"/>
                </a:lnTo>
                <a:cubicBezTo>
                  <a:pt x="174556" y="102715"/>
                  <a:pt x="174651" y="112526"/>
                  <a:pt x="164174" y="123480"/>
                </a:cubicBezTo>
                <a:cubicBezTo>
                  <a:pt x="160459" y="127195"/>
                  <a:pt x="158935" y="128623"/>
                  <a:pt x="156840" y="130624"/>
                </a:cubicBezTo>
                <a:cubicBezTo>
                  <a:pt x="155601" y="131767"/>
                  <a:pt x="154268" y="133100"/>
                  <a:pt x="152077" y="135196"/>
                </a:cubicBezTo>
                <a:lnTo>
                  <a:pt x="151125" y="136053"/>
                </a:lnTo>
                <a:cubicBezTo>
                  <a:pt x="145695" y="141292"/>
                  <a:pt x="140171" y="146721"/>
                  <a:pt x="134646" y="152245"/>
                </a:cubicBezTo>
                <a:cubicBezTo>
                  <a:pt x="131122" y="155293"/>
                  <a:pt x="123597" y="163771"/>
                  <a:pt x="129027" y="177201"/>
                </a:cubicBezTo>
                <a:cubicBezTo>
                  <a:pt x="136075" y="194632"/>
                  <a:pt x="146553" y="211300"/>
                  <a:pt x="163031" y="231398"/>
                </a:cubicBezTo>
                <a:cubicBezTo>
                  <a:pt x="192939" y="267784"/>
                  <a:pt x="222086" y="294263"/>
                  <a:pt x="254661" y="314551"/>
                </a:cubicBezTo>
                <a:cubicBezTo>
                  <a:pt x="259995" y="318266"/>
                  <a:pt x="265615" y="321028"/>
                  <a:pt x="271140" y="323886"/>
                </a:cubicBezTo>
                <a:lnTo>
                  <a:pt x="271616" y="324172"/>
                </a:lnTo>
                <a:cubicBezTo>
                  <a:pt x="273902" y="325315"/>
                  <a:pt x="276283" y="326458"/>
                  <a:pt x="278855" y="327886"/>
                </a:cubicBezTo>
                <a:cubicBezTo>
                  <a:pt x="293142" y="335030"/>
                  <a:pt x="302096" y="326077"/>
                  <a:pt x="305049" y="323124"/>
                </a:cubicBezTo>
                <a:lnTo>
                  <a:pt x="334862" y="293215"/>
                </a:lnTo>
                <a:cubicBezTo>
                  <a:pt x="339529" y="288548"/>
                  <a:pt x="344673" y="286167"/>
                  <a:pt x="350007" y="286167"/>
                </a:cubicBezTo>
                <a:cubicBezTo>
                  <a:pt x="355245" y="286167"/>
                  <a:pt x="360484" y="288643"/>
                  <a:pt x="365151" y="293215"/>
                </a:cubicBezTo>
                <a:lnTo>
                  <a:pt x="421825" y="349984"/>
                </a:lnTo>
                <a:cubicBezTo>
                  <a:pt x="432112" y="360271"/>
                  <a:pt x="432112" y="370654"/>
                  <a:pt x="421825" y="380941"/>
                </a:cubicBezTo>
                <a:cubicBezTo>
                  <a:pt x="418682" y="384084"/>
                  <a:pt x="415443" y="387227"/>
                  <a:pt x="412395" y="390275"/>
                </a:cubicBezTo>
                <a:lnTo>
                  <a:pt x="410871" y="391799"/>
                </a:lnTo>
                <a:cubicBezTo>
                  <a:pt x="404204" y="398467"/>
                  <a:pt x="396393" y="406087"/>
                  <a:pt x="388869" y="414183"/>
                </a:cubicBezTo>
                <a:close/>
              </a:path>
            </a:pathLst>
          </a:custGeom>
          <a:solidFill>
            <a:schemeClr val="bg1"/>
          </a:solidFill>
          <a:ln w="9525" cap="flat">
            <a:noFill/>
            <a:prstDash val="solid"/>
            <a:miter/>
          </a:ln>
        </p:spPr>
        <p:txBody>
          <a:bodyPr rtlCol="0" anchor="ctr"/>
          <a:lstStyle/>
          <a:p>
            <a:endParaRPr lang="en-US"/>
          </a:p>
        </p:txBody>
      </p:sp>
      <p:sp>
        <p:nvSpPr>
          <p:cNvPr id="143" name="Grafik 75">
            <a:extLst>
              <a:ext uri="{FF2B5EF4-FFF2-40B4-BE49-F238E27FC236}">
                <a16:creationId xmlns:a16="http://schemas.microsoft.com/office/drawing/2014/main" id="{003F23F3-26A7-4BD1-95E1-A691F31C2158}"/>
              </a:ext>
            </a:extLst>
          </p:cNvPr>
          <p:cNvSpPr/>
          <p:nvPr/>
        </p:nvSpPr>
        <p:spPr bwMode="gray">
          <a:xfrm>
            <a:off x="11104656" y="4778836"/>
            <a:ext cx="514350" cy="346138"/>
          </a:xfrm>
          <a:custGeom>
            <a:avLst/>
            <a:gdLst>
              <a:gd name="connsiteX0" fmla="*/ 496062 w 514350"/>
              <a:gd name="connsiteY0" fmla="*/ 90583 h 346138"/>
              <a:gd name="connsiteX1" fmla="*/ 266891 w 514350"/>
              <a:gd name="connsiteY1" fmla="*/ 1905 h 346138"/>
              <a:gd name="connsiteX2" fmla="*/ 256604 w 514350"/>
              <a:gd name="connsiteY2" fmla="*/ 0 h 346138"/>
              <a:gd name="connsiteX3" fmla="*/ 246126 w 514350"/>
              <a:gd name="connsiteY3" fmla="*/ 2000 h 346138"/>
              <a:gd name="connsiteX4" fmla="*/ 18098 w 514350"/>
              <a:gd name="connsiteY4" fmla="*/ 91916 h 346138"/>
              <a:gd name="connsiteX5" fmla="*/ 0 w 514350"/>
              <a:gd name="connsiteY5" fmla="*/ 118586 h 346138"/>
              <a:gd name="connsiteX6" fmla="*/ 18193 w 514350"/>
              <a:gd name="connsiteY6" fmla="*/ 145161 h 346138"/>
              <a:gd name="connsiteX7" fmla="*/ 51816 w 514350"/>
              <a:gd name="connsiteY7" fmla="*/ 158210 h 346138"/>
              <a:gd name="connsiteX8" fmla="*/ 51816 w 514350"/>
              <a:gd name="connsiteY8" fmla="*/ 265081 h 346138"/>
              <a:gd name="connsiteX9" fmla="*/ 66104 w 514350"/>
              <a:gd name="connsiteY9" fmla="*/ 279368 h 346138"/>
              <a:gd name="connsiteX10" fmla="*/ 80391 w 514350"/>
              <a:gd name="connsiteY10" fmla="*/ 265081 h 346138"/>
              <a:gd name="connsiteX11" fmla="*/ 80391 w 514350"/>
              <a:gd name="connsiteY11" fmla="*/ 169355 h 346138"/>
              <a:gd name="connsiteX12" fmla="*/ 106394 w 514350"/>
              <a:gd name="connsiteY12" fmla="*/ 179451 h 346138"/>
              <a:gd name="connsiteX13" fmla="*/ 106394 w 514350"/>
              <a:gd name="connsiteY13" fmla="*/ 264700 h 346138"/>
              <a:gd name="connsiteX14" fmla="*/ 107156 w 514350"/>
              <a:gd name="connsiteY14" fmla="*/ 269177 h 346138"/>
              <a:gd name="connsiteX15" fmla="*/ 256794 w 514350"/>
              <a:gd name="connsiteY15" fmla="*/ 346139 h 346138"/>
              <a:gd name="connsiteX16" fmla="*/ 405003 w 514350"/>
              <a:gd name="connsiteY16" fmla="*/ 269177 h 346138"/>
              <a:gd name="connsiteX17" fmla="*/ 405575 w 514350"/>
              <a:gd name="connsiteY17" fmla="*/ 265081 h 346138"/>
              <a:gd name="connsiteX18" fmla="*/ 405575 w 514350"/>
              <a:gd name="connsiteY18" fmla="*/ 179546 h 346138"/>
              <a:gd name="connsiteX19" fmla="*/ 496253 w 514350"/>
              <a:gd name="connsiteY19" fmla="*/ 143732 h 346138"/>
              <a:gd name="connsiteX20" fmla="*/ 514350 w 514350"/>
              <a:gd name="connsiteY20" fmla="*/ 117062 h 346138"/>
              <a:gd name="connsiteX21" fmla="*/ 496062 w 514350"/>
              <a:gd name="connsiteY21" fmla="*/ 90583 h 346138"/>
              <a:gd name="connsiteX22" fmla="*/ 377000 w 514350"/>
              <a:gd name="connsiteY22" fmla="*/ 262604 h 346138"/>
              <a:gd name="connsiteX23" fmla="*/ 256794 w 514350"/>
              <a:gd name="connsiteY23" fmla="*/ 317564 h 346138"/>
              <a:gd name="connsiteX24" fmla="*/ 134969 w 514350"/>
              <a:gd name="connsiteY24" fmla="*/ 262033 h 346138"/>
              <a:gd name="connsiteX25" fmla="*/ 134969 w 514350"/>
              <a:gd name="connsiteY25" fmla="*/ 190595 h 346138"/>
              <a:gd name="connsiteX26" fmla="*/ 246793 w 514350"/>
              <a:gd name="connsiteY26" fmla="*/ 234125 h 346138"/>
              <a:gd name="connsiteX27" fmla="*/ 257175 w 514350"/>
              <a:gd name="connsiteY27" fmla="*/ 236030 h 346138"/>
              <a:gd name="connsiteX28" fmla="*/ 267653 w 514350"/>
              <a:gd name="connsiteY28" fmla="*/ 234029 h 346138"/>
              <a:gd name="connsiteX29" fmla="*/ 377000 w 514350"/>
              <a:gd name="connsiteY29" fmla="*/ 190881 h 346138"/>
              <a:gd name="connsiteX30" fmla="*/ 377000 w 514350"/>
              <a:gd name="connsiteY30" fmla="*/ 262604 h 346138"/>
              <a:gd name="connsiteX31" fmla="*/ 257080 w 514350"/>
              <a:gd name="connsiteY31" fmla="*/ 207455 h 346138"/>
              <a:gd name="connsiteX32" fmla="*/ 111443 w 514350"/>
              <a:gd name="connsiteY32" fmla="*/ 150781 h 346138"/>
              <a:gd name="connsiteX33" fmla="*/ 217170 w 514350"/>
              <a:gd name="connsiteY33" fmla="*/ 132112 h 346138"/>
              <a:gd name="connsiteX34" fmla="*/ 228791 w 514350"/>
              <a:gd name="connsiteY34" fmla="*/ 115538 h 346138"/>
              <a:gd name="connsiteX35" fmla="*/ 212217 w 514350"/>
              <a:gd name="connsiteY35" fmla="*/ 103918 h 346138"/>
              <a:gd name="connsiteX36" fmla="*/ 63627 w 514350"/>
              <a:gd name="connsiteY36" fmla="*/ 130207 h 346138"/>
              <a:gd name="connsiteX37" fmla="*/ 60770 w 514350"/>
              <a:gd name="connsiteY37" fmla="*/ 131064 h 346138"/>
              <a:gd name="connsiteX38" fmla="*/ 28575 w 514350"/>
              <a:gd name="connsiteY38" fmla="*/ 118491 h 346138"/>
              <a:gd name="connsiteX39" fmla="*/ 256604 w 514350"/>
              <a:gd name="connsiteY39" fmla="*/ 28575 h 346138"/>
              <a:gd name="connsiteX40" fmla="*/ 485775 w 514350"/>
              <a:gd name="connsiteY40" fmla="*/ 117158 h 346138"/>
              <a:gd name="connsiteX41" fmla="*/ 257080 w 514350"/>
              <a:gd name="connsiteY41" fmla="*/ 207455 h 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14350" h="346138">
                <a:moveTo>
                  <a:pt x="496062" y="90583"/>
                </a:moveTo>
                <a:lnTo>
                  <a:pt x="266891" y="1905"/>
                </a:lnTo>
                <a:cubicBezTo>
                  <a:pt x="263557" y="667"/>
                  <a:pt x="260033" y="0"/>
                  <a:pt x="256604" y="0"/>
                </a:cubicBezTo>
                <a:cubicBezTo>
                  <a:pt x="253079" y="0"/>
                  <a:pt x="249460" y="667"/>
                  <a:pt x="246126" y="2000"/>
                </a:cubicBezTo>
                <a:lnTo>
                  <a:pt x="18098" y="91916"/>
                </a:lnTo>
                <a:cubicBezTo>
                  <a:pt x="7144" y="96203"/>
                  <a:pt x="0" y="106775"/>
                  <a:pt x="0" y="118586"/>
                </a:cubicBezTo>
                <a:cubicBezTo>
                  <a:pt x="0" y="130302"/>
                  <a:pt x="7239" y="140875"/>
                  <a:pt x="18193" y="145161"/>
                </a:cubicBezTo>
                <a:lnTo>
                  <a:pt x="51816" y="158210"/>
                </a:lnTo>
                <a:lnTo>
                  <a:pt x="51816" y="265081"/>
                </a:lnTo>
                <a:cubicBezTo>
                  <a:pt x="51816" y="272987"/>
                  <a:pt x="58198" y="279368"/>
                  <a:pt x="66104" y="279368"/>
                </a:cubicBezTo>
                <a:cubicBezTo>
                  <a:pt x="74009" y="279368"/>
                  <a:pt x="80391" y="272987"/>
                  <a:pt x="80391" y="265081"/>
                </a:cubicBezTo>
                <a:lnTo>
                  <a:pt x="80391" y="169355"/>
                </a:lnTo>
                <a:lnTo>
                  <a:pt x="106394" y="179451"/>
                </a:lnTo>
                <a:lnTo>
                  <a:pt x="106394" y="264700"/>
                </a:lnTo>
                <a:cubicBezTo>
                  <a:pt x="106394" y="266224"/>
                  <a:pt x="106680" y="267748"/>
                  <a:pt x="107156" y="269177"/>
                </a:cubicBezTo>
                <a:cubicBezTo>
                  <a:pt x="108204" y="272320"/>
                  <a:pt x="133922" y="346139"/>
                  <a:pt x="256794" y="346139"/>
                </a:cubicBezTo>
                <a:cubicBezTo>
                  <a:pt x="380714" y="346139"/>
                  <a:pt x="404050" y="272320"/>
                  <a:pt x="405003" y="269177"/>
                </a:cubicBezTo>
                <a:cubicBezTo>
                  <a:pt x="405384" y="267843"/>
                  <a:pt x="405575" y="266510"/>
                  <a:pt x="405575" y="265081"/>
                </a:cubicBezTo>
                <a:lnTo>
                  <a:pt x="405575" y="179546"/>
                </a:lnTo>
                <a:lnTo>
                  <a:pt x="496253" y="143732"/>
                </a:lnTo>
                <a:cubicBezTo>
                  <a:pt x="507206" y="139446"/>
                  <a:pt x="514350" y="128778"/>
                  <a:pt x="514350" y="117062"/>
                </a:cubicBezTo>
                <a:cubicBezTo>
                  <a:pt x="514255" y="105347"/>
                  <a:pt x="507016" y="94774"/>
                  <a:pt x="496062" y="90583"/>
                </a:cubicBezTo>
                <a:close/>
                <a:moveTo>
                  <a:pt x="377000" y="262604"/>
                </a:moveTo>
                <a:cubicBezTo>
                  <a:pt x="373190" y="271748"/>
                  <a:pt x="349758" y="317564"/>
                  <a:pt x="256794" y="317564"/>
                </a:cubicBezTo>
                <a:cubicBezTo>
                  <a:pt x="164687" y="317564"/>
                  <a:pt x="139351" y="271748"/>
                  <a:pt x="134969" y="262033"/>
                </a:cubicBezTo>
                <a:lnTo>
                  <a:pt x="134969" y="190595"/>
                </a:lnTo>
                <a:lnTo>
                  <a:pt x="246793" y="234125"/>
                </a:lnTo>
                <a:cubicBezTo>
                  <a:pt x="250127" y="235458"/>
                  <a:pt x="253651" y="236030"/>
                  <a:pt x="257175" y="236030"/>
                </a:cubicBezTo>
                <a:cubicBezTo>
                  <a:pt x="260699" y="236030"/>
                  <a:pt x="264319" y="235363"/>
                  <a:pt x="267653" y="234029"/>
                </a:cubicBezTo>
                <a:lnTo>
                  <a:pt x="377000" y="190881"/>
                </a:lnTo>
                <a:lnTo>
                  <a:pt x="377000" y="262604"/>
                </a:lnTo>
                <a:close/>
                <a:moveTo>
                  <a:pt x="257080" y="207455"/>
                </a:moveTo>
                <a:lnTo>
                  <a:pt x="111443" y="150781"/>
                </a:lnTo>
                <a:lnTo>
                  <a:pt x="217170" y="132112"/>
                </a:lnTo>
                <a:cubicBezTo>
                  <a:pt x="224981" y="130778"/>
                  <a:pt x="230124" y="123349"/>
                  <a:pt x="228791" y="115538"/>
                </a:cubicBezTo>
                <a:cubicBezTo>
                  <a:pt x="227457" y="107728"/>
                  <a:pt x="220028" y="102584"/>
                  <a:pt x="212217" y="103918"/>
                </a:cubicBezTo>
                <a:lnTo>
                  <a:pt x="63627" y="130207"/>
                </a:lnTo>
                <a:cubicBezTo>
                  <a:pt x="62675" y="130397"/>
                  <a:pt x="61722" y="130683"/>
                  <a:pt x="60770" y="131064"/>
                </a:cubicBezTo>
                <a:lnTo>
                  <a:pt x="28575" y="118491"/>
                </a:lnTo>
                <a:lnTo>
                  <a:pt x="256604" y="28575"/>
                </a:lnTo>
                <a:lnTo>
                  <a:pt x="485775" y="117158"/>
                </a:lnTo>
                <a:lnTo>
                  <a:pt x="257080" y="207455"/>
                </a:lnTo>
                <a:close/>
              </a:path>
            </a:pathLst>
          </a:custGeom>
          <a:solidFill>
            <a:schemeClr val="bg1"/>
          </a:solidFill>
          <a:ln w="9525" cap="flat">
            <a:noFill/>
            <a:prstDash val="solid"/>
            <a:miter/>
          </a:ln>
        </p:spPr>
        <p:txBody>
          <a:bodyPr rtlCol="0" anchor="ctr"/>
          <a:lstStyle/>
          <a:p>
            <a:endParaRPr lang="en-US"/>
          </a:p>
        </p:txBody>
      </p:sp>
      <p:sp>
        <p:nvSpPr>
          <p:cNvPr id="145" name="Grafik 61">
            <a:extLst>
              <a:ext uri="{FF2B5EF4-FFF2-40B4-BE49-F238E27FC236}">
                <a16:creationId xmlns:a16="http://schemas.microsoft.com/office/drawing/2014/main" id="{DF4BA9C8-0A4D-4A56-A948-2E6643E4C0F4}"/>
              </a:ext>
            </a:extLst>
          </p:cNvPr>
          <p:cNvSpPr/>
          <p:nvPr/>
        </p:nvSpPr>
        <p:spPr bwMode="gray">
          <a:xfrm>
            <a:off x="565417" y="5681613"/>
            <a:ext cx="457021" cy="457009"/>
          </a:xfrm>
          <a:custGeom>
            <a:avLst/>
            <a:gdLst>
              <a:gd name="connsiteX0" fmla="*/ 448628 w 457021"/>
              <a:gd name="connsiteY0" fmla="*/ 408242 h 457009"/>
              <a:gd name="connsiteX1" fmla="*/ 333851 w 457021"/>
              <a:gd name="connsiteY1" fmla="*/ 293370 h 457009"/>
              <a:gd name="connsiteX2" fmla="*/ 369475 w 457021"/>
              <a:gd name="connsiteY2" fmla="*/ 184785 h 457009"/>
              <a:gd name="connsiteX3" fmla="*/ 184785 w 457021"/>
              <a:gd name="connsiteY3" fmla="*/ 0 h 457009"/>
              <a:gd name="connsiteX4" fmla="*/ 0 w 457021"/>
              <a:gd name="connsiteY4" fmla="*/ 184785 h 457009"/>
              <a:gd name="connsiteX5" fmla="*/ 184785 w 457021"/>
              <a:gd name="connsiteY5" fmla="*/ 369570 h 457009"/>
              <a:gd name="connsiteX6" fmla="*/ 293561 w 457021"/>
              <a:gd name="connsiteY6" fmla="*/ 333851 h 457009"/>
              <a:gd name="connsiteX7" fmla="*/ 408242 w 457021"/>
              <a:gd name="connsiteY7" fmla="*/ 448628 h 457009"/>
              <a:gd name="connsiteX8" fmla="*/ 428435 w 457021"/>
              <a:gd name="connsiteY8" fmla="*/ 457010 h 457009"/>
              <a:gd name="connsiteX9" fmla="*/ 448628 w 457021"/>
              <a:gd name="connsiteY9" fmla="*/ 448628 h 457009"/>
              <a:gd name="connsiteX10" fmla="*/ 448628 w 457021"/>
              <a:gd name="connsiteY10" fmla="*/ 408242 h 457009"/>
              <a:gd name="connsiteX11" fmla="*/ 184785 w 457021"/>
              <a:gd name="connsiteY11" fmla="*/ 340900 h 457009"/>
              <a:gd name="connsiteX12" fmla="*/ 28575 w 457021"/>
              <a:gd name="connsiteY12" fmla="*/ 184690 h 457009"/>
              <a:gd name="connsiteX13" fmla="*/ 184785 w 457021"/>
              <a:gd name="connsiteY13" fmla="*/ 28575 h 457009"/>
              <a:gd name="connsiteX14" fmla="*/ 340900 w 457021"/>
              <a:gd name="connsiteY14" fmla="*/ 184690 h 457009"/>
              <a:gd name="connsiteX15" fmla="*/ 184785 w 457021"/>
              <a:gd name="connsiteY15" fmla="*/ 340900 h 45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7021" h="457009">
                <a:moveTo>
                  <a:pt x="448628" y="408242"/>
                </a:moveTo>
                <a:lnTo>
                  <a:pt x="333851" y="293370"/>
                </a:lnTo>
                <a:cubicBezTo>
                  <a:pt x="356140" y="262890"/>
                  <a:pt x="369475" y="225362"/>
                  <a:pt x="369475" y="184785"/>
                </a:cubicBezTo>
                <a:cubicBezTo>
                  <a:pt x="369475" y="82868"/>
                  <a:pt x="286607" y="0"/>
                  <a:pt x="184785" y="0"/>
                </a:cubicBezTo>
                <a:cubicBezTo>
                  <a:pt x="82963" y="0"/>
                  <a:pt x="0" y="82868"/>
                  <a:pt x="0" y="184785"/>
                </a:cubicBezTo>
                <a:cubicBezTo>
                  <a:pt x="0" y="286703"/>
                  <a:pt x="82868" y="369570"/>
                  <a:pt x="184785" y="369570"/>
                </a:cubicBezTo>
                <a:cubicBezTo>
                  <a:pt x="225457" y="369570"/>
                  <a:pt x="262985" y="356235"/>
                  <a:pt x="293561" y="333851"/>
                </a:cubicBezTo>
                <a:lnTo>
                  <a:pt x="408242" y="448628"/>
                </a:lnTo>
                <a:cubicBezTo>
                  <a:pt x="413861" y="454247"/>
                  <a:pt x="421100" y="457010"/>
                  <a:pt x="428435" y="457010"/>
                </a:cubicBezTo>
                <a:cubicBezTo>
                  <a:pt x="435769" y="457010"/>
                  <a:pt x="443008" y="454247"/>
                  <a:pt x="448628" y="448628"/>
                </a:cubicBezTo>
                <a:cubicBezTo>
                  <a:pt x="459772" y="437579"/>
                  <a:pt x="459867" y="419481"/>
                  <a:pt x="448628" y="408242"/>
                </a:cubicBezTo>
                <a:close/>
                <a:moveTo>
                  <a:pt x="184785" y="340900"/>
                </a:moveTo>
                <a:cubicBezTo>
                  <a:pt x="98489" y="340900"/>
                  <a:pt x="28575" y="270986"/>
                  <a:pt x="28575" y="184690"/>
                </a:cubicBezTo>
                <a:cubicBezTo>
                  <a:pt x="28575" y="98393"/>
                  <a:pt x="98489" y="28575"/>
                  <a:pt x="184785" y="28575"/>
                </a:cubicBezTo>
                <a:cubicBezTo>
                  <a:pt x="271082" y="28575"/>
                  <a:pt x="340900" y="98489"/>
                  <a:pt x="340900" y="184690"/>
                </a:cubicBezTo>
                <a:cubicBezTo>
                  <a:pt x="340900" y="270891"/>
                  <a:pt x="270986" y="340900"/>
                  <a:pt x="184785" y="340900"/>
                </a:cubicBezTo>
                <a:close/>
              </a:path>
            </a:pathLst>
          </a:custGeom>
          <a:solidFill>
            <a:schemeClr val="bg1"/>
          </a:solidFill>
          <a:ln w="9525" cap="flat">
            <a:noFill/>
            <a:prstDash val="solid"/>
            <a:miter/>
          </a:ln>
        </p:spPr>
        <p:txBody>
          <a:bodyPr rtlCol="0" anchor="ctr"/>
          <a:lstStyle/>
          <a:p>
            <a:endParaRPr lang="en-US"/>
          </a:p>
        </p:txBody>
      </p:sp>
      <p:sp>
        <p:nvSpPr>
          <p:cNvPr id="147" name="Grafik 55">
            <a:extLst>
              <a:ext uri="{FF2B5EF4-FFF2-40B4-BE49-F238E27FC236}">
                <a16:creationId xmlns:a16="http://schemas.microsoft.com/office/drawing/2014/main" id="{9E9F3E39-B4F1-4963-81B5-963EBF777A77}"/>
              </a:ext>
            </a:extLst>
          </p:cNvPr>
          <p:cNvSpPr/>
          <p:nvPr/>
        </p:nvSpPr>
        <p:spPr bwMode="gray">
          <a:xfrm>
            <a:off x="1371443" y="5646366"/>
            <a:ext cx="485120" cy="485775"/>
          </a:xfrm>
          <a:custGeom>
            <a:avLst/>
            <a:gdLst>
              <a:gd name="connsiteX0" fmla="*/ 413766 w 485120"/>
              <a:gd name="connsiteY0" fmla="*/ 130493 h 485775"/>
              <a:gd name="connsiteX1" fmla="*/ 415004 w 485120"/>
              <a:gd name="connsiteY1" fmla="*/ 114300 h 485775"/>
              <a:gd name="connsiteX2" fmla="*/ 300704 w 485120"/>
              <a:gd name="connsiteY2" fmla="*/ 0 h 485775"/>
              <a:gd name="connsiteX3" fmla="*/ 186404 w 485120"/>
              <a:gd name="connsiteY3" fmla="*/ 114300 h 485775"/>
              <a:gd name="connsiteX4" fmla="*/ 186404 w 485120"/>
              <a:gd name="connsiteY4" fmla="*/ 114300 h 485775"/>
              <a:gd name="connsiteX5" fmla="*/ 157448 w 485120"/>
              <a:gd name="connsiteY5" fmla="*/ 114300 h 485775"/>
              <a:gd name="connsiteX6" fmla="*/ 103442 w 485120"/>
              <a:gd name="connsiteY6" fmla="*/ 95059 h 485775"/>
              <a:gd name="connsiteX7" fmla="*/ 90678 w 485120"/>
              <a:gd name="connsiteY7" fmla="*/ 96679 h 485775"/>
              <a:gd name="connsiteX8" fmla="*/ 84392 w 485120"/>
              <a:gd name="connsiteY8" fmla="*/ 107918 h 485775"/>
              <a:gd name="connsiteX9" fmla="*/ 80963 w 485120"/>
              <a:gd name="connsiteY9" fmla="*/ 180023 h 485775"/>
              <a:gd name="connsiteX10" fmla="*/ 60389 w 485120"/>
              <a:gd name="connsiteY10" fmla="*/ 228600 h 485775"/>
              <a:gd name="connsiteX11" fmla="*/ 14288 w 485120"/>
              <a:gd name="connsiteY11" fmla="*/ 228600 h 485775"/>
              <a:gd name="connsiteX12" fmla="*/ 0 w 485120"/>
              <a:gd name="connsiteY12" fmla="*/ 242888 h 485775"/>
              <a:gd name="connsiteX13" fmla="*/ 0 w 485120"/>
              <a:gd name="connsiteY13" fmla="*/ 301276 h 485775"/>
              <a:gd name="connsiteX14" fmla="*/ 1619 w 485120"/>
              <a:gd name="connsiteY14" fmla="*/ 307848 h 485775"/>
              <a:gd name="connsiteX15" fmla="*/ 114300 w 485120"/>
              <a:gd name="connsiteY15" fmla="*/ 425006 h 485775"/>
              <a:gd name="connsiteX16" fmla="*/ 114300 w 485120"/>
              <a:gd name="connsiteY16" fmla="*/ 471488 h 485775"/>
              <a:gd name="connsiteX17" fmla="*/ 128588 w 485120"/>
              <a:gd name="connsiteY17" fmla="*/ 485775 h 485775"/>
              <a:gd name="connsiteX18" fmla="*/ 185356 w 485120"/>
              <a:gd name="connsiteY18" fmla="*/ 485775 h 485775"/>
              <a:gd name="connsiteX19" fmla="*/ 199644 w 485120"/>
              <a:gd name="connsiteY19" fmla="*/ 471678 h 485775"/>
              <a:gd name="connsiteX20" fmla="*/ 200120 w 485120"/>
              <a:gd name="connsiteY20" fmla="*/ 431101 h 485775"/>
              <a:gd name="connsiteX21" fmla="*/ 284893 w 485120"/>
              <a:gd name="connsiteY21" fmla="*/ 432054 h 485775"/>
              <a:gd name="connsiteX22" fmla="*/ 284417 w 485120"/>
              <a:gd name="connsiteY22" fmla="*/ 471297 h 485775"/>
              <a:gd name="connsiteX23" fmla="*/ 288512 w 485120"/>
              <a:gd name="connsiteY23" fmla="*/ 481489 h 485775"/>
              <a:gd name="connsiteX24" fmla="*/ 298704 w 485120"/>
              <a:gd name="connsiteY24" fmla="*/ 485775 h 485775"/>
              <a:gd name="connsiteX25" fmla="*/ 357188 w 485120"/>
              <a:gd name="connsiteY25" fmla="*/ 485775 h 485775"/>
              <a:gd name="connsiteX26" fmla="*/ 371475 w 485120"/>
              <a:gd name="connsiteY26" fmla="*/ 471488 h 485775"/>
              <a:gd name="connsiteX27" fmla="*/ 371475 w 485120"/>
              <a:gd name="connsiteY27" fmla="*/ 428054 h 485775"/>
              <a:gd name="connsiteX28" fmla="*/ 433483 w 485120"/>
              <a:gd name="connsiteY28" fmla="*/ 395573 h 485775"/>
              <a:gd name="connsiteX29" fmla="*/ 485108 w 485120"/>
              <a:gd name="connsiteY29" fmla="*/ 274320 h 485775"/>
              <a:gd name="connsiteX30" fmla="*/ 413766 w 485120"/>
              <a:gd name="connsiteY30" fmla="*/ 130493 h 485775"/>
              <a:gd name="connsiteX31" fmla="*/ 300800 w 485120"/>
              <a:gd name="connsiteY31" fmla="*/ 26575 h 485775"/>
              <a:gd name="connsiteX32" fmla="*/ 388525 w 485120"/>
              <a:gd name="connsiteY32" fmla="*/ 114300 h 485775"/>
              <a:gd name="connsiteX33" fmla="*/ 300800 w 485120"/>
              <a:gd name="connsiteY33" fmla="*/ 202025 h 485775"/>
              <a:gd name="connsiteX34" fmla="*/ 213074 w 485120"/>
              <a:gd name="connsiteY34" fmla="*/ 114300 h 485775"/>
              <a:gd name="connsiteX35" fmla="*/ 300800 w 485120"/>
              <a:gd name="connsiteY35" fmla="*/ 26575 h 485775"/>
              <a:gd name="connsiteX36" fmla="*/ 413195 w 485120"/>
              <a:gd name="connsiteY36" fmla="*/ 375475 h 485775"/>
              <a:gd name="connsiteX37" fmla="*/ 357378 w 485120"/>
              <a:gd name="connsiteY37" fmla="*/ 400431 h 485775"/>
              <a:gd name="connsiteX38" fmla="*/ 347186 w 485120"/>
              <a:gd name="connsiteY38" fmla="*/ 404527 h 485775"/>
              <a:gd name="connsiteX39" fmla="*/ 342900 w 485120"/>
              <a:gd name="connsiteY39" fmla="*/ 414719 h 485775"/>
              <a:gd name="connsiteX40" fmla="*/ 342900 w 485120"/>
              <a:gd name="connsiteY40" fmla="*/ 457200 h 485775"/>
              <a:gd name="connsiteX41" fmla="*/ 313087 w 485120"/>
              <a:gd name="connsiteY41" fmla="*/ 457200 h 485775"/>
              <a:gd name="connsiteX42" fmla="*/ 313658 w 485120"/>
              <a:gd name="connsiteY42" fmla="*/ 413480 h 485775"/>
              <a:gd name="connsiteX43" fmla="*/ 307753 w 485120"/>
              <a:gd name="connsiteY43" fmla="*/ 401765 h 485775"/>
              <a:gd name="connsiteX44" fmla="*/ 294799 w 485120"/>
              <a:gd name="connsiteY44" fmla="*/ 399764 h 485775"/>
              <a:gd name="connsiteX45" fmla="*/ 190786 w 485120"/>
              <a:gd name="connsiteY45" fmla="*/ 399098 h 485775"/>
              <a:gd name="connsiteX46" fmla="*/ 177832 w 485120"/>
              <a:gd name="connsiteY46" fmla="*/ 400812 h 485775"/>
              <a:gd name="connsiteX47" fmla="*/ 171736 w 485120"/>
              <a:gd name="connsiteY47" fmla="*/ 412337 h 485775"/>
              <a:gd name="connsiteX48" fmla="*/ 171260 w 485120"/>
              <a:gd name="connsiteY48" fmla="*/ 457200 h 485775"/>
              <a:gd name="connsiteX49" fmla="*/ 142875 w 485120"/>
              <a:gd name="connsiteY49" fmla="*/ 457200 h 485775"/>
              <a:gd name="connsiteX50" fmla="*/ 142875 w 485120"/>
              <a:gd name="connsiteY50" fmla="*/ 417481 h 485775"/>
              <a:gd name="connsiteX51" fmla="*/ 136398 w 485120"/>
              <a:gd name="connsiteY51" fmla="*/ 405575 h 485775"/>
              <a:gd name="connsiteX52" fmla="*/ 28575 w 485120"/>
              <a:gd name="connsiteY52" fmla="*/ 297656 h 485775"/>
              <a:gd name="connsiteX53" fmla="*/ 28575 w 485120"/>
              <a:gd name="connsiteY53" fmla="*/ 257175 h 485775"/>
              <a:gd name="connsiteX54" fmla="*/ 69914 w 485120"/>
              <a:gd name="connsiteY54" fmla="*/ 257175 h 485775"/>
              <a:gd name="connsiteX55" fmla="*/ 83058 w 485120"/>
              <a:gd name="connsiteY55" fmla="*/ 248412 h 485775"/>
              <a:gd name="connsiteX56" fmla="*/ 108395 w 485120"/>
              <a:gd name="connsiteY56" fmla="*/ 188595 h 485775"/>
              <a:gd name="connsiteX57" fmla="*/ 109538 w 485120"/>
              <a:gd name="connsiteY57" fmla="*/ 183737 h 485775"/>
              <a:gd name="connsiteX58" fmla="*/ 112109 w 485120"/>
              <a:gd name="connsiteY58" fmla="*/ 128397 h 485775"/>
              <a:gd name="connsiteX59" fmla="*/ 150209 w 485120"/>
              <a:gd name="connsiteY59" fmla="*/ 142018 h 485775"/>
              <a:gd name="connsiteX60" fmla="*/ 154972 w 485120"/>
              <a:gd name="connsiteY60" fmla="*/ 142875 h 485775"/>
              <a:gd name="connsiteX61" fmla="*/ 190119 w 485120"/>
              <a:gd name="connsiteY61" fmla="*/ 142875 h 485775"/>
              <a:gd name="connsiteX62" fmla="*/ 300704 w 485120"/>
              <a:gd name="connsiteY62" fmla="*/ 228600 h 485775"/>
              <a:gd name="connsiteX63" fmla="*/ 405479 w 485120"/>
              <a:gd name="connsiteY63" fmla="*/ 159925 h 485775"/>
              <a:gd name="connsiteX64" fmla="*/ 456438 w 485120"/>
              <a:gd name="connsiteY64" fmla="*/ 274796 h 485775"/>
              <a:gd name="connsiteX65" fmla="*/ 413195 w 485120"/>
              <a:gd name="connsiteY65" fmla="*/ 37547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85120" h="485775">
                <a:moveTo>
                  <a:pt x="413766" y="130493"/>
                </a:moveTo>
                <a:cubicBezTo>
                  <a:pt x="414528" y="125159"/>
                  <a:pt x="415004" y="119825"/>
                  <a:pt x="415004" y="114300"/>
                </a:cubicBezTo>
                <a:cubicBezTo>
                  <a:pt x="415004" y="51149"/>
                  <a:pt x="363855" y="0"/>
                  <a:pt x="300704" y="0"/>
                </a:cubicBezTo>
                <a:cubicBezTo>
                  <a:pt x="237554" y="0"/>
                  <a:pt x="186404" y="51149"/>
                  <a:pt x="186404" y="114300"/>
                </a:cubicBezTo>
                <a:cubicBezTo>
                  <a:pt x="186404" y="114300"/>
                  <a:pt x="186404" y="114300"/>
                  <a:pt x="186404" y="114300"/>
                </a:cubicBezTo>
                <a:lnTo>
                  <a:pt x="157448" y="114300"/>
                </a:lnTo>
                <a:lnTo>
                  <a:pt x="103442" y="95059"/>
                </a:lnTo>
                <a:cubicBezTo>
                  <a:pt x="99155" y="93536"/>
                  <a:pt x="94488" y="94107"/>
                  <a:pt x="90678" y="96679"/>
                </a:cubicBezTo>
                <a:cubicBezTo>
                  <a:pt x="86868" y="99251"/>
                  <a:pt x="84582" y="103346"/>
                  <a:pt x="84392" y="107918"/>
                </a:cubicBezTo>
                <a:lnTo>
                  <a:pt x="80963" y="180023"/>
                </a:lnTo>
                <a:lnTo>
                  <a:pt x="60389" y="228600"/>
                </a:lnTo>
                <a:lnTo>
                  <a:pt x="14288" y="228600"/>
                </a:lnTo>
                <a:cubicBezTo>
                  <a:pt x="6382" y="228600"/>
                  <a:pt x="0" y="234982"/>
                  <a:pt x="0" y="242888"/>
                </a:cubicBezTo>
                <a:lnTo>
                  <a:pt x="0" y="301276"/>
                </a:lnTo>
                <a:cubicBezTo>
                  <a:pt x="0" y="303562"/>
                  <a:pt x="572" y="305848"/>
                  <a:pt x="1619" y="307848"/>
                </a:cubicBezTo>
                <a:cubicBezTo>
                  <a:pt x="30194" y="363093"/>
                  <a:pt x="93726" y="410623"/>
                  <a:pt x="114300" y="425006"/>
                </a:cubicBezTo>
                <a:lnTo>
                  <a:pt x="114300" y="471488"/>
                </a:lnTo>
                <a:cubicBezTo>
                  <a:pt x="114300" y="479393"/>
                  <a:pt x="120682" y="485775"/>
                  <a:pt x="128588" y="485775"/>
                </a:cubicBezTo>
                <a:lnTo>
                  <a:pt x="185356" y="485775"/>
                </a:lnTo>
                <a:cubicBezTo>
                  <a:pt x="193167" y="485775"/>
                  <a:pt x="199549" y="479489"/>
                  <a:pt x="199644" y="471678"/>
                </a:cubicBezTo>
                <a:lnTo>
                  <a:pt x="200120" y="431101"/>
                </a:lnTo>
                <a:cubicBezTo>
                  <a:pt x="219266" y="435197"/>
                  <a:pt x="250889" y="439198"/>
                  <a:pt x="284893" y="432054"/>
                </a:cubicBezTo>
                <a:lnTo>
                  <a:pt x="284417" y="471297"/>
                </a:lnTo>
                <a:cubicBezTo>
                  <a:pt x="284417" y="475107"/>
                  <a:pt x="285845" y="478822"/>
                  <a:pt x="288512" y="481489"/>
                </a:cubicBezTo>
                <a:cubicBezTo>
                  <a:pt x="291179" y="484251"/>
                  <a:pt x="294894" y="485775"/>
                  <a:pt x="298704" y="485775"/>
                </a:cubicBezTo>
                <a:lnTo>
                  <a:pt x="357188" y="485775"/>
                </a:lnTo>
                <a:cubicBezTo>
                  <a:pt x="365093" y="485775"/>
                  <a:pt x="371475" y="479393"/>
                  <a:pt x="371475" y="471488"/>
                </a:cubicBezTo>
                <a:lnTo>
                  <a:pt x="371475" y="428054"/>
                </a:lnTo>
                <a:cubicBezTo>
                  <a:pt x="394145" y="424910"/>
                  <a:pt x="415290" y="413861"/>
                  <a:pt x="433483" y="395573"/>
                </a:cubicBezTo>
                <a:cubicBezTo>
                  <a:pt x="466535" y="362331"/>
                  <a:pt x="485680" y="307753"/>
                  <a:pt x="485108" y="274320"/>
                </a:cubicBezTo>
                <a:cubicBezTo>
                  <a:pt x="484442" y="236030"/>
                  <a:pt x="464820" y="162973"/>
                  <a:pt x="413766" y="130493"/>
                </a:cubicBezTo>
                <a:close/>
                <a:moveTo>
                  <a:pt x="300800" y="26575"/>
                </a:moveTo>
                <a:cubicBezTo>
                  <a:pt x="349187" y="26575"/>
                  <a:pt x="388525" y="65913"/>
                  <a:pt x="388525" y="114300"/>
                </a:cubicBezTo>
                <a:cubicBezTo>
                  <a:pt x="388525" y="162687"/>
                  <a:pt x="349187" y="202025"/>
                  <a:pt x="300800" y="202025"/>
                </a:cubicBezTo>
                <a:cubicBezTo>
                  <a:pt x="252413" y="202025"/>
                  <a:pt x="213074" y="162687"/>
                  <a:pt x="213074" y="114300"/>
                </a:cubicBezTo>
                <a:cubicBezTo>
                  <a:pt x="213074" y="65913"/>
                  <a:pt x="252413" y="26575"/>
                  <a:pt x="300800" y="26575"/>
                </a:cubicBezTo>
                <a:close/>
                <a:moveTo>
                  <a:pt x="413195" y="375475"/>
                </a:moveTo>
                <a:cubicBezTo>
                  <a:pt x="396621" y="392240"/>
                  <a:pt x="377857" y="400145"/>
                  <a:pt x="357378" y="400431"/>
                </a:cubicBezTo>
                <a:cubicBezTo>
                  <a:pt x="353378" y="400526"/>
                  <a:pt x="349853" y="401860"/>
                  <a:pt x="347186" y="404527"/>
                </a:cubicBezTo>
                <a:cubicBezTo>
                  <a:pt x="344519" y="407194"/>
                  <a:pt x="342900" y="410909"/>
                  <a:pt x="342900" y="414719"/>
                </a:cubicBezTo>
                <a:lnTo>
                  <a:pt x="342900" y="457200"/>
                </a:lnTo>
                <a:lnTo>
                  <a:pt x="313087" y="457200"/>
                </a:lnTo>
                <a:lnTo>
                  <a:pt x="313658" y="413480"/>
                </a:lnTo>
                <a:cubicBezTo>
                  <a:pt x="313754" y="408813"/>
                  <a:pt x="311563" y="404432"/>
                  <a:pt x="307753" y="401765"/>
                </a:cubicBezTo>
                <a:cubicBezTo>
                  <a:pt x="303943" y="399002"/>
                  <a:pt x="299180" y="398336"/>
                  <a:pt x="294799" y="399764"/>
                </a:cubicBezTo>
                <a:cubicBezTo>
                  <a:pt x="243554" y="417100"/>
                  <a:pt x="191262" y="399288"/>
                  <a:pt x="190786" y="399098"/>
                </a:cubicBezTo>
                <a:cubicBezTo>
                  <a:pt x="186404" y="397574"/>
                  <a:pt x="181642" y="398240"/>
                  <a:pt x="177832" y="400812"/>
                </a:cubicBezTo>
                <a:cubicBezTo>
                  <a:pt x="174022" y="403479"/>
                  <a:pt x="171831" y="407765"/>
                  <a:pt x="171736" y="412337"/>
                </a:cubicBezTo>
                <a:lnTo>
                  <a:pt x="171260" y="457200"/>
                </a:lnTo>
                <a:lnTo>
                  <a:pt x="142875" y="457200"/>
                </a:lnTo>
                <a:lnTo>
                  <a:pt x="142875" y="417481"/>
                </a:lnTo>
                <a:cubicBezTo>
                  <a:pt x="142875" y="412718"/>
                  <a:pt x="140494" y="408146"/>
                  <a:pt x="136398" y="405575"/>
                </a:cubicBezTo>
                <a:cubicBezTo>
                  <a:pt x="135636" y="405098"/>
                  <a:pt x="59912" y="354806"/>
                  <a:pt x="28575" y="297656"/>
                </a:cubicBezTo>
                <a:lnTo>
                  <a:pt x="28575" y="257175"/>
                </a:lnTo>
                <a:lnTo>
                  <a:pt x="69914" y="257175"/>
                </a:lnTo>
                <a:cubicBezTo>
                  <a:pt x="75629" y="257175"/>
                  <a:pt x="80867" y="253746"/>
                  <a:pt x="83058" y="248412"/>
                </a:cubicBezTo>
                <a:lnTo>
                  <a:pt x="108395" y="188595"/>
                </a:lnTo>
                <a:cubicBezTo>
                  <a:pt x="109061" y="187071"/>
                  <a:pt x="109442" y="185356"/>
                  <a:pt x="109538" y="183737"/>
                </a:cubicBezTo>
                <a:lnTo>
                  <a:pt x="112109" y="128397"/>
                </a:lnTo>
                <a:lnTo>
                  <a:pt x="150209" y="142018"/>
                </a:lnTo>
                <a:cubicBezTo>
                  <a:pt x="151733" y="142589"/>
                  <a:pt x="153353" y="142875"/>
                  <a:pt x="154972" y="142875"/>
                </a:cubicBezTo>
                <a:lnTo>
                  <a:pt x="190119" y="142875"/>
                </a:lnTo>
                <a:cubicBezTo>
                  <a:pt x="202787" y="192119"/>
                  <a:pt x="247460" y="228600"/>
                  <a:pt x="300704" y="228600"/>
                </a:cubicBezTo>
                <a:cubicBezTo>
                  <a:pt x="347567" y="228600"/>
                  <a:pt x="387858" y="200311"/>
                  <a:pt x="405479" y="159925"/>
                </a:cubicBezTo>
                <a:cubicBezTo>
                  <a:pt x="442436" y="189262"/>
                  <a:pt x="455962" y="248793"/>
                  <a:pt x="456438" y="274796"/>
                </a:cubicBezTo>
                <a:cubicBezTo>
                  <a:pt x="456914" y="297466"/>
                  <a:pt x="443389" y="345091"/>
                  <a:pt x="413195" y="375475"/>
                </a:cubicBezTo>
                <a:close/>
              </a:path>
            </a:pathLst>
          </a:custGeom>
          <a:solidFill>
            <a:schemeClr val="bg1"/>
          </a:solidFill>
          <a:ln w="9525" cap="flat">
            <a:noFill/>
            <a:prstDash val="solid"/>
            <a:miter/>
          </a:ln>
        </p:spPr>
        <p:txBody>
          <a:bodyPr rtlCol="0" anchor="ctr"/>
          <a:lstStyle/>
          <a:p>
            <a:endParaRPr lang="en-US"/>
          </a:p>
        </p:txBody>
      </p:sp>
      <p:sp>
        <p:nvSpPr>
          <p:cNvPr id="149" name="Grafik 56">
            <a:extLst>
              <a:ext uri="{FF2B5EF4-FFF2-40B4-BE49-F238E27FC236}">
                <a16:creationId xmlns:a16="http://schemas.microsoft.com/office/drawing/2014/main" id="{37E4244E-4E4B-4214-B269-7988E551522E}"/>
              </a:ext>
            </a:extLst>
          </p:cNvPr>
          <p:cNvSpPr/>
          <p:nvPr/>
        </p:nvSpPr>
        <p:spPr bwMode="gray">
          <a:xfrm>
            <a:off x="2328824" y="5644705"/>
            <a:ext cx="485679" cy="485584"/>
          </a:xfrm>
          <a:custGeom>
            <a:avLst/>
            <a:gdLst>
              <a:gd name="connsiteX0" fmla="*/ 485680 w 485679"/>
              <a:gd name="connsiteY0" fmla="*/ 243364 h 485584"/>
              <a:gd name="connsiteX1" fmla="*/ 485680 w 485679"/>
              <a:gd name="connsiteY1" fmla="*/ 242983 h 485584"/>
              <a:gd name="connsiteX2" fmla="*/ 485680 w 485679"/>
              <a:gd name="connsiteY2" fmla="*/ 242792 h 485584"/>
              <a:gd name="connsiteX3" fmla="*/ 242888 w 485679"/>
              <a:gd name="connsiteY3" fmla="*/ 0 h 485584"/>
              <a:gd name="connsiteX4" fmla="*/ 0 w 485679"/>
              <a:gd name="connsiteY4" fmla="*/ 242888 h 485584"/>
              <a:gd name="connsiteX5" fmla="*/ 0 w 485679"/>
              <a:gd name="connsiteY5" fmla="*/ 243078 h 485584"/>
              <a:gd name="connsiteX6" fmla="*/ 0 w 485679"/>
              <a:gd name="connsiteY6" fmla="*/ 243364 h 485584"/>
              <a:gd name="connsiteX7" fmla="*/ 4286 w 485679"/>
              <a:gd name="connsiteY7" fmla="*/ 253175 h 485584"/>
              <a:gd name="connsiteX8" fmla="*/ 4286 w 485679"/>
              <a:gd name="connsiteY8" fmla="*/ 253175 h 485584"/>
              <a:gd name="connsiteX9" fmla="*/ 4382 w 485679"/>
              <a:gd name="connsiteY9" fmla="*/ 253270 h 485584"/>
              <a:gd name="connsiteX10" fmla="*/ 8954 w 485679"/>
              <a:gd name="connsiteY10" fmla="*/ 256223 h 485584"/>
              <a:gd name="connsiteX11" fmla="*/ 9239 w 485679"/>
              <a:gd name="connsiteY11" fmla="*/ 256318 h 485584"/>
              <a:gd name="connsiteX12" fmla="*/ 14288 w 485679"/>
              <a:gd name="connsiteY12" fmla="*/ 257175 h 485584"/>
              <a:gd name="connsiteX13" fmla="*/ 14478 w 485679"/>
              <a:gd name="connsiteY13" fmla="*/ 257175 h 485584"/>
              <a:gd name="connsiteX14" fmla="*/ 14669 w 485679"/>
              <a:gd name="connsiteY14" fmla="*/ 257175 h 485584"/>
              <a:gd name="connsiteX15" fmla="*/ 24479 w 485679"/>
              <a:gd name="connsiteY15" fmla="*/ 252889 h 485584"/>
              <a:gd name="connsiteX16" fmla="*/ 24575 w 485679"/>
              <a:gd name="connsiteY16" fmla="*/ 252794 h 485584"/>
              <a:gd name="connsiteX17" fmla="*/ 128588 w 485679"/>
              <a:gd name="connsiteY17" fmla="*/ 203835 h 485584"/>
              <a:gd name="connsiteX18" fmla="*/ 232601 w 485679"/>
              <a:gd name="connsiteY18" fmla="*/ 252794 h 485584"/>
              <a:gd name="connsiteX19" fmla="*/ 232886 w 485679"/>
              <a:gd name="connsiteY19" fmla="*/ 253079 h 485584"/>
              <a:gd name="connsiteX20" fmla="*/ 232981 w 485679"/>
              <a:gd name="connsiteY20" fmla="*/ 253175 h 485584"/>
              <a:gd name="connsiteX21" fmla="*/ 233172 w 485679"/>
              <a:gd name="connsiteY21" fmla="*/ 253270 h 485584"/>
              <a:gd name="connsiteX22" fmla="*/ 237649 w 485679"/>
              <a:gd name="connsiteY22" fmla="*/ 256127 h 485584"/>
              <a:gd name="connsiteX23" fmla="*/ 237935 w 485679"/>
              <a:gd name="connsiteY23" fmla="*/ 256223 h 485584"/>
              <a:gd name="connsiteX24" fmla="*/ 242888 w 485679"/>
              <a:gd name="connsiteY24" fmla="*/ 257175 h 485584"/>
              <a:gd name="connsiteX25" fmla="*/ 243078 w 485679"/>
              <a:gd name="connsiteY25" fmla="*/ 257175 h 485584"/>
              <a:gd name="connsiteX26" fmla="*/ 244602 w 485679"/>
              <a:gd name="connsiteY26" fmla="*/ 256889 h 485584"/>
              <a:gd name="connsiteX27" fmla="*/ 248317 w 485679"/>
              <a:gd name="connsiteY27" fmla="*/ 256127 h 485584"/>
              <a:gd name="connsiteX28" fmla="*/ 250222 w 485679"/>
              <a:gd name="connsiteY28" fmla="*/ 254889 h 485584"/>
              <a:gd name="connsiteX29" fmla="*/ 252794 w 485679"/>
              <a:gd name="connsiteY29" fmla="*/ 253270 h 485584"/>
              <a:gd name="connsiteX30" fmla="*/ 252984 w 485679"/>
              <a:gd name="connsiteY30" fmla="*/ 253079 h 485584"/>
              <a:gd name="connsiteX31" fmla="*/ 253270 w 485679"/>
              <a:gd name="connsiteY31" fmla="*/ 252889 h 485584"/>
              <a:gd name="connsiteX32" fmla="*/ 357283 w 485679"/>
              <a:gd name="connsiteY32" fmla="*/ 203930 h 485584"/>
              <a:gd name="connsiteX33" fmla="*/ 461296 w 485679"/>
              <a:gd name="connsiteY33" fmla="*/ 252889 h 485584"/>
              <a:gd name="connsiteX34" fmla="*/ 461391 w 485679"/>
              <a:gd name="connsiteY34" fmla="*/ 252984 h 485584"/>
              <a:gd name="connsiteX35" fmla="*/ 463106 w 485679"/>
              <a:gd name="connsiteY35" fmla="*/ 254413 h 485584"/>
              <a:gd name="connsiteX36" fmla="*/ 463582 w 485679"/>
              <a:gd name="connsiteY36" fmla="*/ 254794 h 485584"/>
              <a:gd name="connsiteX37" fmla="*/ 466058 w 485679"/>
              <a:gd name="connsiteY37" fmla="*/ 256127 h 485584"/>
              <a:gd name="connsiteX38" fmla="*/ 467106 w 485679"/>
              <a:gd name="connsiteY38" fmla="*/ 256413 h 485584"/>
              <a:gd name="connsiteX39" fmla="*/ 468725 w 485679"/>
              <a:gd name="connsiteY39" fmla="*/ 256889 h 485584"/>
              <a:gd name="connsiteX40" fmla="*/ 471583 w 485679"/>
              <a:gd name="connsiteY40" fmla="*/ 257175 h 485584"/>
              <a:gd name="connsiteX41" fmla="*/ 476536 w 485679"/>
              <a:gd name="connsiteY41" fmla="*/ 256223 h 485584"/>
              <a:gd name="connsiteX42" fmla="*/ 476917 w 485679"/>
              <a:gd name="connsiteY42" fmla="*/ 256127 h 485584"/>
              <a:gd name="connsiteX43" fmla="*/ 481298 w 485679"/>
              <a:gd name="connsiteY43" fmla="*/ 253270 h 485584"/>
              <a:gd name="connsiteX44" fmla="*/ 481489 w 485679"/>
              <a:gd name="connsiteY44" fmla="*/ 253175 h 485584"/>
              <a:gd name="connsiteX45" fmla="*/ 481489 w 485679"/>
              <a:gd name="connsiteY45" fmla="*/ 253079 h 485584"/>
              <a:gd name="connsiteX46" fmla="*/ 484632 w 485679"/>
              <a:gd name="connsiteY46" fmla="*/ 248603 h 485584"/>
              <a:gd name="connsiteX47" fmla="*/ 484727 w 485679"/>
              <a:gd name="connsiteY47" fmla="*/ 248507 h 485584"/>
              <a:gd name="connsiteX48" fmla="*/ 485680 w 485679"/>
              <a:gd name="connsiteY48" fmla="*/ 243364 h 485584"/>
              <a:gd name="connsiteX49" fmla="*/ 242888 w 485679"/>
              <a:gd name="connsiteY49" fmla="*/ 223361 h 485584"/>
              <a:gd name="connsiteX50" fmla="*/ 128588 w 485679"/>
              <a:gd name="connsiteY50" fmla="*/ 175165 h 485584"/>
              <a:gd name="connsiteX51" fmla="*/ 31052 w 485679"/>
              <a:gd name="connsiteY51" fmla="*/ 210217 h 485584"/>
              <a:gd name="connsiteX52" fmla="*/ 242888 w 485679"/>
              <a:gd name="connsiteY52" fmla="*/ 28575 h 485584"/>
              <a:gd name="connsiteX53" fmla="*/ 454724 w 485679"/>
              <a:gd name="connsiteY53" fmla="*/ 210312 h 485584"/>
              <a:gd name="connsiteX54" fmla="*/ 357188 w 485679"/>
              <a:gd name="connsiteY54" fmla="*/ 175260 h 485584"/>
              <a:gd name="connsiteX55" fmla="*/ 242888 w 485679"/>
              <a:gd name="connsiteY55" fmla="*/ 223361 h 485584"/>
              <a:gd name="connsiteX56" fmla="*/ 257175 w 485679"/>
              <a:gd name="connsiteY56" fmla="*/ 300228 h 485584"/>
              <a:gd name="connsiteX57" fmla="*/ 257175 w 485679"/>
              <a:gd name="connsiteY57" fmla="*/ 417195 h 485584"/>
              <a:gd name="connsiteX58" fmla="*/ 256889 w 485679"/>
              <a:gd name="connsiteY58" fmla="*/ 420148 h 485584"/>
              <a:gd name="connsiteX59" fmla="*/ 185738 w 485679"/>
              <a:gd name="connsiteY59" fmla="*/ 485585 h 485584"/>
              <a:gd name="connsiteX60" fmla="*/ 114300 w 485679"/>
              <a:gd name="connsiteY60" fmla="*/ 414147 h 485584"/>
              <a:gd name="connsiteX61" fmla="*/ 128588 w 485679"/>
              <a:gd name="connsiteY61" fmla="*/ 399860 h 485584"/>
              <a:gd name="connsiteX62" fmla="*/ 142875 w 485679"/>
              <a:gd name="connsiteY62" fmla="*/ 414147 h 485584"/>
              <a:gd name="connsiteX63" fmla="*/ 185738 w 485679"/>
              <a:gd name="connsiteY63" fmla="*/ 457010 h 485584"/>
              <a:gd name="connsiteX64" fmla="*/ 228600 w 485679"/>
              <a:gd name="connsiteY64" fmla="*/ 414147 h 485584"/>
              <a:gd name="connsiteX65" fmla="*/ 228600 w 485679"/>
              <a:gd name="connsiteY65" fmla="*/ 300228 h 485584"/>
              <a:gd name="connsiteX66" fmla="*/ 242888 w 485679"/>
              <a:gd name="connsiteY66" fmla="*/ 285941 h 485584"/>
              <a:gd name="connsiteX67" fmla="*/ 257175 w 485679"/>
              <a:gd name="connsiteY67" fmla="*/ 300228 h 48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85679" h="485584">
                <a:moveTo>
                  <a:pt x="485680" y="243364"/>
                </a:moveTo>
                <a:cubicBezTo>
                  <a:pt x="485680" y="243269"/>
                  <a:pt x="485680" y="243173"/>
                  <a:pt x="485680" y="242983"/>
                </a:cubicBezTo>
                <a:cubicBezTo>
                  <a:pt x="485680" y="242888"/>
                  <a:pt x="485680" y="242888"/>
                  <a:pt x="485680" y="242792"/>
                </a:cubicBezTo>
                <a:cubicBezTo>
                  <a:pt x="485775" y="108966"/>
                  <a:pt x="376809" y="0"/>
                  <a:pt x="242888" y="0"/>
                </a:cubicBezTo>
                <a:cubicBezTo>
                  <a:pt x="108966" y="0"/>
                  <a:pt x="0" y="108966"/>
                  <a:pt x="0" y="242888"/>
                </a:cubicBezTo>
                <a:cubicBezTo>
                  <a:pt x="0" y="242983"/>
                  <a:pt x="0" y="242983"/>
                  <a:pt x="0" y="243078"/>
                </a:cubicBezTo>
                <a:cubicBezTo>
                  <a:pt x="0" y="243173"/>
                  <a:pt x="0" y="243269"/>
                  <a:pt x="0" y="243364"/>
                </a:cubicBezTo>
                <a:cubicBezTo>
                  <a:pt x="95" y="247174"/>
                  <a:pt x="1715" y="250698"/>
                  <a:pt x="4286" y="253175"/>
                </a:cubicBezTo>
                <a:cubicBezTo>
                  <a:pt x="4286" y="253175"/>
                  <a:pt x="4286" y="253175"/>
                  <a:pt x="4286" y="253175"/>
                </a:cubicBezTo>
                <a:cubicBezTo>
                  <a:pt x="4286" y="253175"/>
                  <a:pt x="4382" y="253175"/>
                  <a:pt x="4382" y="253270"/>
                </a:cubicBezTo>
                <a:cubicBezTo>
                  <a:pt x="5715" y="254508"/>
                  <a:pt x="7239" y="255556"/>
                  <a:pt x="8954" y="256223"/>
                </a:cubicBezTo>
                <a:cubicBezTo>
                  <a:pt x="9049" y="256223"/>
                  <a:pt x="9144" y="256318"/>
                  <a:pt x="9239" y="256318"/>
                </a:cubicBezTo>
                <a:cubicBezTo>
                  <a:pt x="10954" y="256794"/>
                  <a:pt x="12573" y="257175"/>
                  <a:pt x="14288" y="257175"/>
                </a:cubicBezTo>
                <a:cubicBezTo>
                  <a:pt x="14383" y="257175"/>
                  <a:pt x="14478" y="257175"/>
                  <a:pt x="14478" y="257175"/>
                </a:cubicBezTo>
                <a:cubicBezTo>
                  <a:pt x="14573" y="257175"/>
                  <a:pt x="14573" y="257175"/>
                  <a:pt x="14669" y="257175"/>
                </a:cubicBezTo>
                <a:cubicBezTo>
                  <a:pt x="18479" y="257080"/>
                  <a:pt x="22003" y="255461"/>
                  <a:pt x="24479" y="252889"/>
                </a:cubicBezTo>
                <a:cubicBezTo>
                  <a:pt x="24479" y="252889"/>
                  <a:pt x="24575" y="252889"/>
                  <a:pt x="24575" y="252794"/>
                </a:cubicBezTo>
                <a:cubicBezTo>
                  <a:pt x="25051" y="252317"/>
                  <a:pt x="72485" y="203835"/>
                  <a:pt x="128588" y="203835"/>
                </a:cubicBezTo>
                <a:cubicBezTo>
                  <a:pt x="184690" y="203835"/>
                  <a:pt x="232124" y="252317"/>
                  <a:pt x="232601" y="252794"/>
                </a:cubicBezTo>
                <a:cubicBezTo>
                  <a:pt x="232696" y="252889"/>
                  <a:pt x="232791" y="252984"/>
                  <a:pt x="232886" y="253079"/>
                </a:cubicBezTo>
                <a:cubicBezTo>
                  <a:pt x="232886" y="253079"/>
                  <a:pt x="232886" y="253175"/>
                  <a:pt x="232981" y="253175"/>
                </a:cubicBezTo>
                <a:cubicBezTo>
                  <a:pt x="233077" y="253270"/>
                  <a:pt x="233172" y="253270"/>
                  <a:pt x="233172" y="253270"/>
                </a:cubicBezTo>
                <a:cubicBezTo>
                  <a:pt x="234506" y="254508"/>
                  <a:pt x="236030" y="255461"/>
                  <a:pt x="237649" y="256127"/>
                </a:cubicBezTo>
                <a:cubicBezTo>
                  <a:pt x="237744" y="256127"/>
                  <a:pt x="237839" y="256223"/>
                  <a:pt x="237935" y="256223"/>
                </a:cubicBezTo>
                <a:cubicBezTo>
                  <a:pt x="239554" y="256794"/>
                  <a:pt x="241173" y="257175"/>
                  <a:pt x="242888" y="257175"/>
                </a:cubicBezTo>
                <a:cubicBezTo>
                  <a:pt x="242983" y="257175"/>
                  <a:pt x="242983" y="257175"/>
                  <a:pt x="243078" y="257175"/>
                </a:cubicBezTo>
                <a:cubicBezTo>
                  <a:pt x="243650" y="257175"/>
                  <a:pt x="244126" y="256985"/>
                  <a:pt x="244602" y="256889"/>
                </a:cubicBezTo>
                <a:cubicBezTo>
                  <a:pt x="245840" y="256699"/>
                  <a:pt x="247079" y="256604"/>
                  <a:pt x="248317" y="256127"/>
                </a:cubicBezTo>
                <a:cubicBezTo>
                  <a:pt x="248984" y="255842"/>
                  <a:pt x="249555" y="255270"/>
                  <a:pt x="250222" y="254889"/>
                </a:cubicBezTo>
                <a:cubicBezTo>
                  <a:pt x="251079" y="254318"/>
                  <a:pt x="252031" y="253937"/>
                  <a:pt x="252794" y="253270"/>
                </a:cubicBezTo>
                <a:cubicBezTo>
                  <a:pt x="252889" y="253175"/>
                  <a:pt x="252889" y="253079"/>
                  <a:pt x="252984" y="253079"/>
                </a:cubicBezTo>
                <a:cubicBezTo>
                  <a:pt x="253079" y="252984"/>
                  <a:pt x="253175" y="252984"/>
                  <a:pt x="253270" y="252889"/>
                </a:cubicBezTo>
                <a:cubicBezTo>
                  <a:pt x="253746" y="252413"/>
                  <a:pt x="301181" y="203930"/>
                  <a:pt x="357283" y="203930"/>
                </a:cubicBezTo>
                <a:cubicBezTo>
                  <a:pt x="413385" y="203930"/>
                  <a:pt x="460820" y="252413"/>
                  <a:pt x="461296" y="252889"/>
                </a:cubicBezTo>
                <a:cubicBezTo>
                  <a:pt x="461296" y="252889"/>
                  <a:pt x="461391" y="252984"/>
                  <a:pt x="461391" y="252984"/>
                </a:cubicBezTo>
                <a:cubicBezTo>
                  <a:pt x="461867" y="253556"/>
                  <a:pt x="462534" y="253937"/>
                  <a:pt x="463106" y="254413"/>
                </a:cubicBezTo>
                <a:cubicBezTo>
                  <a:pt x="463296" y="254508"/>
                  <a:pt x="463391" y="254699"/>
                  <a:pt x="463582" y="254794"/>
                </a:cubicBezTo>
                <a:cubicBezTo>
                  <a:pt x="464344" y="255270"/>
                  <a:pt x="465201" y="255746"/>
                  <a:pt x="466058" y="256127"/>
                </a:cubicBezTo>
                <a:cubicBezTo>
                  <a:pt x="466439" y="256223"/>
                  <a:pt x="466725" y="256318"/>
                  <a:pt x="467106" y="256413"/>
                </a:cubicBezTo>
                <a:cubicBezTo>
                  <a:pt x="467678" y="256604"/>
                  <a:pt x="468154" y="256794"/>
                  <a:pt x="468725" y="256889"/>
                </a:cubicBezTo>
                <a:cubicBezTo>
                  <a:pt x="469678" y="257080"/>
                  <a:pt x="470630" y="257175"/>
                  <a:pt x="471583" y="257175"/>
                </a:cubicBezTo>
                <a:cubicBezTo>
                  <a:pt x="473297" y="257175"/>
                  <a:pt x="475012" y="256794"/>
                  <a:pt x="476536" y="256223"/>
                </a:cubicBezTo>
                <a:cubicBezTo>
                  <a:pt x="476631" y="256223"/>
                  <a:pt x="476822" y="256127"/>
                  <a:pt x="476917" y="256127"/>
                </a:cubicBezTo>
                <a:cubicBezTo>
                  <a:pt x="478536" y="255461"/>
                  <a:pt x="480060" y="254508"/>
                  <a:pt x="481298" y="253270"/>
                </a:cubicBezTo>
                <a:cubicBezTo>
                  <a:pt x="481298" y="253270"/>
                  <a:pt x="481394" y="253175"/>
                  <a:pt x="481489" y="253175"/>
                </a:cubicBezTo>
                <a:cubicBezTo>
                  <a:pt x="481489" y="253175"/>
                  <a:pt x="481489" y="253175"/>
                  <a:pt x="481489" y="253079"/>
                </a:cubicBezTo>
                <a:cubicBezTo>
                  <a:pt x="482822" y="251841"/>
                  <a:pt x="483870" y="250222"/>
                  <a:pt x="484632" y="248603"/>
                </a:cubicBezTo>
                <a:cubicBezTo>
                  <a:pt x="484632" y="248603"/>
                  <a:pt x="484632" y="248507"/>
                  <a:pt x="484727" y="248507"/>
                </a:cubicBezTo>
                <a:cubicBezTo>
                  <a:pt x="485204" y="246888"/>
                  <a:pt x="485585" y="245174"/>
                  <a:pt x="485680" y="243364"/>
                </a:cubicBezTo>
                <a:close/>
                <a:moveTo>
                  <a:pt x="242888" y="223361"/>
                </a:moveTo>
                <a:cubicBezTo>
                  <a:pt x="223838" y="206883"/>
                  <a:pt x="180404" y="175165"/>
                  <a:pt x="128588" y="175165"/>
                </a:cubicBezTo>
                <a:cubicBezTo>
                  <a:pt x="88678" y="175165"/>
                  <a:pt x="53721" y="194024"/>
                  <a:pt x="31052" y="210217"/>
                </a:cubicBezTo>
                <a:cubicBezTo>
                  <a:pt x="46768" y="107537"/>
                  <a:pt x="135827" y="28575"/>
                  <a:pt x="242888" y="28575"/>
                </a:cubicBezTo>
                <a:cubicBezTo>
                  <a:pt x="349949" y="28575"/>
                  <a:pt x="439007" y="107537"/>
                  <a:pt x="454724" y="210312"/>
                </a:cubicBezTo>
                <a:cubicBezTo>
                  <a:pt x="432054" y="194119"/>
                  <a:pt x="397193" y="175260"/>
                  <a:pt x="357188" y="175260"/>
                </a:cubicBezTo>
                <a:cubicBezTo>
                  <a:pt x="305372" y="175260"/>
                  <a:pt x="261938" y="206978"/>
                  <a:pt x="242888" y="223361"/>
                </a:cubicBezTo>
                <a:close/>
                <a:moveTo>
                  <a:pt x="257175" y="300228"/>
                </a:moveTo>
                <a:lnTo>
                  <a:pt x="257175" y="417195"/>
                </a:lnTo>
                <a:cubicBezTo>
                  <a:pt x="257175" y="418243"/>
                  <a:pt x="257080" y="419195"/>
                  <a:pt x="256889" y="420148"/>
                </a:cubicBezTo>
                <a:cubicBezTo>
                  <a:pt x="253841" y="456724"/>
                  <a:pt x="223171" y="485585"/>
                  <a:pt x="185738" y="485585"/>
                </a:cubicBezTo>
                <a:cubicBezTo>
                  <a:pt x="146304" y="485585"/>
                  <a:pt x="114300" y="453581"/>
                  <a:pt x="114300" y="414147"/>
                </a:cubicBezTo>
                <a:cubicBezTo>
                  <a:pt x="114300" y="406241"/>
                  <a:pt x="120682" y="399860"/>
                  <a:pt x="128588" y="399860"/>
                </a:cubicBezTo>
                <a:cubicBezTo>
                  <a:pt x="136493" y="399860"/>
                  <a:pt x="142875" y="406241"/>
                  <a:pt x="142875" y="414147"/>
                </a:cubicBezTo>
                <a:cubicBezTo>
                  <a:pt x="142875" y="437769"/>
                  <a:pt x="162116" y="457010"/>
                  <a:pt x="185738" y="457010"/>
                </a:cubicBezTo>
                <a:cubicBezTo>
                  <a:pt x="209360" y="457010"/>
                  <a:pt x="228600" y="437769"/>
                  <a:pt x="228600" y="414147"/>
                </a:cubicBezTo>
                <a:lnTo>
                  <a:pt x="228600" y="300228"/>
                </a:lnTo>
                <a:cubicBezTo>
                  <a:pt x="228600" y="292322"/>
                  <a:pt x="234982" y="285941"/>
                  <a:pt x="242888" y="285941"/>
                </a:cubicBezTo>
                <a:cubicBezTo>
                  <a:pt x="250793" y="285941"/>
                  <a:pt x="257175" y="292322"/>
                  <a:pt x="257175" y="300228"/>
                </a:cubicBezTo>
                <a:close/>
              </a:path>
            </a:pathLst>
          </a:custGeom>
          <a:solidFill>
            <a:schemeClr val="bg1"/>
          </a:solidFill>
          <a:ln w="9525" cap="flat">
            <a:noFill/>
            <a:prstDash val="solid"/>
            <a:miter/>
          </a:ln>
        </p:spPr>
        <p:txBody>
          <a:bodyPr rtlCol="0" anchor="ctr"/>
          <a:lstStyle/>
          <a:p>
            <a:endParaRPr lang="en-US"/>
          </a:p>
        </p:txBody>
      </p:sp>
      <p:sp>
        <p:nvSpPr>
          <p:cNvPr id="151" name="Grafik 33">
            <a:extLst>
              <a:ext uri="{FF2B5EF4-FFF2-40B4-BE49-F238E27FC236}">
                <a16:creationId xmlns:a16="http://schemas.microsoft.com/office/drawing/2014/main" id="{C5CFB76A-B751-4832-B9C9-8FC3C4E4D452}"/>
              </a:ext>
            </a:extLst>
          </p:cNvPr>
          <p:cNvSpPr/>
          <p:nvPr/>
        </p:nvSpPr>
        <p:spPr bwMode="gray">
          <a:xfrm>
            <a:off x="3279588" y="5654895"/>
            <a:ext cx="398526" cy="486060"/>
          </a:xfrm>
          <a:custGeom>
            <a:avLst/>
            <a:gdLst>
              <a:gd name="connsiteX0" fmla="*/ 128969 w 398526"/>
              <a:gd name="connsiteY0" fmla="*/ 414623 h 486060"/>
              <a:gd name="connsiteX1" fmla="*/ 128969 w 398526"/>
              <a:gd name="connsiteY1" fmla="*/ 186214 h 486060"/>
              <a:gd name="connsiteX2" fmla="*/ 143256 w 398526"/>
              <a:gd name="connsiteY2" fmla="*/ 171926 h 486060"/>
              <a:gd name="connsiteX3" fmla="*/ 157544 w 398526"/>
              <a:gd name="connsiteY3" fmla="*/ 186214 h 486060"/>
              <a:gd name="connsiteX4" fmla="*/ 157544 w 398526"/>
              <a:gd name="connsiteY4" fmla="*/ 414719 h 486060"/>
              <a:gd name="connsiteX5" fmla="*/ 143256 w 398526"/>
              <a:gd name="connsiteY5" fmla="*/ 429006 h 486060"/>
              <a:gd name="connsiteX6" fmla="*/ 128969 w 398526"/>
              <a:gd name="connsiteY6" fmla="*/ 414623 h 486060"/>
              <a:gd name="connsiteX7" fmla="*/ 200216 w 398526"/>
              <a:gd name="connsiteY7" fmla="*/ 414623 h 486060"/>
              <a:gd name="connsiteX8" fmla="*/ 214503 w 398526"/>
              <a:gd name="connsiteY8" fmla="*/ 400336 h 486060"/>
              <a:gd name="connsiteX9" fmla="*/ 214503 w 398526"/>
              <a:gd name="connsiteY9" fmla="*/ 200501 h 486060"/>
              <a:gd name="connsiteX10" fmla="*/ 200216 w 398526"/>
              <a:gd name="connsiteY10" fmla="*/ 186214 h 486060"/>
              <a:gd name="connsiteX11" fmla="*/ 185928 w 398526"/>
              <a:gd name="connsiteY11" fmla="*/ 200501 h 486060"/>
              <a:gd name="connsiteX12" fmla="*/ 185928 w 398526"/>
              <a:gd name="connsiteY12" fmla="*/ 400431 h 486060"/>
              <a:gd name="connsiteX13" fmla="*/ 200216 w 398526"/>
              <a:gd name="connsiteY13" fmla="*/ 414623 h 486060"/>
              <a:gd name="connsiteX14" fmla="*/ 257651 w 398526"/>
              <a:gd name="connsiteY14" fmla="*/ 428911 h 486060"/>
              <a:gd name="connsiteX15" fmla="*/ 271939 w 398526"/>
              <a:gd name="connsiteY15" fmla="*/ 414623 h 486060"/>
              <a:gd name="connsiteX16" fmla="*/ 271939 w 398526"/>
              <a:gd name="connsiteY16" fmla="*/ 186214 h 486060"/>
              <a:gd name="connsiteX17" fmla="*/ 257651 w 398526"/>
              <a:gd name="connsiteY17" fmla="*/ 171926 h 486060"/>
              <a:gd name="connsiteX18" fmla="*/ 243364 w 398526"/>
              <a:gd name="connsiteY18" fmla="*/ 186214 h 486060"/>
              <a:gd name="connsiteX19" fmla="*/ 243364 w 398526"/>
              <a:gd name="connsiteY19" fmla="*/ 414719 h 486060"/>
              <a:gd name="connsiteX20" fmla="*/ 257651 w 398526"/>
              <a:gd name="connsiteY20" fmla="*/ 428911 h 486060"/>
              <a:gd name="connsiteX21" fmla="*/ 398526 w 398526"/>
              <a:gd name="connsiteY21" fmla="*/ 114681 h 486060"/>
              <a:gd name="connsiteX22" fmla="*/ 384239 w 398526"/>
              <a:gd name="connsiteY22" fmla="*/ 128969 h 486060"/>
              <a:gd name="connsiteX23" fmla="*/ 357664 w 398526"/>
              <a:gd name="connsiteY23" fmla="*/ 128969 h 486060"/>
              <a:gd name="connsiteX24" fmla="*/ 357664 w 398526"/>
              <a:gd name="connsiteY24" fmla="*/ 457486 h 486060"/>
              <a:gd name="connsiteX25" fmla="*/ 329089 w 398526"/>
              <a:gd name="connsiteY25" fmla="*/ 486061 h 486060"/>
              <a:gd name="connsiteX26" fmla="*/ 71914 w 398526"/>
              <a:gd name="connsiteY26" fmla="*/ 486061 h 486060"/>
              <a:gd name="connsiteX27" fmla="*/ 43339 w 398526"/>
              <a:gd name="connsiteY27" fmla="*/ 457486 h 486060"/>
              <a:gd name="connsiteX28" fmla="*/ 43339 w 398526"/>
              <a:gd name="connsiteY28" fmla="*/ 128969 h 486060"/>
              <a:gd name="connsiteX29" fmla="*/ 14288 w 398526"/>
              <a:gd name="connsiteY29" fmla="*/ 128969 h 486060"/>
              <a:gd name="connsiteX30" fmla="*/ 0 w 398526"/>
              <a:gd name="connsiteY30" fmla="*/ 114681 h 486060"/>
              <a:gd name="connsiteX31" fmla="*/ 14288 w 398526"/>
              <a:gd name="connsiteY31" fmla="*/ 100394 h 486060"/>
              <a:gd name="connsiteX32" fmla="*/ 71914 w 398526"/>
              <a:gd name="connsiteY32" fmla="*/ 100394 h 486060"/>
              <a:gd name="connsiteX33" fmla="*/ 71914 w 398526"/>
              <a:gd name="connsiteY33" fmla="*/ 100394 h 486060"/>
              <a:gd name="connsiteX34" fmla="*/ 87154 w 398526"/>
              <a:gd name="connsiteY34" fmla="*/ 100394 h 486060"/>
              <a:gd name="connsiteX35" fmla="*/ 200501 w 398526"/>
              <a:gd name="connsiteY35" fmla="*/ 0 h 486060"/>
              <a:gd name="connsiteX36" fmla="*/ 313849 w 398526"/>
              <a:gd name="connsiteY36" fmla="*/ 100394 h 486060"/>
              <a:gd name="connsiteX37" fmla="*/ 329089 w 398526"/>
              <a:gd name="connsiteY37" fmla="*/ 100394 h 486060"/>
              <a:gd name="connsiteX38" fmla="*/ 329089 w 398526"/>
              <a:gd name="connsiteY38" fmla="*/ 100394 h 486060"/>
              <a:gd name="connsiteX39" fmla="*/ 384239 w 398526"/>
              <a:gd name="connsiteY39" fmla="*/ 100394 h 486060"/>
              <a:gd name="connsiteX40" fmla="*/ 398526 w 398526"/>
              <a:gd name="connsiteY40" fmla="*/ 114681 h 486060"/>
              <a:gd name="connsiteX41" fmla="*/ 116015 w 398526"/>
              <a:gd name="connsiteY41" fmla="*/ 100394 h 486060"/>
              <a:gd name="connsiteX42" fmla="*/ 284988 w 398526"/>
              <a:gd name="connsiteY42" fmla="*/ 100394 h 486060"/>
              <a:gd name="connsiteX43" fmla="*/ 200501 w 398526"/>
              <a:gd name="connsiteY43" fmla="*/ 28575 h 486060"/>
              <a:gd name="connsiteX44" fmla="*/ 116015 w 398526"/>
              <a:gd name="connsiteY44" fmla="*/ 100394 h 486060"/>
              <a:gd name="connsiteX45" fmla="*/ 329089 w 398526"/>
              <a:gd name="connsiteY45" fmla="*/ 128969 h 486060"/>
              <a:gd name="connsiteX46" fmla="*/ 71914 w 398526"/>
              <a:gd name="connsiteY46" fmla="*/ 128969 h 486060"/>
              <a:gd name="connsiteX47" fmla="*/ 71914 w 398526"/>
              <a:gd name="connsiteY47" fmla="*/ 457486 h 486060"/>
              <a:gd name="connsiteX48" fmla="*/ 329089 w 398526"/>
              <a:gd name="connsiteY48" fmla="*/ 457486 h 486060"/>
              <a:gd name="connsiteX49" fmla="*/ 329089 w 398526"/>
              <a:gd name="connsiteY49" fmla="*/ 128969 h 486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98526" h="486060">
                <a:moveTo>
                  <a:pt x="128969" y="414623"/>
                </a:moveTo>
                <a:lnTo>
                  <a:pt x="128969" y="186214"/>
                </a:lnTo>
                <a:cubicBezTo>
                  <a:pt x="128969" y="178308"/>
                  <a:pt x="135350" y="171926"/>
                  <a:pt x="143256" y="171926"/>
                </a:cubicBezTo>
                <a:cubicBezTo>
                  <a:pt x="151162" y="171926"/>
                  <a:pt x="157544" y="178308"/>
                  <a:pt x="157544" y="186214"/>
                </a:cubicBezTo>
                <a:lnTo>
                  <a:pt x="157544" y="414719"/>
                </a:lnTo>
                <a:cubicBezTo>
                  <a:pt x="157544" y="422624"/>
                  <a:pt x="151162" y="429006"/>
                  <a:pt x="143256" y="429006"/>
                </a:cubicBezTo>
                <a:cubicBezTo>
                  <a:pt x="135350" y="429006"/>
                  <a:pt x="128969" y="422529"/>
                  <a:pt x="128969" y="414623"/>
                </a:cubicBezTo>
                <a:close/>
                <a:moveTo>
                  <a:pt x="200216" y="414623"/>
                </a:moveTo>
                <a:cubicBezTo>
                  <a:pt x="208121" y="414623"/>
                  <a:pt x="214503" y="408242"/>
                  <a:pt x="214503" y="400336"/>
                </a:cubicBezTo>
                <a:lnTo>
                  <a:pt x="214503" y="200501"/>
                </a:lnTo>
                <a:cubicBezTo>
                  <a:pt x="214503" y="192596"/>
                  <a:pt x="208121" y="186214"/>
                  <a:pt x="200216" y="186214"/>
                </a:cubicBezTo>
                <a:cubicBezTo>
                  <a:pt x="192310" y="186214"/>
                  <a:pt x="185928" y="192596"/>
                  <a:pt x="185928" y="200501"/>
                </a:cubicBezTo>
                <a:lnTo>
                  <a:pt x="185928" y="400431"/>
                </a:lnTo>
                <a:cubicBezTo>
                  <a:pt x="185928" y="408242"/>
                  <a:pt x="192310" y="414623"/>
                  <a:pt x="200216" y="414623"/>
                </a:cubicBezTo>
                <a:close/>
                <a:moveTo>
                  <a:pt x="257651" y="428911"/>
                </a:moveTo>
                <a:cubicBezTo>
                  <a:pt x="265557" y="428911"/>
                  <a:pt x="271939" y="422529"/>
                  <a:pt x="271939" y="414623"/>
                </a:cubicBezTo>
                <a:lnTo>
                  <a:pt x="271939" y="186214"/>
                </a:lnTo>
                <a:cubicBezTo>
                  <a:pt x="271939" y="178308"/>
                  <a:pt x="265557" y="171926"/>
                  <a:pt x="257651" y="171926"/>
                </a:cubicBezTo>
                <a:cubicBezTo>
                  <a:pt x="249746" y="171926"/>
                  <a:pt x="243364" y="178308"/>
                  <a:pt x="243364" y="186214"/>
                </a:cubicBezTo>
                <a:lnTo>
                  <a:pt x="243364" y="414719"/>
                </a:lnTo>
                <a:cubicBezTo>
                  <a:pt x="243364" y="422529"/>
                  <a:pt x="249746" y="428911"/>
                  <a:pt x="257651" y="428911"/>
                </a:cubicBezTo>
                <a:close/>
                <a:moveTo>
                  <a:pt x="398526" y="114681"/>
                </a:moveTo>
                <a:cubicBezTo>
                  <a:pt x="398526" y="122587"/>
                  <a:pt x="392144" y="128969"/>
                  <a:pt x="384239" y="128969"/>
                </a:cubicBezTo>
                <a:lnTo>
                  <a:pt x="357664" y="128969"/>
                </a:lnTo>
                <a:lnTo>
                  <a:pt x="357664" y="457486"/>
                </a:lnTo>
                <a:cubicBezTo>
                  <a:pt x="357664" y="473297"/>
                  <a:pt x="344900" y="486061"/>
                  <a:pt x="329089" y="486061"/>
                </a:cubicBezTo>
                <a:lnTo>
                  <a:pt x="71914" y="486061"/>
                </a:lnTo>
                <a:cubicBezTo>
                  <a:pt x="56102" y="486061"/>
                  <a:pt x="43339" y="473297"/>
                  <a:pt x="43339" y="457486"/>
                </a:cubicBezTo>
                <a:lnTo>
                  <a:pt x="43339" y="128969"/>
                </a:lnTo>
                <a:lnTo>
                  <a:pt x="14288" y="128969"/>
                </a:lnTo>
                <a:cubicBezTo>
                  <a:pt x="6382" y="128969"/>
                  <a:pt x="0" y="122587"/>
                  <a:pt x="0" y="114681"/>
                </a:cubicBezTo>
                <a:cubicBezTo>
                  <a:pt x="0" y="106775"/>
                  <a:pt x="6382" y="100394"/>
                  <a:pt x="14288" y="100394"/>
                </a:cubicBezTo>
                <a:lnTo>
                  <a:pt x="71914" y="100394"/>
                </a:lnTo>
                <a:cubicBezTo>
                  <a:pt x="71914" y="100394"/>
                  <a:pt x="71914" y="100394"/>
                  <a:pt x="71914" y="100394"/>
                </a:cubicBezTo>
                <a:lnTo>
                  <a:pt x="87154" y="100394"/>
                </a:lnTo>
                <a:cubicBezTo>
                  <a:pt x="94012" y="43910"/>
                  <a:pt x="142208" y="0"/>
                  <a:pt x="200501" y="0"/>
                </a:cubicBezTo>
                <a:cubicBezTo>
                  <a:pt x="258794" y="0"/>
                  <a:pt x="306991" y="43910"/>
                  <a:pt x="313849" y="100394"/>
                </a:cubicBezTo>
                <a:lnTo>
                  <a:pt x="329089" y="100394"/>
                </a:lnTo>
                <a:cubicBezTo>
                  <a:pt x="329089" y="100394"/>
                  <a:pt x="329089" y="100394"/>
                  <a:pt x="329089" y="100394"/>
                </a:cubicBezTo>
                <a:lnTo>
                  <a:pt x="384239" y="100394"/>
                </a:lnTo>
                <a:cubicBezTo>
                  <a:pt x="392144" y="100394"/>
                  <a:pt x="398526" y="106871"/>
                  <a:pt x="398526" y="114681"/>
                </a:cubicBezTo>
                <a:close/>
                <a:moveTo>
                  <a:pt x="116015" y="100394"/>
                </a:moveTo>
                <a:lnTo>
                  <a:pt x="284988" y="100394"/>
                </a:lnTo>
                <a:cubicBezTo>
                  <a:pt x="278416" y="59722"/>
                  <a:pt x="243078" y="28575"/>
                  <a:pt x="200501" y="28575"/>
                </a:cubicBezTo>
                <a:cubicBezTo>
                  <a:pt x="157925" y="28575"/>
                  <a:pt x="122682" y="59722"/>
                  <a:pt x="116015" y="100394"/>
                </a:cubicBezTo>
                <a:close/>
                <a:moveTo>
                  <a:pt x="329089" y="128969"/>
                </a:moveTo>
                <a:lnTo>
                  <a:pt x="71914" y="128969"/>
                </a:lnTo>
                <a:lnTo>
                  <a:pt x="71914" y="457486"/>
                </a:lnTo>
                <a:lnTo>
                  <a:pt x="329089" y="457486"/>
                </a:lnTo>
                <a:lnTo>
                  <a:pt x="329089" y="128969"/>
                </a:lnTo>
                <a:close/>
              </a:path>
            </a:pathLst>
          </a:custGeom>
          <a:solidFill>
            <a:schemeClr val="bg1"/>
          </a:solidFill>
          <a:ln w="9525" cap="flat">
            <a:noFill/>
            <a:prstDash val="solid"/>
            <a:miter/>
          </a:ln>
        </p:spPr>
        <p:txBody>
          <a:bodyPr rtlCol="0" anchor="ctr"/>
          <a:lstStyle/>
          <a:p>
            <a:endParaRPr lang="en-US"/>
          </a:p>
        </p:txBody>
      </p:sp>
      <p:sp>
        <p:nvSpPr>
          <p:cNvPr id="153" name="Grafik 38">
            <a:extLst>
              <a:ext uri="{FF2B5EF4-FFF2-40B4-BE49-F238E27FC236}">
                <a16:creationId xmlns:a16="http://schemas.microsoft.com/office/drawing/2014/main" id="{64E6E6C9-2FFE-4FB8-9E3B-D81EBE2F0A8F}"/>
              </a:ext>
            </a:extLst>
          </p:cNvPr>
          <p:cNvSpPr/>
          <p:nvPr/>
        </p:nvSpPr>
        <p:spPr bwMode="gray">
          <a:xfrm>
            <a:off x="4179538" y="5643525"/>
            <a:ext cx="377380" cy="485775"/>
          </a:xfrm>
          <a:custGeom>
            <a:avLst/>
            <a:gdLst>
              <a:gd name="connsiteX0" fmla="*/ 347663 w 377380"/>
              <a:gd name="connsiteY0" fmla="*/ 195929 h 485775"/>
              <a:gd name="connsiteX1" fmla="*/ 346900 w 377380"/>
              <a:gd name="connsiteY1" fmla="*/ 194881 h 485775"/>
              <a:gd name="connsiteX2" fmla="*/ 199930 w 377380"/>
              <a:gd name="connsiteY2" fmla="*/ 5525 h 485775"/>
              <a:gd name="connsiteX3" fmla="*/ 188595 w 377380"/>
              <a:gd name="connsiteY3" fmla="*/ 0 h 485775"/>
              <a:gd name="connsiteX4" fmla="*/ 188500 w 377380"/>
              <a:gd name="connsiteY4" fmla="*/ 0 h 485775"/>
              <a:gd name="connsiteX5" fmla="*/ 177070 w 377380"/>
              <a:gd name="connsiteY5" fmla="*/ 5525 h 485775"/>
              <a:gd name="connsiteX6" fmla="*/ 30194 w 377380"/>
              <a:gd name="connsiteY6" fmla="*/ 194881 h 485775"/>
              <a:gd name="connsiteX7" fmla="*/ 29432 w 377380"/>
              <a:gd name="connsiteY7" fmla="*/ 196025 h 485775"/>
              <a:gd name="connsiteX8" fmla="*/ 0 w 377380"/>
              <a:gd name="connsiteY8" fmla="*/ 297085 h 485775"/>
              <a:gd name="connsiteX9" fmla="*/ 188690 w 377380"/>
              <a:gd name="connsiteY9" fmla="*/ 485775 h 485775"/>
              <a:gd name="connsiteX10" fmla="*/ 377381 w 377380"/>
              <a:gd name="connsiteY10" fmla="*/ 297085 h 485775"/>
              <a:gd name="connsiteX11" fmla="*/ 347663 w 377380"/>
              <a:gd name="connsiteY11" fmla="*/ 195929 h 485775"/>
              <a:gd name="connsiteX12" fmla="*/ 188690 w 377380"/>
              <a:gd name="connsiteY12" fmla="*/ 457200 h 485775"/>
              <a:gd name="connsiteX13" fmla="*/ 28575 w 377380"/>
              <a:gd name="connsiteY13" fmla="*/ 297085 h 485775"/>
              <a:gd name="connsiteX14" fmla="*/ 53150 w 377380"/>
              <a:gd name="connsiteY14" fmla="*/ 211836 h 485775"/>
              <a:gd name="connsiteX15" fmla="*/ 188500 w 377380"/>
              <a:gd name="connsiteY15" fmla="*/ 37433 h 485775"/>
              <a:gd name="connsiteX16" fmla="*/ 323850 w 377380"/>
              <a:gd name="connsiteY16" fmla="*/ 211836 h 485775"/>
              <a:gd name="connsiteX17" fmla="*/ 348710 w 377380"/>
              <a:gd name="connsiteY17" fmla="*/ 297085 h 485775"/>
              <a:gd name="connsiteX18" fmla="*/ 188690 w 377380"/>
              <a:gd name="connsiteY18" fmla="*/ 457200 h 485775"/>
              <a:gd name="connsiteX19" fmla="*/ 268415 w 377380"/>
              <a:gd name="connsiteY19" fmla="*/ 383476 h 485775"/>
              <a:gd name="connsiteX20" fmla="*/ 265271 w 377380"/>
              <a:gd name="connsiteY20" fmla="*/ 403384 h 485775"/>
              <a:gd name="connsiteX21" fmla="*/ 188595 w 377380"/>
              <a:gd name="connsiteY21" fmla="*/ 428339 h 485775"/>
              <a:gd name="connsiteX22" fmla="*/ 126778 w 377380"/>
              <a:gd name="connsiteY22" fmla="*/ 412814 h 485775"/>
              <a:gd name="connsiteX23" fmla="*/ 120968 w 377380"/>
              <a:gd name="connsiteY23" fmla="*/ 393478 h 485775"/>
              <a:gd name="connsiteX24" fmla="*/ 140303 w 377380"/>
              <a:gd name="connsiteY24" fmla="*/ 387668 h 485775"/>
              <a:gd name="connsiteX25" fmla="*/ 188500 w 377380"/>
              <a:gd name="connsiteY25" fmla="*/ 399764 h 485775"/>
              <a:gd name="connsiteX26" fmla="*/ 248317 w 377380"/>
              <a:gd name="connsiteY26" fmla="*/ 380333 h 485775"/>
              <a:gd name="connsiteX27" fmla="*/ 268415 w 377380"/>
              <a:gd name="connsiteY27" fmla="*/ 383476 h 485775"/>
              <a:gd name="connsiteX28" fmla="*/ 102394 w 377380"/>
              <a:gd name="connsiteY28" fmla="*/ 244031 h 485775"/>
              <a:gd name="connsiteX29" fmla="*/ 86868 w 377380"/>
              <a:gd name="connsiteY29" fmla="*/ 298037 h 485775"/>
              <a:gd name="connsiteX30" fmla="*/ 99536 w 377380"/>
              <a:gd name="connsiteY30" fmla="*/ 347282 h 485775"/>
              <a:gd name="connsiteX31" fmla="*/ 94012 w 377380"/>
              <a:gd name="connsiteY31" fmla="*/ 366713 h 485775"/>
              <a:gd name="connsiteX32" fmla="*/ 87059 w 377380"/>
              <a:gd name="connsiteY32" fmla="*/ 368522 h 485775"/>
              <a:gd name="connsiteX33" fmla="*/ 74581 w 377380"/>
              <a:gd name="connsiteY33" fmla="*/ 361188 h 485775"/>
              <a:gd name="connsiteX34" fmla="*/ 58293 w 377380"/>
              <a:gd name="connsiteY34" fmla="*/ 298037 h 485775"/>
              <a:gd name="connsiteX35" fmla="*/ 78581 w 377380"/>
              <a:gd name="connsiteY35" fmla="*/ 228219 h 485775"/>
              <a:gd name="connsiteX36" fmla="*/ 79343 w 377380"/>
              <a:gd name="connsiteY36" fmla="*/ 227076 h 485775"/>
              <a:gd name="connsiteX37" fmla="*/ 111538 w 377380"/>
              <a:gd name="connsiteY37" fmla="*/ 185547 h 485775"/>
              <a:gd name="connsiteX38" fmla="*/ 131540 w 377380"/>
              <a:gd name="connsiteY38" fmla="*/ 182975 h 485775"/>
              <a:gd name="connsiteX39" fmla="*/ 134112 w 377380"/>
              <a:gd name="connsiteY39" fmla="*/ 203073 h 485775"/>
              <a:gd name="connsiteX40" fmla="*/ 102394 w 377380"/>
              <a:gd name="connsiteY40" fmla="*/ 24403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77380" h="485775">
                <a:moveTo>
                  <a:pt x="347663" y="195929"/>
                </a:moveTo>
                <a:cubicBezTo>
                  <a:pt x="347472" y="195548"/>
                  <a:pt x="347186" y="195167"/>
                  <a:pt x="346900" y="194881"/>
                </a:cubicBezTo>
                <a:lnTo>
                  <a:pt x="199930" y="5525"/>
                </a:lnTo>
                <a:cubicBezTo>
                  <a:pt x="197168" y="1905"/>
                  <a:pt x="192881" y="0"/>
                  <a:pt x="188595" y="0"/>
                </a:cubicBezTo>
                <a:cubicBezTo>
                  <a:pt x="188595" y="0"/>
                  <a:pt x="188500" y="0"/>
                  <a:pt x="188500" y="0"/>
                </a:cubicBezTo>
                <a:cubicBezTo>
                  <a:pt x="184118" y="95"/>
                  <a:pt x="179927" y="1905"/>
                  <a:pt x="177070" y="5525"/>
                </a:cubicBezTo>
                <a:lnTo>
                  <a:pt x="30194" y="194881"/>
                </a:lnTo>
                <a:cubicBezTo>
                  <a:pt x="29909" y="195263"/>
                  <a:pt x="29623" y="195644"/>
                  <a:pt x="29432" y="196025"/>
                </a:cubicBezTo>
                <a:cubicBezTo>
                  <a:pt x="10192" y="226314"/>
                  <a:pt x="0" y="261271"/>
                  <a:pt x="0" y="297085"/>
                </a:cubicBezTo>
                <a:cubicBezTo>
                  <a:pt x="0" y="401098"/>
                  <a:pt x="84582" y="485775"/>
                  <a:pt x="188690" y="485775"/>
                </a:cubicBezTo>
                <a:cubicBezTo>
                  <a:pt x="292703" y="485775"/>
                  <a:pt x="377381" y="401193"/>
                  <a:pt x="377381" y="297085"/>
                </a:cubicBezTo>
                <a:cubicBezTo>
                  <a:pt x="377285" y="261461"/>
                  <a:pt x="366998" y="226505"/>
                  <a:pt x="347663" y="195929"/>
                </a:cubicBezTo>
                <a:close/>
                <a:moveTo>
                  <a:pt x="188690" y="457200"/>
                </a:moveTo>
                <a:cubicBezTo>
                  <a:pt x="100394" y="457200"/>
                  <a:pt x="28575" y="385382"/>
                  <a:pt x="28575" y="297085"/>
                </a:cubicBezTo>
                <a:cubicBezTo>
                  <a:pt x="28575" y="266986"/>
                  <a:pt x="37052" y="237554"/>
                  <a:pt x="53150" y="211836"/>
                </a:cubicBezTo>
                <a:lnTo>
                  <a:pt x="188500" y="37433"/>
                </a:lnTo>
                <a:lnTo>
                  <a:pt x="323850" y="211836"/>
                </a:lnTo>
                <a:cubicBezTo>
                  <a:pt x="340138" y="237649"/>
                  <a:pt x="348710" y="267081"/>
                  <a:pt x="348710" y="297085"/>
                </a:cubicBezTo>
                <a:cubicBezTo>
                  <a:pt x="348710" y="385382"/>
                  <a:pt x="276892" y="457200"/>
                  <a:pt x="188690" y="457200"/>
                </a:cubicBezTo>
                <a:close/>
                <a:moveTo>
                  <a:pt x="268415" y="383476"/>
                </a:moveTo>
                <a:cubicBezTo>
                  <a:pt x="273082" y="389858"/>
                  <a:pt x="271653" y="398812"/>
                  <a:pt x="265271" y="403384"/>
                </a:cubicBezTo>
                <a:cubicBezTo>
                  <a:pt x="242888" y="419672"/>
                  <a:pt x="216408" y="428339"/>
                  <a:pt x="188595" y="428339"/>
                </a:cubicBezTo>
                <a:cubicBezTo>
                  <a:pt x="167069" y="428339"/>
                  <a:pt x="145637" y="423005"/>
                  <a:pt x="126778" y="412814"/>
                </a:cubicBezTo>
                <a:cubicBezTo>
                  <a:pt x="119825" y="409099"/>
                  <a:pt x="117253" y="400431"/>
                  <a:pt x="120968" y="393478"/>
                </a:cubicBezTo>
                <a:cubicBezTo>
                  <a:pt x="124682" y="386525"/>
                  <a:pt x="133350" y="383953"/>
                  <a:pt x="140303" y="387668"/>
                </a:cubicBezTo>
                <a:cubicBezTo>
                  <a:pt x="154972" y="395573"/>
                  <a:pt x="171641" y="399764"/>
                  <a:pt x="188500" y="399764"/>
                </a:cubicBezTo>
                <a:cubicBezTo>
                  <a:pt x="210217" y="399764"/>
                  <a:pt x="230886" y="393001"/>
                  <a:pt x="248317" y="380333"/>
                </a:cubicBezTo>
                <a:cubicBezTo>
                  <a:pt x="254889" y="375666"/>
                  <a:pt x="263747" y="377095"/>
                  <a:pt x="268415" y="383476"/>
                </a:cubicBezTo>
                <a:close/>
                <a:moveTo>
                  <a:pt x="102394" y="244031"/>
                </a:moveTo>
                <a:cubicBezTo>
                  <a:pt x="92202" y="260318"/>
                  <a:pt x="86868" y="278987"/>
                  <a:pt x="86868" y="298037"/>
                </a:cubicBezTo>
                <a:cubicBezTo>
                  <a:pt x="86868" y="315278"/>
                  <a:pt x="91250" y="332327"/>
                  <a:pt x="99536" y="347282"/>
                </a:cubicBezTo>
                <a:cubicBezTo>
                  <a:pt x="103346" y="354140"/>
                  <a:pt x="100870" y="362903"/>
                  <a:pt x="94012" y="366713"/>
                </a:cubicBezTo>
                <a:cubicBezTo>
                  <a:pt x="91821" y="367951"/>
                  <a:pt x="89440" y="368522"/>
                  <a:pt x="87059" y="368522"/>
                </a:cubicBezTo>
                <a:cubicBezTo>
                  <a:pt x="82010" y="368522"/>
                  <a:pt x="77153" y="365855"/>
                  <a:pt x="74581" y="361188"/>
                </a:cubicBezTo>
                <a:cubicBezTo>
                  <a:pt x="63913" y="341948"/>
                  <a:pt x="58293" y="320135"/>
                  <a:pt x="58293" y="298037"/>
                </a:cubicBezTo>
                <a:cubicBezTo>
                  <a:pt x="58293" y="273368"/>
                  <a:pt x="65342" y="249174"/>
                  <a:pt x="78581" y="228219"/>
                </a:cubicBezTo>
                <a:cubicBezTo>
                  <a:pt x="78867" y="227838"/>
                  <a:pt x="79058" y="227457"/>
                  <a:pt x="79343" y="227076"/>
                </a:cubicBezTo>
                <a:lnTo>
                  <a:pt x="111538" y="185547"/>
                </a:lnTo>
                <a:cubicBezTo>
                  <a:pt x="116396" y="179356"/>
                  <a:pt x="125349" y="178213"/>
                  <a:pt x="131540" y="182975"/>
                </a:cubicBezTo>
                <a:cubicBezTo>
                  <a:pt x="137732" y="187833"/>
                  <a:pt x="138875" y="196787"/>
                  <a:pt x="134112" y="203073"/>
                </a:cubicBezTo>
                <a:lnTo>
                  <a:pt x="102394" y="244031"/>
                </a:lnTo>
                <a:close/>
              </a:path>
            </a:pathLst>
          </a:custGeom>
          <a:solidFill>
            <a:schemeClr val="bg1"/>
          </a:solidFill>
          <a:ln w="9525" cap="flat">
            <a:noFill/>
            <a:prstDash val="solid"/>
            <a:miter/>
          </a:ln>
        </p:spPr>
        <p:txBody>
          <a:bodyPr rtlCol="0" anchor="ctr"/>
          <a:lstStyle/>
          <a:p>
            <a:endParaRPr lang="en-US"/>
          </a:p>
        </p:txBody>
      </p:sp>
      <p:sp>
        <p:nvSpPr>
          <p:cNvPr id="155" name="Grafik 28">
            <a:extLst>
              <a:ext uri="{FF2B5EF4-FFF2-40B4-BE49-F238E27FC236}">
                <a16:creationId xmlns:a16="http://schemas.microsoft.com/office/drawing/2014/main" id="{5F9B1346-BC30-413C-B8D6-07C6BA427C73}"/>
              </a:ext>
            </a:extLst>
          </p:cNvPr>
          <p:cNvSpPr/>
          <p:nvPr/>
        </p:nvSpPr>
        <p:spPr bwMode="gray">
          <a:xfrm>
            <a:off x="4960091" y="5646843"/>
            <a:ext cx="485679" cy="485298"/>
          </a:xfrm>
          <a:custGeom>
            <a:avLst/>
            <a:gdLst>
              <a:gd name="connsiteX0" fmla="*/ 485680 w 485679"/>
              <a:gd name="connsiteY0" fmla="*/ 356902 h 485298"/>
              <a:gd name="connsiteX1" fmla="*/ 485680 w 485679"/>
              <a:gd name="connsiteY1" fmla="*/ 461486 h 485298"/>
              <a:gd name="connsiteX2" fmla="*/ 461867 w 485679"/>
              <a:gd name="connsiteY2" fmla="*/ 485299 h 485298"/>
              <a:gd name="connsiteX3" fmla="*/ 23813 w 485679"/>
              <a:gd name="connsiteY3" fmla="*/ 485299 h 485298"/>
              <a:gd name="connsiteX4" fmla="*/ 0 w 485679"/>
              <a:gd name="connsiteY4" fmla="*/ 461486 h 485298"/>
              <a:gd name="connsiteX5" fmla="*/ 0 w 485679"/>
              <a:gd name="connsiteY5" fmla="*/ 356902 h 485298"/>
              <a:gd name="connsiteX6" fmla="*/ 14288 w 485679"/>
              <a:gd name="connsiteY6" fmla="*/ 342614 h 485298"/>
              <a:gd name="connsiteX7" fmla="*/ 28575 w 485679"/>
              <a:gd name="connsiteY7" fmla="*/ 356902 h 485298"/>
              <a:gd name="connsiteX8" fmla="*/ 28575 w 485679"/>
              <a:gd name="connsiteY8" fmla="*/ 456724 h 485298"/>
              <a:gd name="connsiteX9" fmla="*/ 457105 w 485679"/>
              <a:gd name="connsiteY9" fmla="*/ 456724 h 485298"/>
              <a:gd name="connsiteX10" fmla="*/ 457105 w 485679"/>
              <a:gd name="connsiteY10" fmla="*/ 356902 h 485298"/>
              <a:gd name="connsiteX11" fmla="*/ 471392 w 485679"/>
              <a:gd name="connsiteY11" fmla="*/ 342614 h 485298"/>
              <a:gd name="connsiteX12" fmla="*/ 485680 w 485679"/>
              <a:gd name="connsiteY12" fmla="*/ 356902 h 485298"/>
              <a:gd name="connsiteX13" fmla="*/ 226695 w 485679"/>
              <a:gd name="connsiteY13" fmla="*/ 364236 h 485298"/>
              <a:gd name="connsiteX14" fmla="*/ 243459 w 485679"/>
              <a:gd name="connsiteY14" fmla="*/ 371189 h 485298"/>
              <a:gd name="connsiteX15" fmla="*/ 260604 w 485679"/>
              <a:gd name="connsiteY15" fmla="*/ 364046 h 485298"/>
              <a:gd name="connsiteX16" fmla="*/ 367475 w 485679"/>
              <a:gd name="connsiteY16" fmla="*/ 252508 h 485298"/>
              <a:gd name="connsiteX17" fmla="*/ 367094 w 485679"/>
              <a:gd name="connsiteY17" fmla="*/ 232315 h 485298"/>
              <a:gd name="connsiteX18" fmla="*/ 346900 w 485679"/>
              <a:gd name="connsiteY18" fmla="*/ 232696 h 485298"/>
              <a:gd name="connsiteX19" fmla="*/ 257175 w 485679"/>
              <a:gd name="connsiteY19" fmla="*/ 326326 h 485298"/>
              <a:gd name="connsiteX20" fmla="*/ 257175 w 485679"/>
              <a:gd name="connsiteY20" fmla="*/ 14288 h 485298"/>
              <a:gd name="connsiteX21" fmla="*/ 242888 w 485679"/>
              <a:gd name="connsiteY21" fmla="*/ 0 h 485298"/>
              <a:gd name="connsiteX22" fmla="*/ 228600 w 485679"/>
              <a:gd name="connsiteY22" fmla="*/ 14288 h 485298"/>
              <a:gd name="connsiteX23" fmla="*/ 228600 w 485679"/>
              <a:gd name="connsiteY23" fmla="*/ 325088 h 485298"/>
              <a:gd name="connsiteX24" fmla="*/ 138875 w 485679"/>
              <a:gd name="connsiteY24" fmla="*/ 232601 h 485298"/>
              <a:gd name="connsiteX25" fmla="*/ 118682 w 485679"/>
              <a:gd name="connsiteY25" fmla="*/ 232315 h 485298"/>
              <a:gd name="connsiteX26" fmla="*/ 118396 w 485679"/>
              <a:gd name="connsiteY26" fmla="*/ 252508 h 485298"/>
              <a:gd name="connsiteX27" fmla="*/ 226695 w 485679"/>
              <a:gd name="connsiteY27" fmla="*/ 364236 h 485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85679" h="485298">
                <a:moveTo>
                  <a:pt x="485680" y="356902"/>
                </a:moveTo>
                <a:lnTo>
                  <a:pt x="485680" y="461486"/>
                </a:lnTo>
                <a:cubicBezTo>
                  <a:pt x="485680" y="474631"/>
                  <a:pt x="475012" y="485299"/>
                  <a:pt x="461867" y="485299"/>
                </a:cubicBezTo>
                <a:lnTo>
                  <a:pt x="23813" y="485299"/>
                </a:lnTo>
                <a:cubicBezTo>
                  <a:pt x="10668" y="485299"/>
                  <a:pt x="0" y="474631"/>
                  <a:pt x="0" y="461486"/>
                </a:cubicBezTo>
                <a:lnTo>
                  <a:pt x="0" y="356902"/>
                </a:lnTo>
                <a:cubicBezTo>
                  <a:pt x="0" y="348996"/>
                  <a:pt x="6382" y="342614"/>
                  <a:pt x="14288" y="342614"/>
                </a:cubicBezTo>
                <a:cubicBezTo>
                  <a:pt x="22193" y="342614"/>
                  <a:pt x="28575" y="348996"/>
                  <a:pt x="28575" y="356902"/>
                </a:cubicBezTo>
                <a:lnTo>
                  <a:pt x="28575" y="456724"/>
                </a:lnTo>
                <a:lnTo>
                  <a:pt x="457105" y="456724"/>
                </a:lnTo>
                <a:lnTo>
                  <a:pt x="457105" y="356902"/>
                </a:lnTo>
                <a:cubicBezTo>
                  <a:pt x="457105" y="348996"/>
                  <a:pt x="463487" y="342614"/>
                  <a:pt x="471392" y="342614"/>
                </a:cubicBezTo>
                <a:cubicBezTo>
                  <a:pt x="479298" y="342614"/>
                  <a:pt x="485680" y="348996"/>
                  <a:pt x="485680" y="356902"/>
                </a:cubicBezTo>
                <a:close/>
                <a:moveTo>
                  <a:pt x="226695" y="364236"/>
                </a:moveTo>
                <a:cubicBezTo>
                  <a:pt x="231267" y="368808"/>
                  <a:pt x="237363" y="371189"/>
                  <a:pt x="243459" y="371189"/>
                </a:cubicBezTo>
                <a:cubicBezTo>
                  <a:pt x="249650" y="371189"/>
                  <a:pt x="255842" y="368808"/>
                  <a:pt x="260604" y="364046"/>
                </a:cubicBezTo>
                <a:lnTo>
                  <a:pt x="367475" y="252508"/>
                </a:lnTo>
                <a:cubicBezTo>
                  <a:pt x="372904" y="246793"/>
                  <a:pt x="372713" y="237744"/>
                  <a:pt x="367094" y="232315"/>
                </a:cubicBezTo>
                <a:cubicBezTo>
                  <a:pt x="361379" y="226886"/>
                  <a:pt x="352330" y="227076"/>
                  <a:pt x="346900" y="232696"/>
                </a:cubicBezTo>
                <a:lnTo>
                  <a:pt x="257175" y="326326"/>
                </a:lnTo>
                <a:lnTo>
                  <a:pt x="257175" y="14288"/>
                </a:lnTo>
                <a:cubicBezTo>
                  <a:pt x="257175" y="6382"/>
                  <a:pt x="250793" y="0"/>
                  <a:pt x="242888" y="0"/>
                </a:cubicBezTo>
                <a:cubicBezTo>
                  <a:pt x="234982" y="0"/>
                  <a:pt x="228600" y="6382"/>
                  <a:pt x="228600" y="14288"/>
                </a:cubicBezTo>
                <a:lnTo>
                  <a:pt x="228600" y="325088"/>
                </a:lnTo>
                <a:lnTo>
                  <a:pt x="138875" y="232601"/>
                </a:lnTo>
                <a:cubicBezTo>
                  <a:pt x="133350" y="226981"/>
                  <a:pt x="124301" y="226790"/>
                  <a:pt x="118682" y="232315"/>
                </a:cubicBezTo>
                <a:cubicBezTo>
                  <a:pt x="113062" y="237839"/>
                  <a:pt x="112871" y="246888"/>
                  <a:pt x="118396" y="252508"/>
                </a:cubicBezTo>
                <a:lnTo>
                  <a:pt x="226695" y="364236"/>
                </a:lnTo>
                <a:close/>
              </a:path>
            </a:pathLst>
          </a:custGeom>
          <a:solidFill>
            <a:schemeClr val="bg1"/>
          </a:solidFill>
          <a:ln w="9525" cap="flat">
            <a:noFill/>
            <a:prstDash val="solid"/>
            <a:miter/>
          </a:ln>
        </p:spPr>
        <p:txBody>
          <a:bodyPr rtlCol="0" anchor="ctr"/>
          <a:lstStyle/>
          <a:p>
            <a:endParaRPr lang="en-US"/>
          </a:p>
        </p:txBody>
      </p:sp>
      <p:sp>
        <p:nvSpPr>
          <p:cNvPr id="157" name="Grafik 20">
            <a:extLst>
              <a:ext uri="{FF2B5EF4-FFF2-40B4-BE49-F238E27FC236}">
                <a16:creationId xmlns:a16="http://schemas.microsoft.com/office/drawing/2014/main" id="{5359785D-8076-4982-948D-28B2753EA519}"/>
              </a:ext>
            </a:extLst>
          </p:cNvPr>
          <p:cNvSpPr/>
          <p:nvPr/>
        </p:nvSpPr>
        <p:spPr bwMode="gray">
          <a:xfrm>
            <a:off x="5795552" y="5646843"/>
            <a:ext cx="485775" cy="481107"/>
          </a:xfrm>
          <a:custGeom>
            <a:avLst/>
            <a:gdLst>
              <a:gd name="connsiteX0" fmla="*/ 66770 w 485775"/>
              <a:gd name="connsiteY0" fmla="*/ 395573 h 481107"/>
              <a:gd name="connsiteX1" fmla="*/ 66770 w 485775"/>
              <a:gd name="connsiteY1" fmla="*/ 293942 h 481107"/>
              <a:gd name="connsiteX2" fmla="*/ 90583 w 485775"/>
              <a:gd name="connsiteY2" fmla="*/ 270129 h 481107"/>
              <a:gd name="connsiteX3" fmla="*/ 114395 w 485775"/>
              <a:gd name="connsiteY3" fmla="*/ 293942 h 481107"/>
              <a:gd name="connsiteX4" fmla="*/ 114395 w 485775"/>
              <a:gd name="connsiteY4" fmla="*/ 395573 h 481107"/>
              <a:gd name="connsiteX5" fmla="*/ 90583 w 485775"/>
              <a:gd name="connsiteY5" fmla="*/ 419386 h 481107"/>
              <a:gd name="connsiteX6" fmla="*/ 66770 w 485775"/>
              <a:gd name="connsiteY6" fmla="*/ 395573 h 481107"/>
              <a:gd name="connsiteX7" fmla="*/ 166973 w 485775"/>
              <a:gd name="connsiteY7" fmla="*/ 418624 h 481107"/>
              <a:gd name="connsiteX8" fmla="*/ 190786 w 485775"/>
              <a:gd name="connsiteY8" fmla="*/ 394811 h 481107"/>
              <a:gd name="connsiteX9" fmla="*/ 190786 w 485775"/>
              <a:gd name="connsiteY9" fmla="*/ 181737 h 481107"/>
              <a:gd name="connsiteX10" fmla="*/ 166973 w 485775"/>
              <a:gd name="connsiteY10" fmla="*/ 157925 h 481107"/>
              <a:gd name="connsiteX11" fmla="*/ 143161 w 485775"/>
              <a:gd name="connsiteY11" fmla="*/ 181737 h 481107"/>
              <a:gd name="connsiteX12" fmla="*/ 143161 w 485775"/>
              <a:gd name="connsiteY12" fmla="*/ 394811 h 481107"/>
              <a:gd name="connsiteX13" fmla="*/ 166973 w 485775"/>
              <a:gd name="connsiteY13" fmla="*/ 418624 h 481107"/>
              <a:gd name="connsiteX14" fmla="*/ 242888 w 485775"/>
              <a:gd name="connsiteY14" fmla="*/ 418624 h 481107"/>
              <a:gd name="connsiteX15" fmla="*/ 266700 w 485775"/>
              <a:gd name="connsiteY15" fmla="*/ 394811 h 481107"/>
              <a:gd name="connsiteX16" fmla="*/ 266700 w 485775"/>
              <a:gd name="connsiteY16" fmla="*/ 66675 h 481107"/>
              <a:gd name="connsiteX17" fmla="*/ 242888 w 485775"/>
              <a:gd name="connsiteY17" fmla="*/ 42863 h 481107"/>
              <a:gd name="connsiteX18" fmla="*/ 219075 w 485775"/>
              <a:gd name="connsiteY18" fmla="*/ 66675 h 481107"/>
              <a:gd name="connsiteX19" fmla="*/ 219075 w 485775"/>
              <a:gd name="connsiteY19" fmla="*/ 394811 h 481107"/>
              <a:gd name="connsiteX20" fmla="*/ 242888 w 485775"/>
              <a:gd name="connsiteY20" fmla="*/ 418624 h 481107"/>
              <a:gd name="connsiteX21" fmla="*/ 319088 w 485775"/>
              <a:gd name="connsiteY21" fmla="*/ 418624 h 481107"/>
              <a:gd name="connsiteX22" fmla="*/ 342900 w 485775"/>
              <a:gd name="connsiteY22" fmla="*/ 394811 h 481107"/>
              <a:gd name="connsiteX23" fmla="*/ 342900 w 485775"/>
              <a:gd name="connsiteY23" fmla="*/ 124016 h 481107"/>
              <a:gd name="connsiteX24" fmla="*/ 319088 w 485775"/>
              <a:gd name="connsiteY24" fmla="*/ 100203 h 481107"/>
              <a:gd name="connsiteX25" fmla="*/ 295275 w 485775"/>
              <a:gd name="connsiteY25" fmla="*/ 124016 h 481107"/>
              <a:gd name="connsiteX26" fmla="*/ 295275 w 485775"/>
              <a:gd name="connsiteY26" fmla="*/ 394811 h 481107"/>
              <a:gd name="connsiteX27" fmla="*/ 319088 w 485775"/>
              <a:gd name="connsiteY27" fmla="*/ 418624 h 481107"/>
              <a:gd name="connsiteX28" fmla="*/ 395192 w 485775"/>
              <a:gd name="connsiteY28" fmla="*/ 418624 h 481107"/>
              <a:gd name="connsiteX29" fmla="*/ 419005 w 485775"/>
              <a:gd name="connsiteY29" fmla="*/ 394811 h 481107"/>
              <a:gd name="connsiteX30" fmla="*/ 419005 w 485775"/>
              <a:gd name="connsiteY30" fmla="*/ 23813 h 481107"/>
              <a:gd name="connsiteX31" fmla="*/ 395192 w 485775"/>
              <a:gd name="connsiteY31" fmla="*/ 0 h 481107"/>
              <a:gd name="connsiteX32" fmla="*/ 371380 w 485775"/>
              <a:gd name="connsiteY32" fmla="*/ 23813 h 481107"/>
              <a:gd name="connsiteX33" fmla="*/ 371380 w 485775"/>
              <a:gd name="connsiteY33" fmla="*/ 394811 h 481107"/>
              <a:gd name="connsiteX34" fmla="*/ 395192 w 485775"/>
              <a:gd name="connsiteY34" fmla="*/ 418624 h 481107"/>
              <a:gd name="connsiteX35" fmla="*/ 471488 w 485775"/>
              <a:gd name="connsiteY35" fmla="*/ 452533 h 481107"/>
              <a:gd name="connsiteX36" fmla="*/ 14288 w 485775"/>
              <a:gd name="connsiteY36" fmla="*/ 452533 h 481107"/>
              <a:gd name="connsiteX37" fmla="*/ 0 w 485775"/>
              <a:gd name="connsiteY37" fmla="*/ 466820 h 481107"/>
              <a:gd name="connsiteX38" fmla="*/ 14288 w 485775"/>
              <a:gd name="connsiteY38" fmla="*/ 481108 h 481107"/>
              <a:gd name="connsiteX39" fmla="*/ 471488 w 485775"/>
              <a:gd name="connsiteY39" fmla="*/ 481108 h 481107"/>
              <a:gd name="connsiteX40" fmla="*/ 485775 w 485775"/>
              <a:gd name="connsiteY40" fmla="*/ 466820 h 481107"/>
              <a:gd name="connsiteX41" fmla="*/ 471488 w 485775"/>
              <a:gd name="connsiteY41" fmla="*/ 452533 h 481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85775" h="481107">
                <a:moveTo>
                  <a:pt x="66770" y="395573"/>
                </a:moveTo>
                <a:lnTo>
                  <a:pt x="66770" y="293942"/>
                </a:lnTo>
                <a:cubicBezTo>
                  <a:pt x="66770" y="280797"/>
                  <a:pt x="77438" y="270129"/>
                  <a:pt x="90583" y="270129"/>
                </a:cubicBezTo>
                <a:cubicBezTo>
                  <a:pt x="103727" y="270129"/>
                  <a:pt x="114395" y="280797"/>
                  <a:pt x="114395" y="293942"/>
                </a:cubicBezTo>
                <a:lnTo>
                  <a:pt x="114395" y="395573"/>
                </a:lnTo>
                <a:cubicBezTo>
                  <a:pt x="114395" y="408718"/>
                  <a:pt x="103727" y="419386"/>
                  <a:pt x="90583" y="419386"/>
                </a:cubicBezTo>
                <a:cubicBezTo>
                  <a:pt x="77438" y="419386"/>
                  <a:pt x="66770" y="408718"/>
                  <a:pt x="66770" y="395573"/>
                </a:cubicBezTo>
                <a:close/>
                <a:moveTo>
                  <a:pt x="166973" y="418624"/>
                </a:moveTo>
                <a:cubicBezTo>
                  <a:pt x="180118" y="418624"/>
                  <a:pt x="190786" y="407956"/>
                  <a:pt x="190786" y="394811"/>
                </a:cubicBezTo>
                <a:lnTo>
                  <a:pt x="190786" y="181737"/>
                </a:lnTo>
                <a:cubicBezTo>
                  <a:pt x="190786" y="168593"/>
                  <a:pt x="180118" y="157925"/>
                  <a:pt x="166973" y="157925"/>
                </a:cubicBezTo>
                <a:cubicBezTo>
                  <a:pt x="153829" y="157925"/>
                  <a:pt x="143161" y="168593"/>
                  <a:pt x="143161" y="181737"/>
                </a:cubicBezTo>
                <a:lnTo>
                  <a:pt x="143161" y="394811"/>
                </a:lnTo>
                <a:cubicBezTo>
                  <a:pt x="143161" y="407956"/>
                  <a:pt x="153829" y="418624"/>
                  <a:pt x="166973" y="418624"/>
                </a:cubicBezTo>
                <a:close/>
                <a:moveTo>
                  <a:pt x="242888" y="418624"/>
                </a:moveTo>
                <a:cubicBezTo>
                  <a:pt x="256032" y="418624"/>
                  <a:pt x="266700" y="407956"/>
                  <a:pt x="266700" y="394811"/>
                </a:cubicBezTo>
                <a:lnTo>
                  <a:pt x="266700" y="66675"/>
                </a:lnTo>
                <a:cubicBezTo>
                  <a:pt x="266700" y="53531"/>
                  <a:pt x="256032" y="42863"/>
                  <a:pt x="242888" y="42863"/>
                </a:cubicBezTo>
                <a:cubicBezTo>
                  <a:pt x="229743" y="42863"/>
                  <a:pt x="219075" y="53531"/>
                  <a:pt x="219075" y="66675"/>
                </a:cubicBezTo>
                <a:lnTo>
                  <a:pt x="219075" y="394811"/>
                </a:lnTo>
                <a:cubicBezTo>
                  <a:pt x="219075" y="407956"/>
                  <a:pt x="229743" y="418624"/>
                  <a:pt x="242888" y="418624"/>
                </a:cubicBezTo>
                <a:close/>
                <a:moveTo>
                  <a:pt x="319088" y="418624"/>
                </a:moveTo>
                <a:cubicBezTo>
                  <a:pt x="332232" y="418624"/>
                  <a:pt x="342900" y="407956"/>
                  <a:pt x="342900" y="394811"/>
                </a:cubicBezTo>
                <a:lnTo>
                  <a:pt x="342900" y="124016"/>
                </a:lnTo>
                <a:cubicBezTo>
                  <a:pt x="342900" y="110871"/>
                  <a:pt x="332232" y="100203"/>
                  <a:pt x="319088" y="100203"/>
                </a:cubicBezTo>
                <a:cubicBezTo>
                  <a:pt x="305943" y="100203"/>
                  <a:pt x="295275" y="110871"/>
                  <a:pt x="295275" y="124016"/>
                </a:cubicBezTo>
                <a:lnTo>
                  <a:pt x="295275" y="394811"/>
                </a:lnTo>
                <a:cubicBezTo>
                  <a:pt x="295275" y="407956"/>
                  <a:pt x="305943" y="418624"/>
                  <a:pt x="319088" y="418624"/>
                </a:cubicBezTo>
                <a:close/>
                <a:moveTo>
                  <a:pt x="395192" y="418624"/>
                </a:moveTo>
                <a:cubicBezTo>
                  <a:pt x="408337" y="418624"/>
                  <a:pt x="419005" y="407956"/>
                  <a:pt x="419005" y="394811"/>
                </a:cubicBezTo>
                <a:lnTo>
                  <a:pt x="419005" y="23813"/>
                </a:lnTo>
                <a:cubicBezTo>
                  <a:pt x="419005" y="10668"/>
                  <a:pt x="408337" y="0"/>
                  <a:pt x="395192" y="0"/>
                </a:cubicBezTo>
                <a:cubicBezTo>
                  <a:pt x="382048" y="0"/>
                  <a:pt x="371380" y="10668"/>
                  <a:pt x="371380" y="23813"/>
                </a:cubicBezTo>
                <a:lnTo>
                  <a:pt x="371380" y="394811"/>
                </a:lnTo>
                <a:cubicBezTo>
                  <a:pt x="371380" y="407956"/>
                  <a:pt x="382048" y="418624"/>
                  <a:pt x="395192" y="418624"/>
                </a:cubicBezTo>
                <a:close/>
                <a:moveTo>
                  <a:pt x="471488" y="452533"/>
                </a:moveTo>
                <a:lnTo>
                  <a:pt x="14288" y="452533"/>
                </a:lnTo>
                <a:cubicBezTo>
                  <a:pt x="6382" y="452533"/>
                  <a:pt x="0" y="458915"/>
                  <a:pt x="0" y="466820"/>
                </a:cubicBezTo>
                <a:cubicBezTo>
                  <a:pt x="0" y="474726"/>
                  <a:pt x="6382" y="481108"/>
                  <a:pt x="14288" y="481108"/>
                </a:cubicBezTo>
                <a:lnTo>
                  <a:pt x="471488" y="481108"/>
                </a:lnTo>
                <a:cubicBezTo>
                  <a:pt x="479393" y="481108"/>
                  <a:pt x="485775" y="474726"/>
                  <a:pt x="485775" y="466820"/>
                </a:cubicBezTo>
                <a:cubicBezTo>
                  <a:pt x="485775" y="458915"/>
                  <a:pt x="479393" y="452533"/>
                  <a:pt x="471488" y="452533"/>
                </a:cubicBezTo>
                <a:close/>
              </a:path>
            </a:pathLst>
          </a:custGeom>
          <a:solidFill>
            <a:schemeClr val="bg1"/>
          </a:solidFill>
          <a:ln w="9525" cap="flat">
            <a:noFill/>
            <a:prstDash val="solid"/>
            <a:miter/>
          </a:ln>
        </p:spPr>
        <p:txBody>
          <a:bodyPr rtlCol="0" anchor="ctr"/>
          <a:lstStyle/>
          <a:p>
            <a:endParaRPr lang="en-US"/>
          </a:p>
        </p:txBody>
      </p:sp>
      <p:sp>
        <p:nvSpPr>
          <p:cNvPr id="159" name="Grafik 49">
            <a:extLst>
              <a:ext uri="{FF2B5EF4-FFF2-40B4-BE49-F238E27FC236}">
                <a16:creationId xmlns:a16="http://schemas.microsoft.com/office/drawing/2014/main" id="{AE3A24DE-3C22-43EE-BA8A-37ED0ABC9A20}"/>
              </a:ext>
            </a:extLst>
          </p:cNvPr>
          <p:cNvSpPr/>
          <p:nvPr/>
        </p:nvSpPr>
        <p:spPr bwMode="gray">
          <a:xfrm>
            <a:off x="6633744" y="5643525"/>
            <a:ext cx="485696" cy="485679"/>
          </a:xfrm>
          <a:custGeom>
            <a:avLst/>
            <a:gdLst>
              <a:gd name="connsiteX0" fmla="*/ 484853 w 485696"/>
              <a:gd name="connsiteY0" fmla="*/ 9335 h 485679"/>
              <a:gd name="connsiteX1" fmla="*/ 471423 w 485696"/>
              <a:gd name="connsiteY1" fmla="*/ 0 h 485679"/>
              <a:gd name="connsiteX2" fmla="*/ 14318 w 485696"/>
              <a:gd name="connsiteY2" fmla="*/ 0 h 485679"/>
              <a:gd name="connsiteX3" fmla="*/ 888 w 485696"/>
              <a:gd name="connsiteY3" fmla="*/ 9335 h 485679"/>
              <a:gd name="connsiteX4" fmla="*/ 4983 w 485696"/>
              <a:gd name="connsiteY4" fmla="*/ 25146 h 485679"/>
              <a:gd name="connsiteX5" fmla="*/ 199960 w 485696"/>
              <a:gd name="connsiteY5" fmla="*/ 192119 h 485679"/>
              <a:gd name="connsiteX6" fmla="*/ 199865 w 485696"/>
              <a:gd name="connsiteY6" fmla="*/ 471392 h 485679"/>
              <a:gd name="connsiteX7" fmla="*/ 208723 w 485696"/>
              <a:gd name="connsiteY7" fmla="*/ 484632 h 485679"/>
              <a:gd name="connsiteX8" fmla="*/ 214152 w 485696"/>
              <a:gd name="connsiteY8" fmla="*/ 485680 h 485679"/>
              <a:gd name="connsiteX9" fmla="*/ 224344 w 485696"/>
              <a:gd name="connsiteY9" fmla="*/ 481394 h 485679"/>
              <a:gd name="connsiteX10" fmla="*/ 277970 w 485696"/>
              <a:gd name="connsiteY10" fmla="*/ 427006 h 485679"/>
              <a:gd name="connsiteX11" fmla="*/ 285685 w 485696"/>
              <a:gd name="connsiteY11" fmla="*/ 409480 h 485679"/>
              <a:gd name="connsiteX12" fmla="*/ 285590 w 485696"/>
              <a:gd name="connsiteY12" fmla="*/ 192024 h 485679"/>
              <a:gd name="connsiteX13" fmla="*/ 480662 w 485696"/>
              <a:gd name="connsiteY13" fmla="*/ 25146 h 485679"/>
              <a:gd name="connsiteX14" fmla="*/ 484853 w 485696"/>
              <a:gd name="connsiteY14" fmla="*/ 9335 h 485679"/>
              <a:gd name="connsiteX15" fmla="*/ 262063 w 485696"/>
              <a:gd name="connsiteY15" fmla="*/ 174689 h 485679"/>
              <a:gd name="connsiteX16" fmla="*/ 257110 w 485696"/>
              <a:gd name="connsiteY16" fmla="*/ 185547 h 485679"/>
              <a:gd name="connsiteX17" fmla="*/ 257205 w 485696"/>
              <a:gd name="connsiteY17" fmla="*/ 407575 h 485679"/>
              <a:gd name="connsiteX18" fmla="*/ 228630 w 485696"/>
              <a:gd name="connsiteY18" fmla="*/ 436626 h 485679"/>
              <a:gd name="connsiteX19" fmla="*/ 228630 w 485696"/>
              <a:gd name="connsiteY19" fmla="*/ 185642 h 485679"/>
              <a:gd name="connsiteX20" fmla="*/ 223677 w 485696"/>
              <a:gd name="connsiteY20" fmla="*/ 174784 h 485679"/>
              <a:gd name="connsiteX21" fmla="*/ 52989 w 485696"/>
              <a:gd name="connsiteY21" fmla="*/ 28575 h 485679"/>
              <a:gd name="connsiteX22" fmla="*/ 432751 w 485696"/>
              <a:gd name="connsiteY22" fmla="*/ 28575 h 485679"/>
              <a:gd name="connsiteX23" fmla="*/ 262063 w 485696"/>
              <a:gd name="connsiteY23" fmla="*/ 174689 h 48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5696" h="485679">
                <a:moveTo>
                  <a:pt x="484853" y="9335"/>
                </a:moveTo>
                <a:cubicBezTo>
                  <a:pt x="482757" y="3715"/>
                  <a:pt x="477423" y="0"/>
                  <a:pt x="471423" y="0"/>
                </a:cubicBezTo>
                <a:lnTo>
                  <a:pt x="14318" y="0"/>
                </a:lnTo>
                <a:cubicBezTo>
                  <a:pt x="8317" y="0"/>
                  <a:pt x="2983" y="3715"/>
                  <a:pt x="888" y="9335"/>
                </a:cubicBezTo>
                <a:cubicBezTo>
                  <a:pt x="-1208" y="14954"/>
                  <a:pt x="507" y="21241"/>
                  <a:pt x="4983" y="25146"/>
                </a:cubicBezTo>
                <a:lnTo>
                  <a:pt x="199960" y="192119"/>
                </a:lnTo>
                <a:lnTo>
                  <a:pt x="199865" y="471392"/>
                </a:lnTo>
                <a:cubicBezTo>
                  <a:pt x="199865" y="477203"/>
                  <a:pt x="203389" y="482441"/>
                  <a:pt x="208723" y="484632"/>
                </a:cubicBezTo>
                <a:cubicBezTo>
                  <a:pt x="210438" y="485394"/>
                  <a:pt x="212343" y="485680"/>
                  <a:pt x="214152" y="485680"/>
                </a:cubicBezTo>
                <a:cubicBezTo>
                  <a:pt x="217867" y="485680"/>
                  <a:pt x="221582" y="484156"/>
                  <a:pt x="224344" y="481394"/>
                </a:cubicBezTo>
                <a:lnTo>
                  <a:pt x="277970" y="427006"/>
                </a:lnTo>
                <a:cubicBezTo>
                  <a:pt x="282828" y="422529"/>
                  <a:pt x="285685" y="416147"/>
                  <a:pt x="285685" y="409480"/>
                </a:cubicBezTo>
                <a:lnTo>
                  <a:pt x="285590" y="192024"/>
                </a:lnTo>
                <a:lnTo>
                  <a:pt x="480662" y="25146"/>
                </a:lnTo>
                <a:cubicBezTo>
                  <a:pt x="485234" y="21241"/>
                  <a:pt x="486853" y="14954"/>
                  <a:pt x="484853" y="9335"/>
                </a:cubicBezTo>
                <a:close/>
                <a:moveTo>
                  <a:pt x="262063" y="174689"/>
                </a:moveTo>
                <a:cubicBezTo>
                  <a:pt x="258920" y="177451"/>
                  <a:pt x="257110" y="181356"/>
                  <a:pt x="257110" y="185547"/>
                </a:cubicBezTo>
                <a:lnTo>
                  <a:pt x="257205" y="407575"/>
                </a:lnTo>
                <a:lnTo>
                  <a:pt x="228630" y="436626"/>
                </a:lnTo>
                <a:lnTo>
                  <a:pt x="228630" y="185642"/>
                </a:lnTo>
                <a:cubicBezTo>
                  <a:pt x="228630" y="181451"/>
                  <a:pt x="226821" y="177546"/>
                  <a:pt x="223677" y="174784"/>
                </a:cubicBezTo>
                <a:lnTo>
                  <a:pt x="52989" y="28575"/>
                </a:lnTo>
                <a:lnTo>
                  <a:pt x="432751" y="28575"/>
                </a:lnTo>
                <a:lnTo>
                  <a:pt x="262063" y="174689"/>
                </a:lnTo>
                <a:close/>
              </a:path>
            </a:pathLst>
          </a:custGeom>
          <a:solidFill>
            <a:schemeClr val="bg1"/>
          </a:solidFill>
          <a:ln w="9525" cap="flat">
            <a:noFill/>
            <a:prstDash val="solid"/>
            <a:miter/>
          </a:ln>
        </p:spPr>
        <p:txBody>
          <a:bodyPr rtlCol="0" anchor="ctr"/>
          <a:lstStyle/>
          <a:p>
            <a:endParaRPr lang="en-US"/>
          </a:p>
        </p:txBody>
      </p:sp>
      <p:sp>
        <p:nvSpPr>
          <p:cNvPr id="161" name="Grafik 68">
            <a:extLst>
              <a:ext uri="{FF2B5EF4-FFF2-40B4-BE49-F238E27FC236}">
                <a16:creationId xmlns:a16="http://schemas.microsoft.com/office/drawing/2014/main" id="{90407278-080F-4DE2-85F6-AA23C31343FF}"/>
              </a:ext>
            </a:extLst>
          </p:cNvPr>
          <p:cNvSpPr/>
          <p:nvPr/>
        </p:nvSpPr>
        <p:spPr bwMode="gray">
          <a:xfrm>
            <a:off x="7451050" y="5740334"/>
            <a:ext cx="457104" cy="315182"/>
          </a:xfrm>
          <a:custGeom>
            <a:avLst/>
            <a:gdLst>
              <a:gd name="connsiteX0" fmla="*/ 449199 w 457104"/>
              <a:gd name="connsiteY0" fmla="*/ 49435 h 315182"/>
              <a:gd name="connsiteX1" fmla="*/ 448151 w 457104"/>
              <a:gd name="connsiteY1" fmla="*/ 44291 h 315182"/>
              <a:gd name="connsiteX2" fmla="*/ 447389 w 457104"/>
              <a:gd name="connsiteY2" fmla="*/ 41910 h 315182"/>
              <a:gd name="connsiteX3" fmla="*/ 405956 w 457104"/>
              <a:gd name="connsiteY3" fmla="*/ 12192 h 315182"/>
              <a:gd name="connsiteX4" fmla="*/ 408908 w 457104"/>
              <a:gd name="connsiteY4" fmla="*/ 12192 h 315182"/>
              <a:gd name="connsiteX5" fmla="*/ 228505 w 457104"/>
              <a:gd name="connsiteY5" fmla="*/ 0 h 315182"/>
              <a:gd name="connsiteX6" fmla="*/ 48101 w 457104"/>
              <a:gd name="connsiteY6" fmla="*/ 12192 h 315182"/>
              <a:gd name="connsiteX7" fmla="*/ 51054 w 457104"/>
              <a:gd name="connsiteY7" fmla="*/ 12192 h 315182"/>
              <a:gd name="connsiteX8" fmla="*/ 9620 w 457104"/>
              <a:gd name="connsiteY8" fmla="*/ 41910 h 315182"/>
              <a:gd name="connsiteX9" fmla="*/ 8954 w 457104"/>
              <a:gd name="connsiteY9" fmla="*/ 44291 h 315182"/>
              <a:gd name="connsiteX10" fmla="*/ 7906 w 457104"/>
              <a:gd name="connsiteY10" fmla="*/ 49435 h 315182"/>
              <a:gd name="connsiteX11" fmla="*/ 0 w 457104"/>
              <a:gd name="connsiteY11" fmla="*/ 157544 h 315182"/>
              <a:gd name="connsiteX12" fmla="*/ 7906 w 457104"/>
              <a:gd name="connsiteY12" fmla="*/ 265748 h 315182"/>
              <a:gd name="connsiteX13" fmla="*/ 8954 w 457104"/>
              <a:gd name="connsiteY13" fmla="*/ 270891 h 315182"/>
              <a:gd name="connsiteX14" fmla="*/ 9716 w 457104"/>
              <a:gd name="connsiteY14" fmla="*/ 273272 h 315182"/>
              <a:gd name="connsiteX15" fmla="*/ 51149 w 457104"/>
              <a:gd name="connsiteY15" fmla="*/ 302990 h 315182"/>
              <a:gd name="connsiteX16" fmla="*/ 48101 w 457104"/>
              <a:gd name="connsiteY16" fmla="*/ 302990 h 315182"/>
              <a:gd name="connsiteX17" fmla="*/ 228505 w 457104"/>
              <a:gd name="connsiteY17" fmla="*/ 315182 h 315182"/>
              <a:gd name="connsiteX18" fmla="*/ 408908 w 457104"/>
              <a:gd name="connsiteY18" fmla="*/ 302990 h 315182"/>
              <a:gd name="connsiteX19" fmla="*/ 405956 w 457104"/>
              <a:gd name="connsiteY19" fmla="*/ 302990 h 315182"/>
              <a:gd name="connsiteX20" fmla="*/ 447389 w 457104"/>
              <a:gd name="connsiteY20" fmla="*/ 273272 h 315182"/>
              <a:gd name="connsiteX21" fmla="*/ 448151 w 457104"/>
              <a:gd name="connsiteY21" fmla="*/ 270891 h 315182"/>
              <a:gd name="connsiteX22" fmla="*/ 449199 w 457104"/>
              <a:gd name="connsiteY22" fmla="*/ 265748 h 315182"/>
              <a:gd name="connsiteX23" fmla="*/ 457105 w 457104"/>
              <a:gd name="connsiteY23" fmla="*/ 157544 h 315182"/>
              <a:gd name="connsiteX24" fmla="*/ 449199 w 457104"/>
              <a:gd name="connsiteY24" fmla="*/ 49435 h 315182"/>
              <a:gd name="connsiteX25" fmla="*/ 296228 w 457104"/>
              <a:gd name="connsiteY25" fmla="*/ 167354 h 315182"/>
              <a:gd name="connsiteX26" fmla="*/ 203930 w 457104"/>
              <a:gd name="connsiteY26" fmla="*/ 234315 h 315182"/>
              <a:gd name="connsiteX27" fmla="*/ 197453 w 457104"/>
              <a:gd name="connsiteY27" fmla="*/ 236411 h 315182"/>
              <a:gd name="connsiteX28" fmla="*/ 192405 w 457104"/>
              <a:gd name="connsiteY28" fmla="*/ 235268 h 315182"/>
              <a:gd name="connsiteX29" fmla="*/ 186309 w 457104"/>
              <a:gd name="connsiteY29" fmla="*/ 225362 h 315182"/>
              <a:gd name="connsiteX30" fmla="*/ 186309 w 457104"/>
              <a:gd name="connsiteY30" fmla="*/ 91345 h 315182"/>
              <a:gd name="connsiteX31" fmla="*/ 192405 w 457104"/>
              <a:gd name="connsiteY31" fmla="*/ 81439 h 315182"/>
              <a:gd name="connsiteX32" fmla="*/ 203930 w 457104"/>
              <a:gd name="connsiteY32" fmla="*/ 82391 h 315182"/>
              <a:gd name="connsiteX33" fmla="*/ 296228 w 457104"/>
              <a:gd name="connsiteY33" fmla="*/ 149352 h 315182"/>
              <a:gd name="connsiteX34" fmla="*/ 300800 w 457104"/>
              <a:gd name="connsiteY34" fmla="*/ 158306 h 315182"/>
              <a:gd name="connsiteX35" fmla="*/ 296228 w 457104"/>
              <a:gd name="connsiteY35" fmla="*/ 167354 h 31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57104" h="315182">
                <a:moveTo>
                  <a:pt x="449199" y="49435"/>
                </a:moveTo>
                <a:cubicBezTo>
                  <a:pt x="449009" y="47720"/>
                  <a:pt x="448532" y="46006"/>
                  <a:pt x="448151" y="44291"/>
                </a:cubicBezTo>
                <a:cubicBezTo>
                  <a:pt x="447866" y="43529"/>
                  <a:pt x="447675" y="42672"/>
                  <a:pt x="447389" y="41910"/>
                </a:cubicBezTo>
                <a:cubicBezTo>
                  <a:pt x="441484" y="24670"/>
                  <a:pt x="425196" y="12192"/>
                  <a:pt x="405956" y="12192"/>
                </a:cubicBezTo>
                <a:lnTo>
                  <a:pt x="408908" y="12192"/>
                </a:lnTo>
                <a:cubicBezTo>
                  <a:pt x="408908" y="12192"/>
                  <a:pt x="331470" y="572"/>
                  <a:pt x="228505" y="0"/>
                </a:cubicBezTo>
                <a:cubicBezTo>
                  <a:pt x="125540" y="381"/>
                  <a:pt x="48101" y="12192"/>
                  <a:pt x="48101" y="12192"/>
                </a:cubicBezTo>
                <a:lnTo>
                  <a:pt x="51054" y="12192"/>
                </a:lnTo>
                <a:cubicBezTo>
                  <a:pt x="31718" y="12192"/>
                  <a:pt x="15431" y="24670"/>
                  <a:pt x="9620" y="41910"/>
                </a:cubicBezTo>
                <a:cubicBezTo>
                  <a:pt x="9525" y="42672"/>
                  <a:pt x="9144" y="43529"/>
                  <a:pt x="8954" y="44291"/>
                </a:cubicBezTo>
                <a:cubicBezTo>
                  <a:pt x="8573" y="46006"/>
                  <a:pt x="8096" y="47720"/>
                  <a:pt x="7906" y="49435"/>
                </a:cubicBezTo>
                <a:cubicBezTo>
                  <a:pt x="5144" y="69437"/>
                  <a:pt x="381" y="109538"/>
                  <a:pt x="0" y="157544"/>
                </a:cubicBezTo>
                <a:cubicBezTo>
                  <a:pt x="381" y="205550"/>
                  <a:pt x="5048" y="245650"/>
                  <a:pt x="7906" y="265748"/>
                </a:cubicBezTo>
                <a:cubicBezTo>
                  <a:pt x="8096" y="267462"/>
                  <a:pt x="8573" y="269177"/>
                  <a:pt x="8954" y="270891"/>
                </a:cubicBezTo>
                <a:cubicBezTo>
                  <a:pt x="9144" y="271748"/>
                  <a:pt x="9335" y="272510"/>
                  <a:pt x="9716" y="273272"/>
                </a:cubicBezTo>
                <a:cubicBezTo>
                  <a:pt x="15621" y="290513"/>
                  <a:pt x="31909" y="302990"/>
                  <a:pt x="51149" y="302990"/>
                </a:cubicBezTo>
                <a:lnTo>
                  <a:pt x="48101" y="302990"/>
                </a:lnTo>
                <a:cubicBezTo>
                  <a:pt x="48101" y="302990"/>
                  <a:pt x="125540" y="314706"/>
                  <a:pt x="228505" y="315182"/>
                </a:cubicBezTo>
                <a:cubicBezTo>
                  <a:pt x="331565" y="314801"/>
                  <a:pt x="408908" y="302990"/>
                  <a:pt x="408908" y="302990"/>
                </a:cubicBezTo>
                <a:lnTo>
                  <a:pt x="405956" y="302990"/>
                </a:lnTo>
                <a:cubicBezTo>
                  <a:pt x="425291" y="302990"/>
                  <a:pt x="441579" y="290513"/>
                  <a:pt x="447389" y="273272"/>
                </a:cubicBezTo>
                <a:cubicBezTo>
                  <a:pt x="447580" y="272510"/>
                  <a:pt x="447961" y="271653"/>
                  <a:pt x="448151" y="270891"/>
                </a:cubicBezTo>
                <a:cubicBezTo>
                  <a:pt x="448532" y="269177"/>
                  <a:pt x="449009" y="267557"/>
                  <a:pt x="449199" y="265748"/>
                </a:cubicBezTo>
                <a:cubicBezTo>
                  <a:pt x="451961" y="245555"/>
                  <a:pt x="456629" y="205550"/>
                  <a:pt x="457105" y="157544"/>
                </a:cubicBezTo>
                <a:cubicBezTo>
                  <a:pt x="456629" y="109538"/>
                  <a:pt x="451961" y="69437"/>
                  <a:pt x="449199" y="49435"/>
                </a:cubicBezTo>
                <a:close/>
                <a:moveTo>
                  <a:pt x="296228" y="167354"/>
                </a:moveTo>
                <a:lnTo>
                  <a:pt x="203930" y="234315"/>
                </a:lnTo>
                <a:cubicBezTo>
                  <a:pt x="202025" y="235744"/>
                  <a:pt x="199644" y="236411"/>
                  <a:pt x="197453" y="236411"/>
                </a:cubicBezTo>
                <a:cubicBezTo>
                  <a:pt x="195739" y="236411"/>
                  <a:pt x="194024" y="236030"/>
                  <a:pt x="192405" y="235268"/>
                </a:cubicBezTo>
                <a:cubicBezTo>
                  <a:pt x="188690" y="233363"/>
                  <a:pt x="186309" y="229553"/>
                  <a:pt x="186309" y="225362"/>
                </a:cubicBezTo>
                <a:lnTo>
                  <a:pt x="186309" y="91345"/>
                </a:lnTo>
                <a:cubicBezTo>
                  <a:pt x="186309" y="87154"/>
                  <a:pt x="188690" y="83344"/>
                  <a:pt x="192405" y="81439"/>
                </a:cubicBezTo>
                <a:cubicBezTo>
                  <a:pt x="196120" y="79534"/>
                  <a:pt x="200597" y="79915"/>
                  <a:pt x="203930" y="82391"/>
                </a:cubicBezTo>
                <a:lnTo>
                  <a:pt x="296228" y="149352"/>
                </a:lnTo>
                <a:cubicBezTo>
                  <a:pt x="299085" y="151448"/>
                  <a:pt x="300800" y="154781"/>
                  <a:pt x="300800" y="158306"/>
                </a:cubicBezTo>
                <a:cubicBezTo>
                  <a:pt x="300800" y="161925"/>
                  <a:pt x="299085" y="165259"/>
                  <a:pt x="296228" y="167354"/>
                </a:cubicBezTo>
                <a:close/>
              </a:path>
            </a:pathLst>
          </a:custGeom>
          <a:solidFill>
            <a:schemeClr val="bg1"/>
          </a:solidFill>
          <a:ln w="9525" cap="flat">
            <a:noFill/>
            <a:prstDash val="solid"/>
            <a:miter/>
          </a:ln>
        </p:spPr>
        <p:txBody>
          <a:bodyPr rtlCol="0" anchor="ctr"/>
          <a:lstStyle/>
          <a:p>
            <a:endParaRPr lang="en-US"/>
          </a:p>
        </p:txBody>
      </p:sp>
      <p:sp>
        <p:nvSpPr>
          <p:cNvPr id="163" name="Grafik 34">
            <a:extLst>
              <a:ext uri="{FF2B5EF4-FFF2-40B4-BE49-F238E27FC236}">
                <a16:creationId xmlns:a16="http://schemas.microsoft.com/office/drawing/2014/main" id="{1B6F9F04-AC5F-415B-831F-D8DF5C36384B}"/>
              </a:ext>
            </a:extLst>
          </p:cNvPr>
          <p:cNvSpPr/>
          <p:nvPr/>
        </p:nvSpPr>
        <p:spPr bwMode="gray">
          <a:xfrm>
            <a:off x="8474571" y="5675037"/>
            <a:ext cx="211873" cy="457104"/>
          </a:xfrm>
          <a:custGeom>
            <a:avLst/>
            <a:gdLst>
              <a:gd name="connsiteX0" fmla="*/ 206216 w 211873"/>
              <a:gd name="connsiteY0" fmla="*/ 148114 h 457104"/>
              <a:gd name="connsiteX1" fmla="*/ 140113 w 211873"/>
              <a:gd name="connsiteY1" fmla="*/ 148114 h 457104"/>
              <a:gd name="connsiteX2" fmla="*/ 140113 w 211873"/>
              <a:gd name="connsiteY2" fmla="*/ 100584 h 457104"/>
              <a:gd name="connsiteX3" fmla="*/ 160306 w 211873"/>
              <a:gd name="connsiteY3" fmla="*/ 78581 h 457104"/>
              <a:gd name="connsiteX4" fmla="*/ 205645 w 211873"/>
              <a:gd name="connsiteY4" fmla="*/ 78581 h 457104"/>
              <a:gd name="connsiteX5" fmla="*/ 211265 w 211873"/>
              <a:gd name="connsiteY5" fmla="*/ 72962 h 457104"/>
              <a:gd name="connsiteX6" fmla="*/ 211265 w 211873"/>
              <a:gd name="connsiteY6" fmla="*/ 5906 h 457104"/>
              <a:gd name="connsiteX7" fmla="*/ 205645 w 211873"/>
              <a:gd name="connsiteY7" fmla="*/ 286 h 457104"/>
              <a:gd name="connsiteX8" fmla="*/ 140970 w 211873"/>
              <a:gd name="connsiteY8" fmla="*/ 0 h 457104"/>
              <a:gd name="connsiteX9" fmla="*/ 45148 w 211873"/>
              <a:gd name="connsiteY9" fmla="*/ 95822 h 457104"/>
              <a:gd name="connsiteX10" fmla="*/ 45148 w 211873"/>
              <a:gd name="connsiteY10" fmla="*/ 148019 h 457104"/>
              <a:gd name="connsiteX11" fmla="*/ 5620 w 211873"/>
              <a:gd name="connsiteY11" fmla="*/ 148019 h 457104"/>
              <a:gd name="connsiteX12" fmla="*/ 0 w 211873"/>
              <a:gd name="connsiteY12" fmla="*/ 153638 h 457104"/>
              <a:gd name="connsiteX13" fmla="*/ 0 w 211873"/>
              <a:gd name="connsiteY13" fmla="*/ 223076 h 457104"/>
              <a:gd name="connsiteX14" fmla="*/ 5620 w 211873"/>
              <a:gd name="connsiteY14" fmla="*/ 228695 h 457104"/>
              <a:gd name="connsiteX15" fmla="*/ 45148 w 211873"/>
              <a:gd name="connsiteY15" fmla="*/ 228695 h 457104"/>
              <a:gd name="connsiteX16" fmla="*/ 45148 w 211873"/>
              <a:gd name="connsiteY16" fmla="*/ 451485 h 457104"/>
              <a:gd name="connsiteX17" fmla="*/ 50768 w 211873"/>
              <a:gd name="connsiteY17" fmla="*/ 457105 h 457104"/>
              <a:gd name="connsiteX18" fmla="*/ 134493 w 211873"/>
              <a:gd name="connsiteY18" fmla="*/ 457105 h 457104"/>
              <a:gd name="connsiteX19" fmla="*/ 140113 w 211873"/>
              <a:gd name="connsiteY19" fmla="*/ 451485 h 457104"/>
              <a:gd name="connsiteX20" fmla="*/ 140113 w 211873"/>
              <a:gd name="connsiteY20" fmla="*/ 228695 h 457104"/>
              <a:gd name="connsiteX21" fmla="*/ 199073 w 211873"/>
              <a:gd name="connsiteY21" fmla="*/ 228695 h 457104"/>
              <a:gd name="connsiteX22" fmla="*/ 204692 w 211873"/>
              <a:gd name="connsiteY22" fmla="*/ 223647 h 457104"/>
              <a:gd name="connsiteX23" fmla="*/ 211836 w 211873"/>
              <a:gd name="connsiteY23" fmla="*/ 154305 h 457104"/>
              <a:gd name="connsiteX24" fmla="*/ 206216 w 211873"/>
              <a:gd name="connsiteY24" fmla="*/ 148114 h 45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1873" h="457104">
                <a:moveTo>
                  <a:pt x="206216" y="148114"/>
                </a:moveTo>
                <a:lnTo>
                  <a:pt x="140113" y="148114"/>
                </a:lnTo>
                <a:lnTo>
                  <a:pt x="140113" y="100584"/>
                </a:lnTo>
                <a:cubicBezTo>
                  <a:pt x="140113" y="82772"/>
                  <a:pt x="151924" y="78581"/>
                  <a:pt x="160306" y="78581"/>
                </a:cubicBezTo>
                <a:lnTo>
                  <a:pt x="205645" y="78581"/>
                </a:lnTo>
                <a:cubicBezTo>
                  <a:pt x="208788" y="78581"/>
                  <a:pt x="211265" y="76105"/>
                  <a:pt x="211265" y="72962"/>
                </a:cubicBezTo>
                <a:lnTo>
                  <a:pt x="211265" y="5906"/>
                </a:lnTo>
                <a:cubicBezTo>
                  <a:pt x="211265" y="2762"/>
                  <a:pt x="208788" y="286"/>
                  <a:pt x="205645" y="286"/>
                </a:cubicBezTo>
                <a:lnTo>
                  <a:pt x="140970" y="0"/>
                </a:lnTo>
                <a:cubicBezTo>
                  <a:pt x="62960" y="0"/>
                  <a:pt x="45148" y="58388"/>
                  <a:pt x="45148" y="95822"/>
                </a:cubicBezTo>
                <a:lnTo>
                  <a:pt x="45148" y="148019"/>
                </a:lnTo>
                <a:lnTo>
                  <a:pt x="5620" y="148019"/>
                </a:lnTo>
                <a:cubicBezTo>
                  <a:pt x="2477" y="148019"/>
                  <a:pt x="0" y="150590"/>
                  <a:pt x="0" y="153638"/>
                </a:cubicBezTo>
                <a:lnTo>
                  <a:pt x="0" y="223076"/>
                </a:lnTo>
                <a:cubicBezTo>
                  <a:pt x="0" y="226219"/>
                  <a:pt x="2477" y="228695"/>
                  <a:pt x="5620" y="228695"/>
                </a:cubicBezTo>
                <a:lnTo>
                  <a:pt x="45148" y="228695"/>
                </a:lnTo>
                <a:lnTo>
                  <a:pt x="45148" y="451485"/>
                </a:lnTo>
                <a:cubicBezTo>
                  <a:pt x="45148" y="454628"/>
                  <a:pt x="47625" y="457105"/>
                  <a:pt x="50768" y="457105"/>
                </a:cubicBezTo>
                <a:lnTo>
                  <a:pt x="134493" y="457105"/>
                </a:lnTo>
                <a:cubicBezTo>
                  <a:pt x="137636" y="457105"/>
                  <a:pt x="140113" y="454628"/>
                  <a:pt x="140113" y="451485"/>
                </a:cubicBezTo>
                <a:lnTo>
                  <a:pt x="140113" y="228695"/>
                </a:lnTo>
                <a:lnTo>
                  <a:pt x="199073" y="228695"/>
                </a:lnTo>
                <a:cubicBezTo>
                  <a:pt x="201930" y="228695"/>
                  <a:pt x="204406" y="226505"/>
                  <a:pt x="204692" y="223647"/>
                </a:cubicBezTo>
                <a:lnTo>
                  <a:pt x="211836" y="154305"/>
                </a:lnTo>
                <a:cubicBezTo>
                  <a:pt x="212217" y="151067"/>
                  <a:pt x="209645" y="148114"/>
                  <a:pt x="206216" y="148114"/>
                </a:cubicBezTo>
                <a:close/>
              </a:path>
            </a:pathLst>
          </a:custGeom>
          <a:solidFill>
            <a:schemeClr val="bg1"/>
          </a:solidFill>
          <a:ln w="9525" cap="flat">
            <a:noFill/>
            <a:prstDash val="solid"/>
            <a:miter/>
          </a:ln>
        </p:spPr>
        <p:txBody>
          <a:bodyPr rtlCol="0" anchor="ctr"/>
          <a:lstStyle/>
          <a:p>
            <a:endParaRPr lang="en-US"/>
          </a:p>
        </p:txBody>
      </p:sp>
      <p:sp>
        <p:nvSpPr>
          <p:cNvPr id="165" name="Grafik 73">
            <a:extLst>
              <a:ext uri="{FF2B5EF4-FFF2-40B4-BE49-F238E27FC236}">
                <a16:creationId xmlns:a16="http://schemas.microsoft.com/office/drawing/2014/main" id="{067919C8-5D66-42F1-988D-3F2C4BB5023C}"/>
              </a:ext>
            </a:extLst>
          </p:cNvPr>
          <p:cNvSpPr/>
          <p:nvPr/>
        </p:nvSpPr>
        <p:spPr bwMode="gray">
          <a:xfrm>
            <a:off x="9257431" y="5731044"/>
            <a:ext cx="453580" cy="396906"/>
          </a:xfrm>
          <a:custGeom>
            <a:avLst/>
            <a:gdLst>
              <a:gd name="connsiteX0" fmla="*/ 453581 w 453580"/>
              <a:gd name="connsiteY0" fmla="*/ 46958 h 396906"/>
              <a:gd name="connsiteX1" fmla="*/ 400050 w 453580"/>
              <a:gd name="connsiteY1" fmla="*/ 62675 h 396906"/>
              <a:gd name="connsiteX2" fmla="*/ 441103 w 453580"/>
              <a:gd name="connsiteY2" fmla="*/ 7334 h 396906"/>
              <a:gd name="connsiteX3" fmla="*/ 381857 w 453580"/>
              <a:gd name="connsiteY3" fmla="*/ 31718 h 396906"/>
              <a:gd name="connsiteX4" fmla="*/ 313849 w 453580"/>
              <a:gd name="connsiteY4" fmla="*/ 0 h 396906"/>
              <a:gd name="connsiteX5" fmla="*/ 220790 w 453580"/>
              <a:gd name="connsiteY5" fmla="*/ 100203 h 396906"/>
              <a:gd name="connsiteX6" fmla="*/ 223171 w 453580"/>
              <a:gd name="connsiteY6" fmla="*/ 122968 h 396906"/>
              <a:gd name="connsiteX7" fmla="*/ 31337 w 453580"/>
              <a:gd name="connsiteY7" fmla="*/ 18383 h 396906"/>
              <a:gd name="connsiteX8" fmla="*/ 18764 w 453580"/>
              <a:gd name="connsiteY8" fmla="*/ 68771 h 396906"/>
              <a:gd name="connsiteX9" fmla="*/ 60293 w 453580"/>
              <a:gd name="connsiteY9" fmla="*/ 152019 h 396906"/>
              <a:gd name="connsiteX10" fmla="*/ 18098 w 453580"/>
              <a:gd name="connsiteY10" fmla="*/ 139541 h 396906"/>
              <a:gd name="connsiteX11" fmla="*/ 18098 w 453580"/>
              <a:gd name="connsiteY11" fmla="*/ 140875 h 396906"/>
              <a:gd name="connsiteX12" fmla="*/ 92869 w 453580"/>
              <a:gd name="connsiteY12" fmla="*/ 239078 h 396906"/>
              <a:gd name="connsiteX13" fmla="*/ 68294 w 453580"/>
              <a:gd name="connsiteY13" fmla="*/ 242411 h 396906"/>
              <a:gd name="connsiteX14" fmla="*/ 50864 w 453580"/>
              <a:gd name="connsiteY14" fmla="*/ 240697 h 396906"/>
              <a:gd name="connsiteX15" fmla="*/ 137827 w 453580"/>
              <a:gd name="connsiteY15" fmla="*/ 310325 h 396906"/>
              <a:gd name="connsiteX16" fmla="*/ 22193 w 453580"/>
              <a:gd name="connsiteY16" fmla="*/ 353187 h 396906"/>
              <a:gd name="connsiteX17" fmla="*/ 0 w 453580"/>
              <a:gd name="connsiteY17" fmla="*/ 351758 h 396906"/>
              <a:gd name="connsiteX18" fmla="*/ 142589 w 453580"/>
              <a:gd name="connsiteY18" fmla="*/ 396907 h 396906"/>
              <a:gd name="connsiteX19" fmla="*/ 407575 w 453580"/>
              <a:gd name="connsiteY19" fmla="*/ 111919 h 396906"/>
              <a:gd name="connsiteX20" fmla="*/ 407289 w 453580"/>
              <a:gd name="connsiteY20" fmla="*/ 99060 h 396906"/>
              <a:gd name="connsiteX21" fmla="*/ 453581 w 453580"/>
              <a:gd name="connsiteY21" fmla="*/ 46958 h 39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80" h="396906">
                <a:moveTo>
                  <a:pt x="453581" y="46958"/>
                </a:moveTo>
                <a:cubicBezTo>
                  <a:pt x="436817" y="55055"/>
                  <a:pt x="418910" y="60293"/>
                  <a:pt x="400050" y="62675"/>
                </a:cubicBezTo>
                <a:cubicBezTo>
                  <a:pt x="419291" y="50197"/>
                  <a:pt x="434150" y="30766"/>
                  <a:pt x="441103" y="7334"/>
                </a:cubicBezTo>
                <a:cubicBezTo>
                  <a:pt x="423101" y="18764"/>
                  <a:pt x="403098" y="26861"/>
                  <a:pt x="381857" y="31718"/>
                </a:cubicBezTo>
                <a:cubicBezTo>
                  <a:pt x="364903" y="12192"/>
                  <a:pt x="340614" y="0"/>
                  <a:pt x="313849" y="0"/>
                </a:cubicBezTo>
                <a:cubicBezTo>
                  <a:pt x="262414" y="0"/>
                  <a:pt x="220790" y="44768"/>
                  <a:pt x="220790" y="100203"/>
                </a:cubicBezTo>
                <a:cubicBezTo>
                  <a:pt x="220790" y="108014"/>
                  <a:pt x="221647" y="115634"/>
                  <a:pt x="223171" y="122968"/>
                </a:cubicBezTo>
                <a:cubicBezTo>
                  <a:pt x="146018" y="118872"/>
                  <a:pt x="77248" y="78867"/>
                  <a:pt x="31337" y="18383"/>
                </a:cubicBezTo>
                <a:cubicBezTo>
                  <a:pt x="23241" y="33147"/>
                  <a:pt x="18764" y="50292"/>
                  <a:pt x="18764" y="68771"/>
                </a:cubicBezTo>
                <a:cubicBezTo>
                  <a:pt x="18764" y="103442"/>
                  <a:pt x="35147" y="134303"/>
                  <a:pt x="60293" y="152019"/>
                </a:cubicBezTo>
                <a:cubicBezTo>
                  <a:pt x="44958" y="151448"/>
                  <a:pt x="30671" y="147161"/>
                  <a:pt x="18098" y="139541"/>
                </a:cubicBezTo>
                <a:lnTo>
                  <a:pt x="18098" y="140875"/>
                </a:lnTo>
                <a:cubicBezTo>
                  <a:pt x="18098" y="189357"/>
                  <a:pt x="50197" y="229743"/>
                  <a:pt x="92869" y="239078"/>
                </a:cubicBezTo>
                <a:cubicBezTo>
                  <a:pt x="85058" y="241364"/>
                  <a:pt x="76772" y="242411"/>
                  <a:pt x="68294" y="242411"/>
                </a:cubicBezTo>
                <a:cubicBezTo>
                  <a:pt x="62294" y="242411"/>
                  <a:pt x="56674" y="242030"/>
                  <a:pt x="50864" y="240697"/>
                </a:cubicBezTo>
                <a:cubicBezTo>
                  <a:pt x="62675" y="280607"/>
                  <a:pt x="97060" y="309658"/>
                  <a:pt x="137827" y="310325"/>
                </a:cubicBezTo>
                <a:cubicBezTo>
                  <a:pt x="105918" y="337280"/>
                  <a:pt x="65818" y="353187"/>
                  <a:pt x="22193" y="353187"/>
                </a:cubicBezTo>
                <a:cubicBezTo>
                  <a:pt x="14669" y="353187"/>
                  <a:pt x="7239" y="352806"/>
                  <a:pt x="0" y="351758"/>
                </a:cubicBezTo>
                <a:cubicBezTo>
                  <a:pt x="41053" y="380333"/>
                  <a:pt x="89821" y="396907"/>
                  <a:pt x="142589" y="396907"/>
                </a:cubicBezTo>
                <a:cubicBezTo>
                  <a:pt x="313849" y="396907"/>
                  <a:pt x="407575" y="244221"/>
                  <a:pt x="407575" y="111919"/>
                </a:cubicBezTo>
                <a:cubicBezTo>
                  <a:pt x="407575" y="107728"/>
                  <a:pt x="407480" y="103346"/>
                  <a:pt x="407289" y="99060"/>
                </a:cubicBezTo>
                <a:cubicBezTo>
                  <a:pt x="425291" y="84582"/>
                  <a:pt x="441103" y="67056"/>
                  <a:pt x="453581" y="46958"/>
                </a:cubicBezTo>
              </a:path>
            </a:pathLst>
          </a:custGeom>
          <a:solidFill>
            <a:schemeClr val="bg1"/>
          </a:solidFill>
          <a:ln w="9525" cap="flat">
            <a:noFill/>
            <a:prstDash val="solid"/>
            <a:miter/>
          </a:ln>
        </p:spPr>
        <p:txBody>
          <a:bodyPr rtlCol="0" anchor="ctr"/>
          <a:lstStyle/>
          <a:p>
            <a:endParaRPr lang="en-US"/>
          </a:p>
        </p:txBody>
      </p:sp>
      <p:sp>
        <p:nvSpPr>
          <p:cNvPr id="167" name="Grafik 40">
            <a:extLst>
              <a:ext uri="{FF2B5EF4-FFF2-40B4-BE49-F238E27FC236}">
                <a16:creationId xmlns:a16="http://schemas.microsoft.com/office/drawing/2014/main" id="{FD71B3A9-83B9-4E4E-BC20-0B12E857C0BD}"/>
              </a:ext>
            </a:extLst>
          </p:cNvPr>
          <p:cNvSpPr/>
          <p:nvPr/>
        </p:nvSpPr>
        <p:spPr bwMode="gray">
          <a:xfrm>
            <a:off x="10224521" y="5686383"/>
            <a:ext cx="457676" cy="444817"/>
          </a:xfrm>
          <a:custGeom>
            <a:avLst/>
            <a:gdLst>
              <a:gd name="connsiteX0" fmla="*/ 65723 w 457676"/>
              <a:gd name="connsiteY0" fmla="*/ 0 h 444817"/>
              <a:gd name="connsiteX1" fmla="*/ 0 w 457676"/>
              <a:gd name="connsiteY1" fmla="*/ 65723 h 444817"/>
              <a:gd name="connsiteX2" fmla="*/ 65723 w 457676"/>
              <a:gd name="connsiteY2" fmla="*/ 131445 h 444817"/>
              <a:gd name="connsiteX3" fmla="*/ 131445 w 457676"/>
              <a:gd name="connsiteY3" fmla="*/ 65723 h 444817"/>
              <a:gd name="connsiteX4" fmla="*/ 65723 w 457676"/>
              <a:gd name="connsiteY4" fmla="*/ 0 h 444817"/>
              <a:gd name="connsiteX5" fmla="*/ 341376 w 457676"/>
              <a:gd name="connsiteY5" fmla="*/ 131445 h 444817"/>
              <a:gd name="connsiteX6" fmla="*/ 275654 w 457676"/>
              <a:gd name="connsiteY6" fmla="*/ 155448 h 444817"/>
              <a:gd name="connsiteX7" fmla="*/ 260509 w 457676"/>
              <a:gd name="connsiteY7" fmla="*/ 141542 h 444817"/>
              <a:gd name="connsiteX8" fmla="*/ 179642 w 457676"/>
              <a:gd name="connsiteY8" fmla="*/ 141542 h 444817"/>
              <a:gd name="connsiteX9" fmla="*/ 164497 w 457676"/>
              <a:gd name="connsiteY9" fmla="*/ 156686 h 444817"/>
              <a:gd name="connsiteX10" fmla="*/ 164497 w 457676"/>
              <a:gd name="connsiteY10" fmla="*/ 429673 h 444817"/>
              <a:gd name="connsiteX11" fmla="*/ 179642 w 457676"/>
              <a:gd name="connsiteY11" fmla="*/ 444818 h 444817"/>
              <a:gd name="connsiteX12" fmla="*/ 265557 w 457676"/>
              <a:gd name="connsiteY12" fmla="*/ 444818 h 444817"/>
              <a:gd name="connsiteX13" fmla="*/ 280702 w 457676"/>
              <a:gd name="connsiteY13" fmla="*/ 429673 h 444817"/>
              <a:gd name="connsiteX14" fmla="*/ 280702 w 457676"/>
              <a:gd name="connsiteY14" fmla="*/ 278035 h 444817"/>
              <a:gd name="connsiteX15" fmla="*/ 289751 w 457676"/>
              <a:gd name="connsiteY15" fmla="*/ 247841 h 444817"/>
              <a:gd name="connsiteX16" fmla="*/ 306038 w 457676"/>
              <a:gd name="connsiteY16" fmla="*/ 237554 h 444817"/>
              <a:gd name="connsiteX17" fmla="*/ 316135 w 457676"/>
              <a:gd name="connsiteY17" fmla="*/ 237554 h 444817"/>
              <a:gd name="connsiteX18" fmla="*/ 332423 w 457676"/>
              <a:gd name="connsiteY18" fmla="*/ 247841 h 444817"/>
              <a:gd name="connsiteX19" fmla="*/ 341471 w 457676"/>
              <a:gd name="connsiteY19" fmla="*/ 278035 h 444817"/>
              <a:gd name="connsiteX20" fmla="*/ 341471 w 457676"/>
              <a:gd name="connsiteY20" fmla="*/ 429673 h 444817"/>
              <a:gd name="connsiteX21" fmla="*/ 356616 w 457676"/>
              <a:gd name="connsiteY21" fmla="*/ 444818 h 444817"/>
              <a:gd name="connsiteX22" fmla="*/ 442532 w 457676"/>
              <a:gd name="connsiteY22" fmla="*/ 444818 h 444817"/>
              <a:gd name="connsiteX23" fmla="*/ 457676 w 457676"/>
              <a:gd name="connsiteY23" fmla="*/ 429673 h 444817"/>
              <a:gd name="connsiteX24" fmla="*/ 457676 w 457676"/>
              <a:gd name="connsiteY24" fmla="*/ 252794 h 444817"/>
              <a:gd name="connsiteX25" fmla="*/ 432054 w 457676"/>
              <a:gd name="connsiteY25" fmla="*/ 165449 h 444817"/>
              <a:gd name="connsiteX26" fmla="*/ 341376 w 457676"/>
              <a:gd name="connsiteY26" fmla="*/ 131445 h 444817"/>
              <a:gd name="connsiteX27" fmla="*/ 23717 w 457676"/>
              <a:gd name="connsiteY27" fmla="*/ 141542 h 444817"/>
              <a:gd name="connsiteX28" fmla="*/ 10096 w 457676"/>
              <a:gd name="connsiteY28" fmla="*/ 156686 h 444817"/>
              <a:gd name="connsiteX29" fmla="*/ 10096 w 457676"/>
              <a:gd name="connsiteY29" fmla="*/ 429673 h 444817"/>
              <a:gd name="connsiteX30" fmla="*/ 25241 w 457676"/>
              <a:gd name="connsiteY30" fmla="*/ 444818 h 444817"/>
              <a:gd name="connsiteX31" fmla="*/ 111157 w 457676"/>
              <a:gd name="connsiteY31" fmla="*/ 444818 h 444817"/>
              <a:gd name="connsiteX32" fmla="*/ 126302 w 457676"/>
              <a:gd name="connsiteY32" fmla="*/ 429673 h 444817"/>
              <a:gd name="connsiteX33" fmla="*/ 126302 w 457676"/>
              <a:gd name="connsiteY33" fmla="*/ 156686 h 444817"/>
              <a:gd name="connsiteX34" fmla="*/ 111157 w 457676"/>
              <a:gd name="connsiteY34" fmla="*/ 141542 h 444817"/>
              <a:gd name="connsiteX35" fmla="*/ 23717 w 457676"/>
              <a:gd name="connsiteY35" fmla="*/ 141542 h 44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57676" h="444817">
                <a:moveTo>
                  <a:pt x="65723" y="0"/>
                </a:moveTo>
                <a:cubicBezTo>
                  <a:pt x="29623" y="0"/>
                  <a:pt x="0" y="29623"/>
                  <a:pt x="0" y="65723"/>
                </a:cubicBezTo>
                <a:cubicBezTo>
                  <a:pt x="0" y="101822"/>
                  <a:pt x="29623" y="131445"/>
                  <a:pt x="65723" y="131445"/>
                </a:cubicBezTo>
                <a:cubicBezTo>
                  <a:pt x="101822" y="131445"/>
                  <a:pt x="131445" y="101822"/>
                  <a:pt x="131445" y="65723"/>
                </a:cubicBezTo>
                <a:cubicBezTo>
                  <a:pt x="131445" y="29623"/>
                  <a:pt x="101822" y="0"/>
                  <a:pt x="65723" y="0"/>
                </a:cubicBezTo>
                <a:close/>
                <a:moveTo>
                  <a:pt x="341376" y="131445"/>
                </a:moveTo>
                <a:cubicBezTo>
                  <a:pt x="312706" y="131445"/>
                  <a:pt x="291941" y="142208"/>
                  <a:pt x="275654" y="155448"/>
                </a:cubicBezTo>
                <a:cubicBezTo>
                  <a:pt x="274987" y="147923"/>
                  <a:pt x="268034" y="141542"/>
                  <a:pt x="260509" y="141542"/>
                </a:cubicBezTo>
                <a:lnTo>
                  <a:pt x="179642" y="141542"/>
                </a:lnTo>
                <a:cubicBezTo>
                  <a:pt x="171736" y="141542"/>
                  <a:pt x="164497" y="148781"/>
                  <a:pt x="164497" y="156686"/>
                </a:cubicBezTo>
                <a:lnTo>
                  <a:pt x="164497" y="429673"/>
                </a:lnTo>
                <a:cubicBezTo>
                  <a:pt x="164497" y="437579"/>
                  <a:pt x="171736" y="444818"/>
                  <a:pt x="179642" y="444818"/>
                </a:cubicBezTo>
                <a:lnTo>
                  <a:pt x="265557" y="444818"/>
                </a:lnTo>
                <a:cubicBezTo>
                  <a:pt x="273463" y="444818"/>
                  <a:pt x="280702" y="437579"/>
                  <a:pt x="280702" y="429673"/>
                </a:cubicBezTo>
                <a:lnTo>
                  <a:pt x="280702" y="278035"/>
                </a:lnTo>
                <a:cubicBezTo>
                  <a:pt x="280702" y="266224"/>
                  <a:pt x="284512" y="255175"/>
                  <a:pt x="289751" y="247841"/>
                </a:cubicBezTo>
                <a:cubicBezTo>
                  <a:pt x="294989" y="240602"/>
                  <a:pt x="300704" y="237554"/>
                  <a:pt x="306038" y="237554"/>
                </a:cubicBezTo>
                <a:lnTo>
                  <a:pt x="316135" y="237554"/>
                </a:lnTo>
                <a:cubicBezTo>
                  <a:pt x="321469" y="237554"/>
                  <a:pt x="327184" y="240506"/>
                  <a:pt x="332423" y="247841"/>
                </a:cubicBezTo>
                <a:cubicBezTo>
                  <a:pt x="337661" y="255080"/>
                  <a:pt x="341471" y="266224"/>
                  <a:pt x="341471" y="278035"/>
                </a:cubicBezTo>
                <a:lnTo>
                  <a:pt x="341471" y="429673"/>
                </a:lnTo>
                <a:cubicBezTo>
                  <a:pt x="341471" y="437579"/>
                  <a:pt x="348710" y="444818"/>
                  <a:pt x="356616" y="444818"/>
                </a:cubicBezTo>
                <a:lnTo>
                  <a:pt x="442532" y="444818"/>
                </a:lnTo>
                <a:cubicBezTo>
                  <a:pt x="450437" y="444818"/>
                  <a:pt x="457676" y="437579"/>
                  <a:pt x="457676" y="429673"/>
                </a:cubicBezTo>
                <a:lnTo>
                  <a:pt x="457676" y="252794"/>
                </a:lnTo>
                <a:cubicBezTo>
                  <a:pt x="457676" y="218408"/>
                  <a:pt x="451199" y="187833"/>
                  <a:pt x="432054" y="165449"/>
                </a:cubicBezTo>
                <a:cubicBezTo>
                  <a:pt x="412909" y="143066"/>
                  <a:pt x="382143" y="131445"/>
                  <a:pt x="341376" y="131445"/>
                </a:cubicBezTo>
                <a:close/>
                <a:moveTo>
                  <a:pt x="23717" y="141542"/>
                </a:moveTo>
                <a:cubicBezTo>
                  <a:pt x="16288" y="142304"/>
                  <a:pt x="10096" y="149257"/>
                  <a:pt x="10096" y="156686"/>
                </a:cubicBezTo>
                <a:lnTo>
                  <a:pt x="10096" y="429673"/>
                </a:lnTo>
                <a:cubicBezTo>
                  <a:pt x="10096" y="437579"/>
                  <a:pt x="17336" y="444818"/>
                  <a:pt x="25241" y="444818"/>
                </a:cubicBezTo>
                <a:lnTo>
                  <a:pt x="111157" y="444818"/>
                </a:lnTo>
                <a:cubicBezTo>
                  <a:pt x="119063" y="444818"/>
                  <a:pt x="126302" y="437579"/>
                  <a:pt x="126302" y="429673"/>
                </a:cubicBezTo>
                <a:lnTo>
                  <a:pt x="126302" y="156686"/>
                </a:lnTo>
                <a:cubicBezTo>
                  <a:pt x="126302" y="148781"/>
                  <a:pt x="119063" y="141542"/>
                  <a:pt x="111157" y="141542"/>
                </a:cubicBezTo>
                <a:cubicBezTo>
                  <a:pt x="82106" y="141542"/>
                  <a:pt x="52673" y="141542"/>
                  <a:pt x="23717" y="141542"/>
                </a:cubicBezTo>
                <a:close/>
              </a:path>
            </a:pathLst>
          </a:custGeom>
          <a:solidFill>
            <a:schemeClr val="bg1"/>
          </a:solidFill>
          <a:ln w="9525" cap="flat">
            <a:noFill/>
            <a:prstDash val="solid"/>
            <a:miter/>
          </a:ln>
        </p:spPr>
        <p:txBody>
          <a:bodyPr rtlCol="0" anchor="ctr"/>
          <a:lstStyle/>
          <a:p>
            <a:endParaRPr lang="en-US"/>
          </a:p>
        </p:txBody>
      </p:sp>
      <p:sp>
        <p:nvSpPr>
          <p:cNvPr id="169" name="Grafik 44">
            <a:extLst>
              <a:ext uri="{FF2B5EF4-FFF2-40B4-BE49-F238E27FC236}">
                <a16:creationId xmlns:a16="http://schemas.microsoft.com/office/drawing/2014/main" id="{D5726FFE-32EC-47B8-8D3B-150C64FD3CDD}"/>
              </a:ext>
            </a:extLst>
          </p:cNvPr>
          <p:cNvSpPr/>
          <p:nvPr/>
        </p:nvSpPr>
        <p:spPr bwMode="gray">
          <a:xfrm>
            <a:off x="11147712" y="5674382"/>
            <a:ext cx="456914" cy="456818"/>
          </a:xfrm>
          <a:custGeom>
            <a:avLst/>
            <a:gdLst>
              <a:gd name="connsiteX0" fmla="*/ 330803 w 456914"/>
              <a:gd name="connsiteY0" fmla="*/ 0 h 456818"/>
              <a:gd name="connsiteX1" fmla="*/ 126016 w 456914"/>
              <a:gd name="connsiteY1" fmla="*/ 0 h 456818"/>
              <a:gd name="connsiteX2" fmla="*/ 0 w 456914"/>
              <a:gd name="connsiteY2" fmla="*/ 126016 h 456818"/>
              <a:gd name="connsiteX3" fmla="*/ 0 w 456914"/>
              <a:gd name="connsiteY3" fmla="*/ 330708 h 456818"/>
              <a:gd name="connsiteX4" fmla="*/ 126111 w 456914"/>
              <a:gd name="connsiteY4" fmla="*/ 456819 h 456818"/>
              <a:gd name="connsiteX5" fmla="*/ 330803 w 456914"/>
              <a:gd name="connsiteY5" fmla="*/ 456819 h 456818"/>
              <a:gd name="connsiteX6" fmla="*/ 456914 w 456914"/>
              <a:gd name="connsiteY6" fmla="*/ 330708 h 456818"/>
              <a:gd name="connsiteX7" fmla="*/ 456914 w 456914"/>
              <a:gd name="connsiteY7" fmla="*/ 126016 h 456818"/>
              <a:gd name="connsiteX8" fmla="*/ 330803 w 456914"/>
              <a:gd name="connsiteY8" fmla="*/ 0 h 456818"/>
              <a:gd name="connsiteX9" fmla="*/ 228410 w 456914"/>
              <a:gd name="connsiteY9" fmla="*/ 346139 h 456818"/>
              <a:gd name="connsiteX10" fmla="*/ 110681 w 456914"/>
              <a:gd name="connsiteY10" fmla="*/ 228410 h 456818"/>
              <a:gd name="connsiteX11" fmla="*/ 228410 w 456914"/>
              <a:gd name="connsiteY11" fmla="*/ 110681 h 456818"/>
              <a:gd name="connsiteX12" fmla="*/ 346139 w 456914"/>
              <a:gd name="connsiteY12" fmla="*/ 228410 h 456818"/>
              <a:gd name="connsiteX13" fmla="*/ 228410 w 456914"/>
              <a:gd name="connsiteY13" fmla="*/ 346139 h 456818"/>
              <a:gd name="connsiteX14" fmla="*/ 372142 w 456914"/>
              <a:gd name="connsiteY14" fmla="*/ 127064 h 456818"/>
              <a:gd name="connsiteX15" fmla="*/ 351092 w 456914"/>
              <a:gd name="connsiteY15" fmla="*/ 135731 h 456818"/>
              <a:gd name="connsiteX16" fmla="*/ 330137 w 456914"/>
              <a:gd name="connsiteY16" fmla="*/ 127064 h 456818"/>
              <a:gd name="connsiteX17" fmla="*/ 321374 w 456914"/>
              <a:gd name="connsiteY17" fmla="*/ 106013 h 456818"/>
              <a:gd name="connsiteX18" fmla="*/ 330137 w 456914"/>
              <a:gd name="connsiteY18" fmla="*/ 84963 h 456818"/>
              <a:gd name="connsiteX19" fmla="*/ 351092 w 456914"/>
              <a:gd name="connsiteY19" fmla="*/ 76295 h 456818"/>
              <a:gd name="connsiteX20" fmla="*/ 372142 w 456914"/>
              <a:gd name="connsiteY20" fmla="*/ 84963 h 456818"/>
              <a:gd name="connsiteX21" fmla="*/ 380810 w 456914"/>
              <a:gd name="connsiteY21" fmla="*/ 106013 h 456818"/>
              <a:gd name="connsiteX22" fmla="*/ 372142 w 456914"/>
              <a:gd name="connsiteY22" fmla="*/ 127064 h 456818"/>
              <a:gd name="connsiteX23" fmla="*/ 306610 w 456914"/>
              <a:gd name="connsiteY23" fmla="*/ 228410 h 456818"/>
              <a:gd name="connsiteX24" fmla="*/ 229362 w 456914"/>
              <a:gd name="connsiteY24" fmla="*/ 305562 h 456818"/>
              <a:gd name="connsiteX25" fmla="*/ 152114 w 456914"/>
              <a:gd name="connsiteY25" fmla="*/ 228410 h 456818"/>
              <a:gd name="connsiteX26" fmla="*/ 229362 w 456914"/>
              <a:gd name="connsiteY26" fmla="*/ 151162 h 456818"/>
              <a:gd name="connsiteX27" fmla="*/ 306610 w 456914"/>
              <a:gd name="connsiteY27" fmla="*/ 228410 h 45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56914" h="456818">
                <a:moveTo>
                  <a:pt x="330803" y="0"/>
                </a:moveTo>
                <a:lnTo>
                  <a:pt x="126016" y="0"/>
                </a:lnTo>
                <a:cubicBezTo>
                  <a:pt x="56483" y="0"/>
                  <a:pt x="0" y="56483"/>
                  <a:pt x="0" y="126016"/>
                </a:cubicBezTo>
                <a:lnTo>
                  <a:pt x="0" y="330708"/>
                </a:lnTo>
                <a:cubicBezTo>
                  <a:pt x="0" y="400241"/>
                  <a:pt x="56579" y="456819"/>
                  <a:pt x="126111" y="456819"/>
                </a:cubicBezTo>
                <a:lnTo>
                  <a:pt x="330803" y="456819"/>
                </a:lnTo>
                <a:cubicBezTo>
                  <a:pt x="400336" y="456819"/>
                  <a:pt x="456914" y="400241"/>
                  <a:pt x="456914" y="330708"/>
                </a:cubicBezTo>
                <a:lnTo>
                  <a:pt x="456914" y="126016"/>
                </a:lnTo>
                <a:cubicBezTo>
                  <a:pt x="456819" y="56483"/>
                  <a:pt x="400336" y="0"/>
                  <a:pt x="330803" y="0"/>
                </a:cubicBezTo>
                <a:close/>
                <a:moveTo>
                  <a:pt x="228410" y="346139"/>
                </a:moveTo>
                <a:cubicBezTo>
                  <a:pt x="163449" y="346139"/>
                  <a:pt x="110681" y="293275"/>
                  <a:pt x="110681" y="228410"/>
                </a:cubicBezTo>
                <a:cubicBezTo>
                  <a:pt x="110681" y="163449"/>
                  <a:pt x="163544" y="110681"/>
                  <a:pt x="228410" y="110681"/>
                </a:cubicBezTo>
                <a:cubicBezTo>
                  <a:pt x="293370" y="110681"/>
                  <a:pt x="346139" y="163544"/>
                  <a:pt x="346139" y="228410"/>
                </a:cubicBezTo>
                <a:cubicBezTo>
                  <a:pt x="346139" y="293370"/>
                  <a:pt x="293370" y="346139"/>
                  <a:pt x="228410" y="346139"/>
                </a:cubicBezTo>
                <a:close/>
                <a:moveTo>
                  <a:pt x="372142" y="127064"/>
                </a:moveTo>
                <a:cubicBezTo>
                  <a:pt x="366617" y="132493"/>
                  <a:pt x="358997" y="135731"/>
                  <a:pt x="351092" y="135731"/>
                </a:cubicBezTo>
                <a:cubicBezTo>
                  <a:pt x="343281" y="135731"/>
                  <a:pt x="335566" y="132493"/>
                  <a:pt x="330137" y="127064"/>
                </a:cubicBezTo>
                <a:cubicBezTo>
                  <a:pt x="324612" y="121539"/>
                  <a:pt x="321374" y="113824"/>
                  <a:pt x="321374" y="106013"/>
                </a:cubicBezTo>
                <a:cubicBezTo>
                  <a:pt x="321374" y="98203"/>
                  <a:pt x="324612" y="90488"/>
                  <a:pt x="330137" y="84963"/>
                </a:cubicBezTo>
                <a:cubicBezTo>
                  <a:pt x="335661" y="79439"/>
                  <a:pt x="343281" y="76295"/>
                  <a:pt x="351092" y="76295"/>
                </a:cubicBezTo>
                <a:cubicBezTo>
                  <a:pt x="358902" y="76295"/>
                  <a:pt x="366617" y="79534"/>
                  <a:pt x="372142" y="84963"/>
                </a:cubicBezTo>
                <a:cubicBezTo>
                  <a:pt x="377666" y="90488"/>
                  <a:pt x="380810" y="98108"/>
                  <a:pt x="380810" y="106013"/>
                </a:cubicBezTo>
                <a:cubicBezTo>
                  <a:pt x="380810" y="113824"/>
                  <a:pt x="377666" y="121539"/>
                  <a:pt x="372142" y="127064"/>
                </a:cubicBezTo>
                <a:close/>
                <a:moveTo>
                  <a:pt x="306610" y="228410"/>
                </a:moveTo>
                <a:cubicBezTo>
                  <a:pt x="306610" y="270891"/>
                  <a:pt x="271939" y="305562"/>
                  <a:pt x="229362" y="305562"/>
                </a:cubicBezTo>
                <a:cubicBezTo>
                  <a:pt x="186785" y="305562"/>
                  <a:pt x="152114" y="270986"/>
                  <a:pt x="152114" y="228410"/>
                </a:cubicBezTo>
                <a:cubicBezTo>
                  <a:pt x="152114" y="185833"/>
                  <a:pt x="186785" y="151162"/>
                  <a:pt x="229362" y="151162"/>
                </a:cubicBezTo>
                <a:cubicBezTo>
                  <a:pt x="271939" y="151162"/>
                  <a:pt x="306515" y="185833"/>
                  <a:pt x="306610" y="228410"/>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73494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bfNMVN6Iqu93BoG2_nkCm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pQoMzkI3SdevhKBdvBvyA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tUhGzxNS3SNhetisjE3B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L1B7Uf6NQcSpdmB2hkyL1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IAH5BnKV.AIJZkEpwzSAC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yCWSv7DeP12pJTF4U8kbs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ejVXhm.JQECxtKwnMDcgr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ejVXhm.JQECxtKwnMDcgr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ejVXhm.JQECxtKwnMDcgr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ejVXhm.JQECxtKwnMDcgr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KC9oR.7MVfEz_Wk8F1gd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sLUKNNkjtiJNF_TNXTR41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EEfsB0np2NQ9BDMRWMlcj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Ee.U3iWUvgWxEHDmmd5U3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lm0a_iXqNliEjie.ymUJ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ZaaqmNr82NnkqxGuR0gkv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ZaaqmNr82NnkqxGuR0gkv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0eqe_zfm9YtE9_kM_ocjI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69hLsA__OC.khoUCfIWP0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IkE4O8FE2Qb9jCBIogK.r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XiM8cxNac2037Jd9AuTPZ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lE1Goq00q3Snb4mKLYLFd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6XSbpYkjRpqHbIJaXfJdo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cyPfO8TLqK89DowwC3xsr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cyPfO8TLqK89DowwC3xsrA"/>
</p:tagLst>
</file>

<file path=ppt/theme/theme1.xml><?xml version="1.0" encoding="utf-8"?>
<a:theme xmlns:a="http://schemas.openxmlformats.org/drawingml/2006/main" name="EUREX EX">
  <a:themeElements>
    <a:clrScheme name="EUREX">
      <a:dk1>
        <a:srgbClr val="201751"/>
      </a:dk1>
      <a:lt1>
        <a:srgbClr val="FEFFFF"/>
      </a:lt1>
      <a:dk2>
        <a:srgbClr val="00CE7D"/>
      </a:dk2>
      <a:lt2>
        <a:srgbClr val="F3F3F3"/>
      </a:lt2>
      <a:accent1>
        <a:srgbClr val="201751"/>
      </a:accent1>
      <a:accent2>
        <a:srgbClr val="00CE7D"/>
      </a:accent2>
      <a:accent3>
        <a:srgbClr val="3C7DBE"/>
      </a:accent3>
      <a:accent4>
        <a:srgbClr val="DCDCDC"/>
      </a:accent4>
      <a:accent5>
        <a:srgbClr val="00454D"/>
      </a:accent5>
      <a:accent6>
        <a:srgbClr val="F3F3F3"/>
      </a:accent6>
      <a:hlink>
        <a:srgbClr val="00CE7D"/>
      </a:hlink>
      <a:folHlink>
        <a:srgbClr val="201751"/>
      </a:folHlink>
    </a:clrScheme>
    <a:fontScheme name="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bIns="79200" rtlCol="0" anchor="ct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smtClean="0"/>
        </a:defPPr>
      </a:lstStyle>
    </a:txDef>
  </a:objectDefaults>
  <a:extraClrSchemeLst/>
  <a:custClrLst>
    <a:custClr name="Eurex Blue">
      <a:srgbClr val="201751"/>
    </a:custClr>
    <a:custClr name="Teal">
      <a:srgbClr val="00454D"/>
    </a:custClr>
    <a:custClr name="Purple">
      <a:srgbClr val="66348E"/>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Eurex Green">
      <a:srgbClr val="00CE7D"/>
    </a:custClr>
    <a:custClr name="Light Blue">
      <a:srgbClr val="3C7DBE"/>
    </a:custClr>
    <a:custClr name="Peach">
      <a:srgbClr val="FFAAA1"/>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Eurex Light Grey">
      <a:srgbClr val="F3F3F3"/>
    </a:custClr>
    <a:custClr name="Grey">
      <a:srgbClr val="DCDCDC"/>
    </a:custClr>
    <a:custClr name="Aqua Mint">
      <a:srgbClr val="A0DCC8"/>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Eurex_EX_PPT_Template_V5_200914.pptx" id="{886B3E38-64A1-478A-A461-EC858A180092}" vid="{51C84B35-49A6-4D82-94DE-A6BF3787FD0A}"/>
    </a:ext>
  </a:extLst>
</a:theme>
</file>

<file path=ppt/theme/theme2.xml><?xml version="1.0" encoding="utf-8"?>
<a:theme xmlns:a="http://schemas.openxmlformats.org/drawingml/2006/main" name="Office">
  <a:themeElements>
    <a:clrScheme name="Benutzerdefiniert 143">
      <a:dk1>
        <a:srgbClr val="000099"/>
      </a:dk1>
      <a:lt1>
        <a:sysClr val="window" lastClr="FFFFFF"/>
      </a:lt1>
      <a:dk2>
        <a:srgbClr val="696969"/>
      </a:dk2>
      <a:lt2>
        <a:srgbClr val="BDBDBD"/>
      </a:lt2>
      <a:accent1>
        <a:srgbClr val="000099"/>
      </a:accent1>
      <a:accent2>
        <a:srgbClr val="00A5FF"/>
      </a:accent2>
      <a:accent3>
        <a:srgbClr val="8CDCFF"/>
      </a:accent3>
      <a:accent4>
        <a:srgbClr val="404040"/>
      </a:accent4>
      <a:accent5>
        <a:srgbClr val="696969"/>
      </a:accent5>
      <a:accent6>
        <a:srgbClr val="BDBDBD"/>
      </a:accent6>
      <a:hlink>
        <a:srgbClr val="000099"/>
      </a:hlink>
      <a:folHlink>
        <a:srgbClr val="000099"/>
      </a:folHlink>
    </a:clrScheme>
    <a:fontScheme name="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Benutzerdefiniert 143">
      <a:dk1>
        <a:srgbClr val="000099"/>
      </a:dk1>
      <a:lt1>
        <a:sysClr val="window" lastClr="FFFFFF"/>
      </a:lt1>
      <a:dk2>
        <a:srgbClr val="696969"/>
      </a:dk2>
      <a:lt2>
        <a:srgbClr val="BDBDBD"/>
      </a:lt2>
      <a:accent1>
        <a:srgbClr val="000099"/>
      </a:accent1>
      <a:accent2>
        <a:srgbClr val="00A5FF"/>
      </a:accent2>
      <a:accent3>
        <a:srgbClr val="8CDCFF"/>
      </a:accent3>
      <a:accent4>
        <a:srgbClr val="404040"/>
      </a:accent4>
      <a:accent5>
        <a:srgbClr val="696969"/>
      </a:accent5>
      <a:accent6>
        <a:srgbClr val="BDBDBD"/>
      </a:accent6>
      <a:hlink>
        <a:srgbClr val="000099"/>
      </a:hlink>
      <a:folHlink>
        <a:srgbClr val="000099"/>
      </a:folHlink>
    </a:clrScheme>
    <a:fontScheme name="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enutzerdefiniert 143">
    <a:dk1>
      <a:srgbClr val="000099"/>
    </a:dk1>
    <a:lt1>
      <a:sysClr val="window" lastClr="FFFFFF"/>
    </a:lt1>
    <a:dk2>
      <a:srgbClr val="696969"/>
    </a:dk2>
    <a:lt2>
      <a:srgbClr val="BDBDBD"/>
    </a:lt2>
    <a:accent1>
      <a:srgbClr val="000099"/>
    </a:accent1>
    <a:accent2>
      <a:srgbClr val="00A5FF"/>
    </a:accent2>
    <a:accent3>
      <a:srgbClr val="8CDCFF"/>
    </a:accent3>
    <a:accent4>
      <a:srgbClr val="404040"/>
    </a:accent4>
    <a:accent5>
      <a:srgbClr val="696969"/>
    </a:accent5>
    <a:accent6>
      <a:srgbClr val="BDBDBD"/>
    </a:accent6>
    <a:hlink>
      <a:srgbClr val="000099"/>
    </a:hlink>
    <a:folHlink>
      <a:srgbClr val="000099"/>
    </a:folHlink>
  </a:clrScheme>
  <a:fontScheme name="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Benutzerdefiniert 143">
    <a:dk1>
      <a:srgbClr val="000099"/>
    </a:dk1>
    <a:lt1>
      <a:sysClr val="window" lastClr="FFFFFF"/>
    </a:lt1>
    <a:dk2>
      <a:srgbClr val="696969"/>
    </a:dk2>
    <a:lt2>
      <a:srgbClr val="BDBDBD"/>
    </a:lt2>
    <a:accent1>
      <a:srgbClr val="000099"/>
    </a:accent1>
    <a:accent2>
      <a:srgbClr val="00A5FF"/>
    </a:accent2>
    <a:accent3>
      <a:srgbClr val="8CDCFF"/>
    </a:accent3>
    <a:accent4>
      <a:srgbClr val="404040"/>
    </a:accent4>
    <a:accent5>
      <a:srgbClr val="696969"/>
    </a:accent5>
    <a:accent6>
      <a:srgbClr val="BDBDBD"/>
    </a:accent6>
    <a:hlink>
      <a:srgbClr val="000099"/>
    </a:hlink>
    <a:folHlink>
      <a:srgbClr val="000099"/>
    </a:folHlink>
  </a:clrScheme>
  <a:fontScheme name="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Benutzerdefiniert 143">
    <a:dk1>
      <a:srgbClr val="000099"/>
    </a:dk1>
    <a:lt1>
      <a:sysClr val="window" lastClr="FFFFFF"/>
    </a:lt1>
    <a:dk2>
      <a:srgbClr val="696969"/>
    </a:dk2>
    <a:lt2>
      <a:srgbClr val="BDBDBD"/>
    </a:lt2>
    <a:accent1>
      <a:srgbClr val="000099"/>
    </a:accent1>
    <a:accent2>
      <a:srgbClr val="00A5FF"/>
    </a:accent2>
    <a:accent3>
      <a:srgbClr val="8CDCFF"/>
    </a:accent3>
    <a:accent4>
      <a:srgbClr val="404040"/>
    </a:accent4>
    <a:accent5>
      <a:srgbClr val="696969"/>
    </a:accent5>
    <a:accent6>
      <a:srgbClr val="BDBDBD"/>
    </a:accent6>
    <a:hlink>
      <a:srgbClr val="000099"/>
    </a:hlink>
    <a:folHlink>
      <a:srgbClr val="000099"/>
    </a:folHlink>
  </a:clrScheme>
  <a:fontScheme name="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Benutzerdefiniert 143">
    <a:dk1>
      <a:srgbClr val="000099"/>
    </a:dk1>
    <a:lt1>
      <a:sysClr val="window" lastClr="FFFFFF"/>
    </a:lt1>
    <a:dk2>
      <a:srgbClr val="696969"/>
    </a:dk2>
    <a:lt2>
      <a:srgbClr val="BDBDBD"/>
    </a:lt2>
    <a:accent1>
      <a:srgbClr val="000099"/>
    </a:accent1>
    <a:accent2>
      <a:srgbClr val="00A5FF"/>
    </a:accent2>
    <a:accent3>
      <a:srgbClr val="8CDCFF"/>
    </a:accent3>
    <a:accent4>
      <a:srgbClr val="404040"/>
    </a:accent4>
    <a:accent5>
      <a:srgbClr val="696969"/>
    </a:accent5>
    <a:accent6>
      <a:srgbClr val="BDBDBD"/>
    </a:accent6>
    <a:hlink>
      <a:srgbClr val="000099"/>
    </a:hlink>
    <a:folHlink>
      <a:srgbClr val="000099"/>
    </a:folHlink>
  </a:clrScheme>
  <a:fontScheme name="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CFA1A456BB2474CA0988A479C79164C" ma:contentTypeVersion="1" ma:contentTypeDescription="Create a new document." ma:contentTypeScope="" ma:versionID="bff8b78d8d7dc9ed23c4093ec420ab79">
  <xsd:schema xmlns:xsd="http://www.w3.org/2001/XMLSchema" xmlns:xs="http://www.w3.org/2001/XMLSchema" xmlns:p="http://schemas.microsoft.com/office/2006/metadata/properties" xmlns:ns2="df4d7699-4ea4-4ced-9b2a-186e24d6677e" targetNamespace="http://schemas.microsoft.com/office/2006/metadata/properties" ma:root="true" ma:fieldsID="260ade15b387eab0117e44c0ebc80b3c" ns2:_="">
    <xsd:import namespace="df4d7699-4ea4-4ced-9b2a-186e24d6677e"/>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4d7699-4ea4-4ced-9b2a-186e24d6677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I1ZTIxNjY1Mi03Y2IxLTQyZDMtYTIyZi1mYjVjN2YzNDhkYjUiIG9yaWdpbj0iZGVmYXVsdFZhbHVlIj48ZWxlbWVudCB1aWQ9ImlkX2NsYXNzaWZpY2F0aW9uX2ludGVybmFsb25seSIgdmFsdWU9IiIgeG1sbnM9Imh0dHA6Ly93d3cuYm9sZG9uamFtZXMuY29tLzIwMDgvMDEvc2llL2ludGVybmFsL2xhYmVsIiAvPjwvc2lzbD48VXNlck5hbWU+T0FBRFxmczE2MzwvVXNlck5hbWU+PERhdGVUaW1lPjA2LjA3LjIwMjAgMDc6MDc6MTQ8L0RhdGVUaW1lPjxMYWJlbFN0cmluZz5JbnRlcm5hbDwvTGFiZWxTdHJpbmc+PC9pdGVtPjwvbGFiZWxIaXN0b3J5Pg==</Value>
</WrappedLabelHistory>
</file>

<file path=customXml/item4.xml><?xml version="1.0" encoding="utf-8"?>
<sisl xmlns:xsi="http://www.w3.org/2001/XMLSchema-instance" xmlns:xsd="http://www.w3.org/2001/XMLSchema" xmlns="http://www.boldonjames.com/2008/01/sie/internal/label" sislVersion="0" policy="5e216652-7cb1-42d3-a22f-fb5c7f348db5" origin="defaultValue">
  <element uid="id_classification_internalonly" value=""/>
</sisl>
</file>

<file path=customXml/item5.xml>
</file>

<file path=customXml/item6.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100CE57-8C6A-425A-8EDC-17F7ED369488}">
  <ds:schemaRefs>
    <ds:schemaRef ds:uri="http://schemas.microsoft.com/sharepoint/v3/contenttype/forms"/>
  </ds:schemaRefs>
</ds:datastoreItem>
</file>

<file path=customXml/itemProps2.xml><?xml version="1.0" encoding="utf-8"?>
<ds:datastoreItem xmlns:ds="http://schemas.openxmlformats.org/officeDocument/2006/customXml" ds:itemID="{039D0784-36B6-4930-99C5-7C9AFEFBD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4d7699-4ea4-4ced-9b2a-186e24d6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99CB585-2336-43C2-AB32-C15289EAD842}">
  <ds:schemaRefs>
    <ds:schemaRef ds:uri="http://www.w3.org/2001/XMLSchema"/>
    <ds:schemaRef ds:uri="http://www.boldonjames.com/2016/02/Classifier/internal/wrappedLabelHistory"/>
  </ds:schemaRefs>
</ds:datastoreItem>
</file>

<file path=customXml/itemProps4.xml><?xml version="1.0" encoding="utf-8"?>
<ds:datastoreItem xmlns:ds="http://schemas.openxmlformats.org/officeDocument/2006/customXml" ds:itemID="{2F46093B-E018-4412-94F7-131168719733}">
  <ds:schemaRefs>
    <ds:schemaRef ds:uri="http://www.w3.org/2001/XMLSchema"/>
    <ds:schemaRef ds:uri="http://www.boldonjames.com/2008/01/sie/internal/label"/>
  </ds:schemaRefs>
</ds:datastoreItem>
</file>

<file path=customXml/itemProps5.xml><?xml version="1.0" encoding="utf-8"?>
<ds:datastoreItem xmlns:ds="http://schemas.openxmlformats.org/officeDocument/2006/customXml" ds:itemID="{7F3340CB-59BE-4678-8758-4EC346E623B3}">
  <ds:schemaRefs>
    <ds:schemaRef ds:uri="http://www.w3.org/2001/XMLSchema"/>
    <ds:schemaRef ds:uri="http://www.boldonjames.com/2008/01/sie/internal/label"/>
  </ds:schemaRefs>
</ds:datastoreItem>
</file>

<file path=customXml/itemProps6.xml><?xml version="1.0" encoding="utf-8"?>
<ds:datastoreItem xmlns:ds="http://schemas.openxmlformats.org/officeDocument/2006/customXml" ds:itemID="{91C2374D-CD9E-4A85-BB91-5EDF003BEB0C}">
  <ds:schemaRefs>
    <ds:schemaRef ds:uri="http://purl.org/dc/terms/"/>
    <ds:schemaRef ds:uri="http://purl.org/dc/elements/1.1/"/>
    <ds:schemaRef ds:uri="http://purl.org/dc/dcmitype/"/>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df4d7699-4ea4-4ced-9b2a-186e24d6677e"/>
  </ds:schemaRefs>
</ds:datastoreItem>
</file>

<file path=docProps/app.xml><?xml version="1.0" encoding="utf-8"?>
<Properties xmlns="http://schemas.openxmlformats.org/officeDocument/2006/extended-properties" xmlns:vt="http://schemas.openxmlformats.org/officeDocument/2006/docPropsVTypes">
  <Template>Eurex Group template</Template>
  <TotalTime>0</TotalTime>
  <Words>4733</Words>
  <Application>Microsoft Office PowerPoint</Application>
  <PresentationFormat>Widescreen</PresentationFormat>
  <Paragraphs>557</Paragraphs>
  <Slides>41</Slides>
  <Notes>41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6" baseType="lpstr">
      <vt:lpstr>Arial</vt:lpstr>
      <vt:lpstr>BundesSans Office</vt:lpstr>
      <vt:lpstr>Wingdings</vt:lpstr>
      <vt:lpstr>EUREX EX</vt:lpstr>
      <vt:lpstr>think-cell Slide</vt:lpstr>
      <vt:lpstr>PowerPoint Presentation</vt:lpstr>
      <vt:lpstr>Agenda</vt:lpstr>
      <vt:lpstr>Chapter Title Example (38 pt) </vt:lpstr>
      <vt:lpstr>Chapter Title Example (38 pt) </vt:lpstr>
      <vt:lpstr>Sample text slide (Arial bold, 30pt) Subline (optional , Arial regular 20 pt) </vt:lpstr>
      <vt:lpstr>Sample text slide with minimum font size</vt:lpstr>
      <vt:lpstr>Sample text slide &amp; Image</vt:lpstr>
      <vt:lpstr>PowerPoint Presentation</vt:lpstr>
      <vt:lpstr>Sample list</vt:lpstr>
      <vt:lpstr>Slide with bar graph example (full width)</vt:lpstr>
      <vt:lpstr>Sample doughnut graph</vt:lpstr>
      <vt:lpstr>Sample line graph</vt:lpstr>
      <vt:lpstr>Sample mixed graph slide</vt:lpstr>
      <vt:lpstr>Sample mixed graph slide</vt:lpstr>
      <vt:lpstr>Sample table 1</vt:lpstr>
      <vt:lpstr>Sample table 2</vt:lpstr>
      <vt:lpstr>Contact</vt:lpstr>
      <vt:lpstr>Contacts</vt:lpstr>
      <vt:lpstr>Contacts</vt:lpstr>
      <vt:lpstr>Thank you!</vt:lpstr>
      <vt:lpstr>Thank you!</vt:lpstr>
      <vt:lpstr>Thank you!</vt:lpstr>
      <vt:lpstr>Thank you!</vt:lpstr>
      <vt:lpstr>Thank you!</vt:lpstr>
      <vt:lpstr>Disclaimer</vt:lpstr>
      <vt:lpstr>Real-world examples</vt:lpstr>
      <vt:lpstr>OTC IRD Market Share Continues to Grow EUR Market Share – by CCP and by product</vt:lpstr>
      <vt:lpstr>Extension of Successful Partnership Program  to Repo and OTC FX (I) </vt:lpstr>
      <vt:lpstr>Eurex MSCI derivatives are an increasingly popular  hedging and trading tool</vt:lpstr>
      <vt:lpstr>Decisive rules for using the template</vt:lpstr>
      <vt:lpstr>Basic layout grid</vt:lpstr>
      <vt:lpstr>The most important typeface rules at a glance</vt:lpstr>
      <vt:lpstr>Working with list levels</vt:lpstr>
      <vt:lpstr>Colors to use</vt:lpstr>
      <vt:lpstr>Language use</vt:lpstr>
      <vt:lpstr>Working with tables</vt:lpstr>
      <vt:lpstr>Working with charts</vt:lpstr>
      <vt:lpstr>Printing presentations containing charts</vt:lpstr>
      <vt:lpstr>Shapes to work with</vt:lpstr>
      <vt:lpstr>Icons 1 positive, blue </vt:lpstr>
      <vt:lpstr>Icons 2 negative, white  </vt:lpstr>
    </vt:vector>
  </TitlesOfParts>
  <Company>Deutsche Börse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(43 pt)</dc:title>
  <dc:creator>Jaroslav Niessner</dc:creator>
  <cp:lastModifiedBy>Satya Sagar Dandela</cp:lastModifiedBy>
  <cp:revision>2</cp:revision>
  <cp:lastPrinted>2020-07-06T13:20:28Z</cp:lastPrinted>
  <dcterms:created xsi:type="dcterms:W3CDTF">2020-10-05T09:12:43Z</dcterms:created>
  <dcterms:modified xsi:type="dcterms:W3CDTF">2026-02-23T23:12:24Z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42267278-2993-4311-bf0a-6b5dfbd85926</vt:lpwstr>
  </property>
  <property fmtid="{D5CDD505-2E9C-101B-9397-08002B2CF9AE}" pid="3" name="bjDocumentLabelXML">
    <vt:lpwstr>&lt;?xml version="1.0" encoding="us-ascii"?&gt;&lt;sisl xmlns:xsi="http://www.w3.org/2001/XMLSchema-instance" xmlns:xsd="http://www.w3.org/2001/XMLSchema" sislVersion="0" policy="5e216652-7cb1-42d3-a22f-fb5c7f348db5" origin="defaultValue" xmlns="http://www.boldonj</vt:lpwstr>
  </property>
  <property fmtid="{D5CDD505-2E9C-101B-9397-08002B2CF9AE}" pid="4" name="bjDocumentLabelXML-0">
    <vt:lpwstr>ames.com/2008/01/sie/internal/label"&gt;&lt;element uid="id_classification_internalonly" value="" /&gt;&lt;/sisl&gt;</vt:lpwstr>
  </property>
  <property fmtid="{D5CDD505-2E9C-101B-9397-08002B2CF9AE}" pid="5" name="bjDocumentSecurityLabel">
    <vt:lpwstr>Internal</vt:lpwstr>
  </property>
  <property fmtid="{D5CDD505-2E9C-101B-9397-08002B2CF9AE}" pid="6" name="DBG_Classification_ID">
    <vt:lpwstr>2</vt:lpwstr>
  </property>
  <property fmtid="{D5CDD505-2E9C-101B-9397-08002B2CF9AE}" pid="7" name="DBG_Classification_Name">
    <vt:lpwstr>Internal</vt:lpwstr>
  </property>
  <property fmtid="{D5CDD505-2E9C-101B-9397-08002B2CF9AE}" pid="8" name="bjSaver">
    <vt:lpwstr>vnPAeyMGvls4PXsQK3RIBA+hjsOsLQ8W</vt:lpwstr>
  </property>
  <property fmtid="{D5CDD505-2E9C-101B-9397-08002B2CF9AE}" pid="9" name="ContentTypeId">
    <vt:lpwstr>0x0101001CFA1A456BB2474CA0988A479C79164C</vt:lpwstr>
  </property>
  <property fmtid="{D5CDD505-2E9C-101B-9397-08002B2CF9AE}" pid="10" name="bjLabelHistoryID">
    <vt:lpwstr>{599CB585-2336-43C2-AB32-C15289EAD842}</vt:lpwstr>
  </property>
  <property fmtid="{D5CDD505-2E9C-101B-9397-08002B2CF9AE}" pid="11" name="MSIP_Label_2e952e98-911c-4aff-840a-f71bc6baaf7f_Enabled">
    <vt:lpwstr>true</vt:lpwstr>
  </property>
  <property fmtid="{D5CDD505-2E9C-101B-9397-08002B2CF9AE}" pid="12" name="MSIP_Label_2e952e98-911c-4aff-840a-f71bc6baaf7f_SetDate">
    <vt:lpwstr>2022-12-09T10:52:54Z</vt:lpwstr>
  </property>
  <property fmtid="{D5CDD505-2E9C-101B-9397-08002B2CF9AE}" pid="13" name="MSIP_Label_2e952e98-911c-4aff-840a-f71bc6baaf7f_Method">
    <vt:lpwstr>Standard</vt:lpwstr>
  </property>
  <property fmtid="{D5CDD505-2E9C-101B-9397-08002B2CF9AE}" pid="14" name="MSIP_Label_2e952e98-911c-4aff-840a-f71bc6baaf7f_Name">
    <vt:lpwstr>2e952e98-911c-4aff-840a-f71bc6baaf7f</vt:lpwstr>
  </property>
  <property fmtid="{D5CDD505-2E9C-101B-9397-08002B2CF9AE}" pid="15" name="MSIP_Label_2e952e98-911c-4aff-840a-f71bc6baaf7f_SiteId">
    <vt:lpwstr>e00ddcdf-1e0f-4be5-a37a-894a4731986a</vt:lpwstr>
  </property>
  <property fmtid="{D5CDD505-2E9C-101B-9397-08002B2CF9AE}" pid="16" name="MSIP_Label_2e952e98-911c-4aff-840a-f71bc6baaf7f_ActionId">
    <vt:lpwstr>6ee9b485-ff5c-41c5-a947-eed06b2e671b</vt:lpwstr>
  </property>
  <property fmtid="{D5CDD505-2E9C-101B-9397-08002B2CF9AE}" pid="17" name="MSIP_Label_2e952e98-911c-4aff-840a-f71bc6baaf7f_ContentBits">
    <vt:lpwstr>2</vt:lpwstr>
  </property>
</Properties>
</file>